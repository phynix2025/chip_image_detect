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1"/>
    <p:sldMasterId id="2147483720" r:id="rId2"/>
    <p:sldMasterId id="2147483758" r:id="rId3"/>
  </p:sldMasterIdLst>
  <p:notesMasterIdLst>
    <p:notesMasterId r:id="rId41"/>
  </p:notesMasterIdLst>
  <p:sldIdLst>
    <p:sldId id="262" r:id="rId4"/>
    <p:sldId id="265" r:id="rId5"/>
    <p:sldId id="346" r:id="rId6"/>
    <p:sldId id="268" r:id="rId7"/>
    <p:sldId id="347" r:id="rId8"/>
    <p:sldId id="318" r:id="rId9"/>
    <p:sldId id="348" r:id="rId10"/>
    <p:sldId id="319" r:id="rId11"/>
    <p:sldId id="349" r:id="rId12"/>
    <p:sldId id="273" r:id="rId13"/>
    <p:sldId id="292" r:id="rId14"/>
    <p:sldId id="320" r:id="rId15"/>
    <p:sldId id="321" r:id="rId16"/>
    <p:sldId id="322" r:id="rId17"/>
    <p:sldId id="352" r:id="rId18"/>
    <p:sldId id="350" r:id="rId19"/>
    <p:sldId id="325" r:id="rId20"/>
    <p:sldId id="327" r:id="rId21"/>
    <p:sldId id="353" r:id="rId22"/>
    <p:sldId id="329" r:id="rId23"/>
    <p:sldId id="330" r:id="rId24"/>
    <p:sldId id="331" r:id="rId25"/>
    <p:sldId id="332" r:id="rId26"/>
    <p:sldId id="333" r:id="rId27"/>
    <p:sldId id="334" r:id="rId28"/>
    <p:sldId id="335" r:id="rId29"/>
    <p:sldId id="336" r:id="rId30"/>
    <p:sldId id="337" r:id="rId31"/>
    <p:sldId id="338" r:id="rId32"/>
    <p:sldId id="339" r:id="rId33"/>
    <p:sldId id="340" r:id="rId34"/>
    <p:sldId id="341" r:id="rId35"/>
    <p:sldId id="342" r:id="rId36"/>
    <p:sldId id="343" r:id="rId37"/>
    <p:sldId id="351" r:id="rId38"/>
    <p:sldId id="345" r:id="rId39"/>
    <p:sldId id="317" r:id="rId40"/>
  </p:sldIdLst>
  <p:sldSz cx="12192000" cy="6858000"/>
  <p:notesSz cx="6858000" cy="9144000"/>
  <p:custDataLst>
    <p:tags r:id="rId4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封面" id="{58E4A015-F864-4015-A66F-CE436E336F9F}">
          <p14:sldIdLst>
            <p14:sldId id="262"/>
          </p14:sldIdLst>
        </p14:section>
        <p14:section name="目录" id="{0A60DCAB-D06A-4950-A3A8-48F7AED88862}">
          <p14:sldIdLst>
            <p14:sldId id="265"/>
          </p14:sldIdLst>
        </p14:section>
        <p14:section name="纯文字类" id="{FD3AFA0C-0B73-49F3-A2CE-33A8A4EA67BD}">
          <p14:sldIdLst>
            <p14:sldId id="346"/>
            <p14:sldId id="268"/>
            <p14:sldId id="347"/>
            <p14:sldId id="318"/>
            <p14:sldId id="348"/>
            <p14:sldId id="319"/>
            <p14:sldId id="349"/>
            <p14:sldId id="273"/>
            <p14:sldId id="292"/>
            <p14:sldId id="320"/>
            <p14:sldId id="321"/>
            <p14:sldId id="322"/>
            <p14:sldId id="352"/>
            <p14:sldId id="350"/>
            <p14:sldId id="325"/>
            <p14:sldId id="327"/>
            <p14:sldId id="353"/>
            <p14:sldId id="329"/>
            <p14:sldId id="330"/>
            <p14:sldId id="331"/>
            <p14:sldId id="332"/>
            <p14:sldId id="333"/>
            <p14:sldId id="334"/>
            <p14:sldId id="335"/>
            <p14:sldId id="336"/>
            <p14:sldId id="337"/>
            <p14:sldId id="338"/>
            <p14:sldId id="339"/>
            <p14:sldId id="340"/>
            <p14:sldId id="341"/>
            <p14:sldId id="342"/>
            <p14:sldId id="343"/>
            <p14:sldId id="351"/>
            <p14:sldId id="345"/>
          </p14:sldIdLst>
        </p14:section>
        <p14:section name="结尾" id="{57ED84CC-8FB8-46AF-BC71-F91D80AF725C}">
          <p14:sldIdLst>
            <p14:sldId id="317"/>
          </p14:sldIdLst>
        </p14:section>
      </p14:sectionLst>
    </p:ext>
    <p:ext uri="{EFAFB233-063F-42B5-8137-9DF3F51BA10A}">
      <p15:sldGuideLst xmlns:p15="http://schemas.microsoft.com/office/powerpoint/2012/main">
        <p15:guide id="1" pos="304" userDrawn="1">
          <p15:clr>
            <a:srgbClr val="A4A3A4"/>
          </p15:clr>
        </p15:guide>
        <p15:guide id="2" pos="7378" userDrawn="1">
          <p15:clr>
            <a:srgbClr val="A4A3A4"/>
          </p15:clr>
        </p15:guide>
        <p15:guide id="3" orient="horz" pos="618" userDrawn="1">
          <p15:clr>
            <a:srgbClr val="A4A3A4"/>
          </p15:clr>
        </p15:guide>
        <p15:guide id="4" orient="horz" pos="624" userDrawn="1">
          <p15:clr>
            <a:srgbClr val="A4A3A4"/>
          </p15:clr>
        </p15:guide>
        <p15:guide id="5" orient="horz" pos="4042" userDrawn="1">
          <p15:clr>
            <a:srgbClr val="A4A3A4"/>
          </p15:clr>
        </p15:guide>
        <p15:guide id="8" orient="horz" pos="3407" userDrawn="1">
          <p15:clr>
            <a:srgbClr val="A4A3A4"/>
          </p15:clr>
        </p15:guide>
        <p15:guide id="9" orient="horz" pos="981" userDrawn="1">
          <p15:clr>
            <a:srgbClr val="A4A3A4"/>
          </p15:clr>
        </p15:guide>
      </p15:sldGuideLst>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91D86"/>
    <a:srgbClr val="D99ED8"/>
    <a:srgbClr val="FBE7D9"/>
    <a:srgbClr val="8F1E8C"/>
    <a:srgbClr val="B871B6"/>
    <a:srgbClr val="A4A3A4"/>
    <a:srgbClr val="986ABA"/>
    <a:srgbClr val="C0A4D5"/>
    <a:srgbClr val="A9ACCB"/>
    <a:srgbClr val="BFBFB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4" d="100"/>
          <a:sy n="74" d="100"/>
        </p:scale>
        <p:origin x="936" y="43"/>
      </p:cViewPr>
      <p:guideLst>
        <p:guide pos="304"/>
        <p:guide pos="7378"/>
        <p:guide orient="horz" pos="618"/>
        <p:guide orient="horz" pos="624"/>
        <p:guide orient="horz" pos="4042"/>
        <p:guide orient="horz" pos="3407"/>
        <p:guide orient="horz" pos="981"/>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2760"/>
    </p:cViewPr>
  </p:sorterViewPr>
  <p:notesViewPr>
    <p:cSldViewPr snapToGrid="0" showGuides="1">
      <p:cViewPr varScale="1">
        <p:scale>
          <a:sx n="56" d="100"/>
          <a:sy n="56" d="100"/>
        </p:scale>
        <p:origin x="2856" y="7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ags" Target="tags/tag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theme" Target="theme/theme1.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presProps" Target="presProp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tableStyles" Target="tableStyles.xml"/><Relationship Id="rId20" Type="http://schemas.openxmlformats.org/officeDocument/2006/relationships/slide" Target="slides/slide17.xml"/><Relationship Id="rId4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241393-E2B1-4490-8F56-836F0E6FCF0C}" type="datetimeFigureOut">
              <a:rPr lang="zh-CN" altLang="en-US" smtClean="0"/>
              <a:t>2026/5/22</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7BC0732-1106-48F0-B4AE-FAB426F79069}" type="slidenum">
              <a:rPr lang="zh-CN" altLang="en-US" smtClean="0"/>
              <a:t>‹#›</a:t>
            </a:fld>
            <a:endParaRPr lang="zh-CN" altLang="en-US"/>
          </a:p>
        </p:txBody>
      </p:sp>
    </p:spTree>
    <p:extLst>
      <p:ext uri="{BB962C8B-B14F-4D97-AF65-F5344CB8AC3E}">
        <p14:creationId xmlns:p14="http://schemas.microsoft.com/office/powerpoint/2010/main" val="702436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7BC0732-1106-48F0-B4AE-FAB426F79069}" type="slidenum">
              <a:rPr lang="zh-CN" altLang="en-US" smtClean="0"/>
              <a:t>1</a:t>
            </a:fld>
            <a:endParaRPr lang="zh-CN" altLang="en-US"/>
          </a:p>
        </p:txBody>
      </p:sp>
    </p:spTree>
    <p:extLst>
      <p:ext uri="{BB962C8B-B14F-4D97-AF65-F5344CB8AC3E}">
        <p14:creationId xmlns:p14="http://schemas.microsoft.com/office/powerpoint/2010/main" val="1728316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t>2</a:t>
            </a:fld>
            <a:endParaRPr lang="zh-CN" altLang="en-US"/>
          </a:p>
        </p:txBody>
      </p:sp>
    </p:spTree>
    <p:extLst>
      <p:ext uri="{BB962C8B-B14F-4D97-AF65-F5344CB8AC3E}">
        <p14:creationId xmlns:p14="http://schemas.microsoft.com/office/powerpoint/2010/main" val="276601542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D64727-A18A-6D03-5B1D-8EEAEF93C46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E945C02-68DE-E13D-06A8-4285D958AFF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9774D2B6-1460-5AFA-EDF9-E8FA9B14050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7F83B1-C279-4116-8CCD-2AD5F65D9CD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9166527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t>4</a:t>
            </a:fld>
            <a:endParaRPr lang="zh-CN" altLang="en-US"/>
          </a:p>
        </p:txBody>
      </p:sp>
    </p:spTree>
    <p:extLst>
      <p:ext uri="{BB962C8B-B14F-4D97-AF65-F5344CB8AC3E}">
        <p14:creationId xmlns:p14="http://schemas.microsoft.com/office/powerpoint/2010/main" val="413819651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9579-AC6D-112A-7FEC-1A5C6E9E6F5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11E456C-D983-4617-F49C-BAC99C2D2AB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9D836A2-2410-4715-9D04-EA0FC298942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8046C8F-3C9A-A5C8-E221-FAE7EF1FF36C}"/>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68154463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2F09A-E1E9-F8A0-85F5-C05F821F86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1F58565-A820-446F-2F02-0787DE30012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7433DE1-9D22-E824-3925-532F7CDFA08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67AC228-8195-E649-6F66-EBB1573F40D5}"/>
              </a:ext>
            </a:extLst>
          </p:cNvPr>
          <p:cNvSpPr>
            <a:spLocks noGrp="1"/>
          </p:cNvSpPr>
          <p:nvPr>
            <p:ph type="sldNum" sz="quarter" idx="10"/>
          </p:nvPr>
        </p:nvSpPr>
        <p:spPr/>
        <p:txBody>
          <a:bodyPr/>
          <a:lstStyle/>
          <a:p>
            <a:fld id="{C7BC0732-1106-48F0-B4AE-FAB426F79069}" type="slidenum">
              <a:rPr lang="zh-CN" altLang="en-US" smtClean="0"/>
              <a:t>6</a:t>
            </a:fld>
            <a:endParaRPr lang="zh-CN" altLang="en-US"/>
          </a:p>
        </p:txBody>
      </p:sp>
    </p:spTree>
    <p:extLst>
      <p:ext uri="{BB962C8B-B14F-4D97-AF65-F5344CB8AC3E}">
        <p14:creationId xmlns:p14="http://schemas.microsoft.com/office/powerpoint/2010/main" val="2229450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8ECD2D-AE1F-E63C-B8BE-1B396716E07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3E3A5B-FEB6-E1EC-65A0-2353B033A9BF}"/>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8C1F0B2-DB53-2A9B-3DAB-D275E96F8F6C}"/>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6371CF2-AFE1-32C6-A9F5-36E29C9D3D86}"/>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2370947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981F9-A594-23A6-347D-FBA903A73D7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6552BC7-DD52-BD0F-BC0E-72D913F2F3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0B02BFA-B70D-58E1-FB9C-507BD291B3E7}"/>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194DD84-C8B6-1494-7620-057ABAB1FE9B}"/>
              </a:ext>
            </a:extLst>
          </p:cNvPr>
          <p:cNvSpPr>
            <a:spLocks noGrp="1"/>
          </p:cNvSpPr>
          <p:nvPr>
            <p:ph type="sldNum" sz="quarter" idx="10"/>
          </p:nvPr>
        </p:nvSpPr>
        <p:spPr/>
        <p:txBody>
          <a:bodyPr/>
          <a:lstStyle/>
          <a:p>
            <a:fld id="{C7BC0732-1106-48F0-B4AE-FAB426F79069}" type="slidenum">
              <a:rPr lang="zh-CN" altLang="en-US" smtClean="0"/>
              <a:t>8</a:t>
            </a:fld>
            <a:endParaRPr lang="zh-CN" altLang="en-US"/>
          </a:p>
        </p:txBody>
      </p:sp>
    </p:spTree>
    <p:extLst>
      <p:ext uri="{BB962C8B-B14F-4D97-AF65-F5344CB8AC3E}">
        <p14:creationId xmlns:p14="http://schemas.microsoft.com/office/powerpoint/2010/main" val="31206846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5838B8-23C3-5680-8090-593CE5DAE4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CD8DAAB-612F-5764-D07A-E73472BD513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D033696-68F2-F89B-712F-A403D02F9B1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2B94BA7-CB26-5CDB-74AE-4B7963DC5344}"/>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3031022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t>10</a:t>
            </a:fld>
            <a:endParaRPr lang="zh-CN" altLang="en-US"/>
          </a:p>
        </p:txBody>
      </p:sp>
    </p:spTree>
    <p:extLst>
      <p:ext uri="{BB962C8B-B14F-4D97-AF65-F5344CB8AC3E}">
        <p14:creationId xmlns:p14="http://schemas.microsoft.com/office/powerpoint/2010/main" val="22786385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C7BC0732-1106-48F0-B4AE-FAB426F79069}" type="slidenum">
              <a:rPr lang="zh-CN" altLang="en-US" smtClean="0"/>
              <a:t>11</a:t>
            </a:fld>
            <a:endParaRPr lang="zh-CN" altLang="en-US"/>
          </a:p>
        </p:txBody>
      </p:sp>
    </p:spTree>
    <p:extLst>
      <p:ext uri="{BB962C8B-B14F-4D97-AF65-F5344CB8AC3E}">
        <p14:creationId xmlns:p14="http://schemas.microsoft.com/office/powerpoint/2010/main" val="33050580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18DED-53AA-EA5A-84B7-8489D74F094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E085C1-422A-BBA7-9BC1-490D7D129D5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A53EDC7-291C-3F5C-1D4C-3637F0F575B1}"/>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87D55D75-A8DE-B79F-343B-5CAA5067E169}"/>
              </a:ext>
            </a:extLst>
          </p:cNvPr>
          <p:cNvSpPr>
            <a:spLocks noGrp="1"/>
          </p:cNvSpPr>
          <p:nvPr>
            <p:ph type="sldNum" sz="quarter" idx="10"/>
          </p:nvPr>
        </p:nvSpPr>
        <p:spPr/>
        <p:txBody>
          <a:bodyPr/>
          <a:lstStyle/>
          <a:p>
            <a:fld id="{C7BC0732-1106-48F0-B4AE-FAB426F79069}" type="slidenum">
              <a:rPr lang="zh-CN" altLang="en-US" smtClean="0"/>
              <a:t>12</a:t>
            </a:fld>
            <a:endParaRPr lang="zh-CN" altLang="en-US"/>
          </a:p>
        </p:txBody>
      </p:sp>
    </p:spTree>
    <p:extLst>
      <p:ext uri="{BB962C8B-B14F-4D97-AF65-F5344CB8AC3E}">
        <p14:creationId xmlns:p14="http://schemas.microsoft.com/office/powerpoint/2010/main" val="356936145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482B58-F8AF-FE42-E787-E12280DD9E6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C8C48F62-8BAD-39D7-F722-8B04723424D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DAC08D0-13EA-51C1-614E-AA793701CD0A}"/>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09FB435-A01A-A3FA-72F1-59C6C22C5A04}"/>
              </a:ext>
            </a:extLst>
          </p:cNvPr>
          <p:cNvSpPr>
            <a:spLocks noGrp="1"/>
          </p:cNvSpPr>
          <p:nvPr>
            <p:ph type="sldNum" sz="quarter" idx="10"/>
          </p:nvPr>
        </p:nvSpPr>
        <p:spPr/>
        <p:txBody>
          <a:bodyPr/>
          <a:lstStyle/>
          <a:p>
            <a:fld id="{C7BC0732-1106-48F0-B4AE-FAB426F79069}" type="slidenum">
              <a:rPr lang="zh-CN" altLang="en-US" smtClean="0"/>
              <a:t>13</a:t>
            </a:fld>
            <a:endParaRPr lang="zh-CN" altLang="en-US"/>
          </a:p>
        </p:txBody>
      </p:sp>
    </p:spTree>
    <p:extLst>
      <p:ext uri="{BB962C8B-B14F-4D97-AF65-F5344CB8AC3E}">
        <p14:creationId xmlns:p14="http://schemas.microsoft.com/office/powerpoint/2010/main" val="30133590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6918B1-8871-2C6A-15B7-2AC8D07C0E4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EC3AB71-3D51-A712-E6BE-DEA7E3C3B68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FF014A-FD72-3222-5814-316D490F146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6A15B6B-F5FD-292A-0D8C-3CD32AA788C6}"/>
              </a:ext>
            </a:extLst>
          </p:cNvPr>
          <p:cNvSpPr>
            <a:spLocks noGrp="1"/>
          </p:cNvSpPr>
          <p:nvPr>
            <p:ph type="sldNum" sz="quarter" idx="10"/>
          </p:nvPr>
        </p:nvSpPr>
        <p:spPr/>
        <p:txBody>
          <a:bodyPr/>
          <a:lstStyle/>
          <a:p>
            <a:fld id="{C7BC0732-1106-48F0-B4AE-FAB426F79069}" type="slidenum">
              <a:rPr lang="zh-CN" altLang="en-US" smtClean="0"/>
              <a:t>14</a:t>
            </a:fld>
            <a:endParaRPr lang="zh-CN" altLang="en-US"/>
          </a:p>
        </p:txBody>
      </p:sp>
    </p:spTree>
    <p:extLst>
      <p:ext uri="{BB962C8B-B14F-4D97-AF65-F5344CB8AC3E}">
        <p14:creationId xmlns:p14="http://schemas.microsoft.com/office/powerpoint/2010/main" val="727238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C1E020-67DA-9AC8-44AD-0F7112EC55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DA612D-C1AD-094E-8790-F3509A3DFEF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8D70F44-8BF1-B4F8-0057-6CDA9B57F82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E89B4C80-5501-2DAD-1235-D76074024603}"/>
              </a:ext>
            </a:extLst>
          </p:cNvPr>
          <p:cNvSpPr>
            <a:spLocks noGrp="1"/>
          </p:cNvSpPr>
          <p:nvPr>
            <p:ph type="sldNum" sz="quarter" idx="10"/>
          </p:nvPr>
        </p:nvSpPr>
        <p:spPr/>
        <p:txBody>
          <a:bodyPr/>
          <a:lstStyle/>
          <a:p>
            <a:fld id="{C7BC0732-1106-48F0-B4AE-FAB426F79069}" type="slidenum">
              <a:rPr lang="zh-CN" altLang="en-US" smtClean="0"/>
              <a:t>15</a:t>
            </a:fld>
            <a:endParaRPr lang="zh-CN" altLang="en-US"/>
          </a:p>
        </p:txBody>
      </p:sp>
    </p:spTree>
    <p:extLst>
      <p:ext uri="{BB962C8B-B14F-4D97-AF65-F5344CB8AC3E}">
        <p14:creationId xmlns:p14="http://schemas.microsoft.com/office/powerpoint/2010/main" val="50971136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19B70D-9A40-FDAA-18DB-483B5BE24EA7}"/>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4CA7947-75E2-7031-4143-F4CF4602D1E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FB2F5C-5C5A-A636-BF60-225D3D44FC5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3ECE84A-6D21-A721-2B83-61131AB43FED}"/>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4248114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24117A-7DB2-634E-B4FB-D06F9ADAC4E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2A98772-C6A4-DA7A-BD0B-D146BADAEBF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14396A2-FF9F-374A-E5BB-13499F68F8B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9E900518-862D-B4F8-BD8B-BD9B843F5DBE}"/>
              </a:ext>
            </a:extLst>
          </p:cNvPr>
          <p:cNvSpPr>
            <a:spLocks noGrp="1"/>
          </p:cNvSpPr>
          <p:nvPr>
            <p:ph type="sldNum" sz="quarter" idx="10"/>
          </p:nvPr>
        </p:nvSpPr>
        <p:spPr/>
        <p:txBody>
          <a:bodyPr/>
          <a:lstStyle/>
          <a:p>
            <a:fld id="{C7BC0732-1106-48F0-B4AE-FAB426F79069}" type="slidenum">
              <a:rPr lang="zh-CN" altLang="en-US" smtClean="0"/>
              <a:t>17</a:t>
            </a:fld>
            <a:endParaRPr lang="zh-CN" altLang="en-US"/>
          </a:p>
        </p:txBody>
      </p:sp>
    </p:spTree>
    <p:extLst>
      <p:ext uri="{BB962C8B-B14F-4D97-AF65-F5344CB8AC3E}">
        <p14:creationId xmlns:p14="http://schemas.microsoft.com/office/powerpoint/2010/main" val="411191354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979586-1F36-1CE4-1EF2-09AADB0975CA}"/>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75473C-389C-5C07-53BE-1D1A30B7EBF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8D0DBC9-A1A5-239C-FC52-CFAF5C7D16E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F4D26BAE-1AE0-A6BD-D038-5C327305D186}"/>
              </a:ext>
            </a:extLst>
          </p:cNvPr>
          <p:cNvSpPr>
            <a:spLocks noGrp="1"/>
          </p:cNvSpPr>
          <p:nvPr>
            <p:ph type="sldNum" sz="quarter" idx="10"/>
          </p:nvPr>
        </p:nvSpPr>
        <p:spPr/>
        <p:txBody>
          <a:bodyPr/>
          <a:lstStyle/>
          <a:p>
            <a:fld id="{C7BC0732-1106-48F0-B4AE-FAB426F79069}" type="slidenum">
              <a:rPr lang="zh-CN" altLang="en-US" smtClean="0"/>
              <a:t>18</a:t>
            </a:fld>
            <a:endParaRPr lang="zh-CN" altLang="en-US"/>
          </a:p>
        </p:txBody>
      </p:sp>
    </p:spTree>
    <p:extLst>
      <p:ext uri="{BB962C8B-B14F-4D97-AF65-F5344CB8AC3E}">
        <p14:creationId xmlns:p14="http://schemas.microsoft.com/office/powerpoint/2010/main" val="34900405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B8788-1368-0F75-4A0E-144DA7E415B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2AF2C69-5621-ADB4-A9BF-B2B65E2C561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54B288B-85FC-DFD0-A71B-BE23ACF66DA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FA9D90B-AD88-B6BD-ED2B-FD2110B7F6C3}"/>
              </a:ext>
            </a:extLst>
          </p:cNvPr>
          <p:cNvSpPr>
            <a:spLocks noGrp="1"/>
          </p:cNvSpPr>
          <p:nvPr>
            <p:ph type="sldNum" sz="quarter" idx="10"/>
          </p:nvPr>
        </p:nvSpPr>
        <p:spPr/>
        <p:txBody>
          <a:bodyPr/>
          <a:lstStyle/>
          <a:p>
            <a:fld id="{C7BC0732-1106-48F0-B4AE-FAB426F79069}" type="slidenum">
              <a:rPr lang="zh-CN" altLang="en-US" smtClean="0"/>
              <a:t>19</a:t>
            </a:fld>
            <a:endParaRPr lang="zh-CN" altLang="en-US"/>
          </a:p>
        </p:txBody>
      </p:sp>
    </p:spTree>
    <p:extLst>
      <p:ext uri="{BB962C8B-B14F-4D97-AF65-F5344CB8AC3E}">
        <p14:creationId xmlns:p14="http://schemas.microsoft.com/office/powerpoint/2010/main" val="375611878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E2CD36-0634-67C5-8AE8-1F55DD5B906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A743CF8-CE80-9C73-61CD-DD7CFB6887E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A737D6E7-D7C5-303B-7EB5-89A0AB4D7B6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5B64AE1-8E68-8BE1-99AE-E732CACEBC6B}"/>
              </a:ext>
            </a:extLst>
          </p:cNvPr>
          <p:cNvSpPr>
            <a:spLocks noGrp="1"/>
          </p:cNvSpPr>
          <p:nvPr>
            <p:ph type="sldNum" sz="quarter" idx="10"/>
          </p:nvPr>
        </p:nvSpPr>
        <p:spPr/>
        <p:txBody>
          <a:bodyPr/>
          <a:lstStyle/>
          <a:p>
            <a:fld id="{C7BC0732-1106-48F0-B4AE-FAB426F79069}" type="slidenum">
              <a:rPr lang="zh-CN" altLang="en-US" smtClean="0"/>
              <a:t>20</a:t>
            </a:fld>
            <a:endParaRPr lang="zh-CN" altLang="en-US"/>
          </a:p>
        </p:txBody>
      </p:sp>
    </p:spTree>
    <p:extLst>
      <p:ext uri="{BB962C8B-B14F-4D97-AF65-F5344CB8AC3E}">
        <p14:creationId xmlns:p14="http://schemas.microsoft.com/office/powerpoint/2010/main" val="33092321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85BF70-A859-2C10-D4B8-4FE42BD9F1A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53BCAFAB-CFCE-E6F3-30B0-5BEAF39A2A7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B7C3704-58E6-C8B9-ACD9-040FF2E78D46}"/>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D334BF9-86F0-2BED-801F-9CD87F95EF34}"/>
              </a:ext>
            </a:extLst>
          </p:cNvPr>
          <p:cNvSpPr>
            <a:spLocks noGrp="1"/>
          </p:cNvSpPr>
          <p:nvPr>
            <p:ph type="sldNum" sz="quarter" idx="10"/>
          </p:nvPr>
        </p:nvSpPr>
        <p:spPr/>
        <p:txBody>
          <a:bodyPr/>
          <a:lstStyle/>
          <a:p>
            <a:fld id="{C7BC0732-1106-48F0-B4AE-FAB426F79069}" type="slidenum">
              <a:rPr lang="zh-CN" altLang="en-US" smtClean="0"/>
              <a:t>21</a:t>
            </a:fld>
            <a:endParaRPr lang="zh-CN" altLang="en-US"/>
          </a:p>
        </p:txBody>
      </p:sp>
    </p:spTree>
    <p:extLst>
      <p:ext uri="{BB962C8B-B14F-4D97-AF65-F5344CB8AC3E}">
        <p14:creationId xmlns:p14="http://schemas.microsoft.com/office/powerpoint/2010/main" val="313771872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AA3CF8-A217-A54B-0A85-1174061C10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74DD0237-EE14-12E2-531D-2D6232D4B49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1A20A17-C3A2-2404-DD29-DC87889D541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06C5A3E-80B9-E9D6-1FC5-8113ADAF7B83}"/>
              </a:ext>
            </a:extLst>
          </p:cNvPr>
          <p:cNvSpPr>
            <a:spLocks noGrp="1"/>
          </p:cNvSpPr>
          <p:nvPr>
            <p:ph type="sldNum" sz="quarter" idx="10"/>
          </p:nvPr>
        </p:nvSpPr>
        <p:spPr/>
        <p:txBody>
          <a:bodyPr/>
          <a:lstStyle/>
          <a:p>
            <a:fld id="{C7BC0732-1106-48F0-B4AE-FAB426F79069}" type="slidenum">
              <a:rPr lang="zh-CN" altLang="en-US" smtClean="0"/>
              <a:t>22</a:t>
            </a:fld>
            <a:endParaRPr lang="zh-CN" altLang="en-US"/>
          </a:p>
        </p:txBody>
      </p:sp>
    </p:spTree>
    <p:extLst>
      <p:ext uri="{BB962C8B-B14F-4D97-AF65-F5344CB8AC3E}">
        <p14:creationId xmlns:p14="http://schemas.microsoft.com/office/powerpoint/2010/main" val="373629306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BA60-6EAB-6F0A-6090-459AD8D585D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B9DC090-BE53-B129-FD19-5EC71F51BF47}"/>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EA220B2-8244-1936-71DB-7C215C349B64}"/>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99ACCA8-CB48-8919-BE13-F5A3EDD60F8E}"/>
              </a:ext>
            </a:extLst>
          </p:cNvPr>
          <p:cNvSpPr>
            <a:spLocks noGrp="1"/>
          </p:cNvSpPr>
          <p:nvPr>
            <p:ph type="sldNum" sz="quarter" idx="10"/>
          </p:nvPr>
        </p:nvSpPr>
        <p:spPr/>
        <p:txBody>
          <a:bodyPr/>
          <a:lstStyle/>
          <a:p>
            <a:fld id="{C7BC0732-1106-48F0-B4AE-FAB426F79069}" type="slidenum">
              <a:rPr lang="zh-CN" altLang="en-US" smtClean="0"/>
              <a:t>23</a:t>
            </a:fld>
            <a:endParaRPr lang="zh-CN" altLang="en-US"/>
          </a:p>
        </p:txBody>
      </p:sp>
    </p:spTree>
    <p:extLst>
      <p:ext uri="{BB962C8B-B14F-4D97-AF65-F5344CB8AC3E}">
        <p14:creationId xmlns:p14="http://schemas.microsoft.com/office/powerpoint/2010/main" val="211839460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202414-3B2D-8FB3-A510-5DA8874CC47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6FC7CFF-87FE-0655-A27D-222AF0DD83D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1032911-35E1-406C-8C64-4421442EB2AD}"/>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6B7D7D1-DC89-D026-D09D-4F9C27303BAB}"/>
              </a:ext>
            </a:extLst>
          </p:cNvPr>
          <p:cNvSpPr>
            <a:spLocks noGrp="1"/>
          </p:cNvSpPr>
          <p:nvPr>
            <p:ph type="sldNum" sz="quarter" idx="10"/>
          </p:nvPr>
        </p:nvSpPr>
        <p:spPr/>
        <p:txBody>
          <a:bodyPr/>
          <a:lstStyle/>
          <a:p>
            <a:fld id="{C7BC0732-1106-48F0-B4AE-FAB426F79069}" type="slidenum">
              <a:rPr lang="zh-CN" altLang="en-US" smtClean="0"/>
              <a:t>24</a:t>
            </a:fld>
            <a:endParaRPr lang="zh-CN" altLang="en-US"/>
          </a:p>
        </p:txBody>
      </p:sp>
    </p:spTree>
    <p:extLst>
      <p:ext uri="{BB962C8B-B14F-4D97-AF65-F5344CB8AC3E}">
        <p14:creationId xmlns:p14="http://schemas.microsoft.com/office/powerpoint/2010/main" val="114250378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3B356-4534-451E-4B5F-4707656DA74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7791DDC-1007-3BD2-6C66-A0E508A6069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D2F6829-6A17-7BDF-43E5-F7B7ED16F32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796BA0B6-0114-8C19-19AD-3118192A7BD9}"/>
              </a:ext>
            </a:extLst>
          </p:cNvPr>
          <p:cNvSpPr>
            <a:spLocks noGrp="1"/>
          </p:cNvSpPr>
          <p:nvPr>
            <p:ph type="sldNum" sz="quarter" idx="10"/>
          </p:nvPr>
        </p:nvSpPr>
        <p:spPr/>
        <p:txBody>
          <a:bodyPr/>
          <a:lstStyle/>
          <a:p>
            <a:fld id="{C7BC0732-1106-48F0-B4AE-FAB426F79069}" type="slidenum">
              <a:rPr lang="zh-CN" altLang="en-US" smtClean="0"/>
              <a:t>25</a:t>
            </a:fld>
            <a:endParaRPr lang="zh-CN" altLang="en-US"/>
          </a:p>
        </p:txBody>
      </p:sp>
    </p:spTree>
    <p:extLst>
      <p:ext uri="{BB962C8B-B14F-4D97-AF65-F5344CB8AC3E}">
        <p14:creationId xmlns:p14="http://schemas.microsoft.com/office/powerpoint/2010/main" val="22889995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6EC1A-03EA-9DCB-55ED-B0DD2DA7F9D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A9FCFE4-6024-160D-B652-C375750955E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C0E84E-0F6D-D592-12EA-46494B07AADF}"/>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D380093E-3842-2E7C-A615-EFB8F6C7BC71}"/>
              </a:ext>
            </a:extLst>
          </p:cNvPr>
          <p:cNvSpPr>
            <a:spLocks noGrp="1"/>
          </p:cNvSpPr>
          <p:nvPr>
            <p:ph type="sldNum" sz="quarter" idx="10"/>
          </p:nvPr>
        </p:nvSpPr>
        <p:spPr/>
        <p:txBody>
          <a:bodyPr/>
          <a:lstStyle/>
          <a:p>
            <a:fld id="{C7BC0732-1106-48F0-B4AE-FAB426F79069}" type="slidenum">
              <a:rPr lang="zh-CN" altLang="en-US" smtClean="0"/>
              <a:t>26</a:t>
            </a:fld>
            <a:endParaRPr lang="zh-CN" altLang="en-US"/>
          </a:p>
        </p:txBody>
      </p:sp>
    </p:spTree>
    <p:extLst>
      <p:ext uri="{BB962C8B-B14F-4D97-AF65-F5344CB8AC3E}">
        <p14:creationId xmlns:p14="http://schemas.microsoft.com/office/powerpoint/2010/main" val="56335545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53182-4D8A-F134-B728-55CA1638B82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FF7EC60-817C-A8A6-2A63-9FF611EB9AF9}"/>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FFC4F45-5384-793C-5853-625DEE91F77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0617A83-FDF2-842B-C006-6C33FD646507}"/>
              </a:ext>
            </a:extLst>
          </p:cNvPr>
          <p:cNvSpPr>
            <a:spLocks noGrp="1"/>
          </p:cNvSpPr>
          <p:nvPr>
            <p:ph type="sldNum" sz="quarter" idx="10"/>
          </p:nvPr>
        </p:nvSpPr>
        <p:spPr/>
        <p:txBody>
          <a:bodyPr/>
          <a:lstStyle/>
          <a:p>
            <a:fld id="{C7BC0732-1106-48F0-B4AE-FAB426F79069}" type="slidenum">
              <a:rPr lang="zh-CN" altLang="en-US" smtClean="0"/>
              <a:t>27</a:t>
            </a:fld>
            <a:endParaRPr lang="zh-CN" altLang="en-US"/>
          </a:p>
        </p:txBody>
      </p:sp>
    </p:spTree>
    <p:extLst>
      <p:ext uri="{BB962C8B-B14F-4D97-AF65-F5344CB8AC3E}">
        <p14:creationId xmlns:p14="http://schemas.microsoft.com/office/powerpoint/2010/main" val="258337706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4B3C50-AB13-7170-26A2-44D76573AC15}"/>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0FFA75A-7CEB-2AFF-0837-81BB26C278FD}"/>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5FE1D625-0EC9-C7C9-9E14-C4F42CE1AD99}"/>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55412427-16B8-2085-4FB5-36FC15B91D70}"/>
              </a:ext>
            </a:extLst>
          </p:cNvPr>
          <p:cNvSpPr>
            <a:spLocks noGrp="1"/>
          </p:cNvSpPr>
          <p:nvPr>
            <p:ph type="sldNum" sz="quarter" idx="10"/>
          </p:nvPr>
        </p:nvSpPr>
        <p:spPr/>
        <p:txBody>
          <a:bodyPr/>
          <a:lstStyle/>
          <a:p>
            <a:fld id="{C7BC0732-1106-48F0-B4AE-FAB426F79069}" type="slidenum">
              <a:rPr lang="zh-CN" altLang="en-US" smtClean="0"/>
              <a:t>28</a:t>
            </a:fld>
            <a:endParaRPr lang="zh-CN" altLang="en-US"/>
          </a:p>
        </p:txBody>
      </p:sp>
    </p:spTree>
    <p:extLst>
      <p:ext uri="{BB962C8B-B14F-4D97-AF65-F5344CB8AC3E}">
        <p14:creationId xmlns:p14="http://schemas.microsoft.com/office/powerpoint/2010/main" val="14849148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0340CA-0B10-57D5-5AA2-2586DE61769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4694AC1-B50B-717F-9901-13233663C404}"/>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93C5ED-1850-AAD8-1092-AA78B544EC32}"/>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14DDC4F3-42CC-016A-582A-E0AEF1E30281}"/>
              </a:ext>
            </a:extLst>
          </p:cNvPr>
          <p:cNvSpPr>
            <a:spLocks noGrp="1"/>
          </p:cNvSpPr>
          <p:nvPr>
            <p:ph type="sldNum" sz="quarter" idx="10"/>
          </p:nvPr>
        </p:nvSpPr>
        <p:spPr/>
        <p:txBody>
          <a:bodyPr/>
          <a:lstStyle/>
          <a:p>
            <a:fld id="{C7BC0732-1106-48F0-B4AE-FAB426F79069}" type="slidenum">
              <a:rPr lang="zh-CN" altLang="en-US" smtClean="0"/>
              <a:t>29</a:t>
            </a:fld>
            <a:endParaRPr lang="zh-CN" altLang="en-US"/>
          </a:p>
        </p:txBody>
      </p:sp>
    </p:spTree>
    <p:extLst>
      <p:ext uri="{BB962C8B-B14F-4D97-AF65-F5344CB8AC3E}">
        <p14:creationId xmlns:p14="http://schemas.microsoft.com/office/powerpoint/2010/main" val="244237465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465A52-9352-6C8B-ABC4-DD30403AD47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9618D70E-AD67-AF27-45DA-BF54A66CE27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3A43944-BA6D-2D45-3B83-6C8CD4F7758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4AA5A7F2-584C-4BF8-26E3-4EC5EABDF56E}"/>
              </a:ext>
            </a:extLst>
          </p:cNvPr>
          <p:cNvSpPr>
            <a:spLocks noGrp="1"/>
          </p:cNvSpPr>
          <p:nvPr>
            <p:ph type="sldNum" sz="quarter" idx="10"/>
          </p:nvPr>
        </p:nvSpPr>
        <p:spPr/>
        <p:txBody>
          <a:bodyPr/>
          <a:lstStyle/>
          <a:p>
            <a:fld id="{C7BC0732-1106-48F0-B4AE-FAB426F79069}" type="slidenum">
              <a:rPr lang="zh-CN" altLang="en-US" smtClean="0"/>
              <a:t>30</a:t>
            </a:fld>
            <a:endParaRPr lang="zh-CN" altLang="en-US"/>
          </a:p>
        </p:txBody>
      </p:sp>
    </p:spTree>
    <p:extLst>
      <p:ext uri="{BB962C8B-B14F-4D97-AF65-F5344CB8AC3E}">
        <p14:creationId xmlns:p14="http://schemas.microsoft.com/office/powerpoint/2010/main" val="90485750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2B932-369D-6209-7B41-34DC7FA3648F}"/>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5645AD9-7A39-76BD-9BA6-51FE994CFDD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918BDE-F1FD-2464-757C-CE522E023B2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7E91CEF-1EBF-BC2F-BD2E-A91F2D4397D2}"/>
              </a:ext>
            </a:extLst>
          </p:cNvPr>
          <p:cNvSpPr>
            <a:spLocks noGrp="1"/>
          </p:cNvSpPr>
          <p:nvPr>
            <p:ph type="sldNum" sz="quarter" idx="10"/>
          </p:nvPr>
        </p:nvSpPr>
        <p:spPr/>
        <p:txBody>
          <a:bodyPr/>
          <a:lstStyle/>
          <a:p>
            <a:fld id="{C7BC0732-1106-48F0-B4AE-FAB426F79069}" type="slidenum">
              <a:rPr lang="zh-CN" altLang="en-US" smtClean="0"/>
              <a:t>31</a:t>
            </a:fld>
            <a:endParaRPr lang="zh-CN" altLang="en-US"/>
          </a:p>
        </p:txBody>
      </p:sp>
    </p:spTree>
    <p:extLst>
      <p:ext uri="{BB962C8B-B14F-4D97-AF65-F5344CB8AC3E}">
        <p14:creationId xmlns:p14="http://schemas.microsoft.com/office/powerpoint/2010/main" val="8601641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DDED6-C976-8B71-800A-BB5AD7F5D2F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F7E23918-7035-0155-3536-3996AEFC7E2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20DC4FD9-F634-8F61-F008-9EB553BE763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817E8A8-136D-A74F-A916-661E671408AC}"/>
              </a:ext>
            </a:extLst>
          </p:cNvPr>
          <p:cNvSpPr>
            <a:spLocks noGrp="1"/>
          </p:cNvSpPr>
          <p:nvPr>
            <p:ph type="sldNum" sz="quarter" idx="10"/>
          </p:nvPr>
        </p:nvSpPr>
        <p:spPr/>
        <p:txBody>
          <a:bodyPr/>
          <a:lstStyle/>
          <a:p>
            <a:fld id="{C7BC0732-1106-48F0-B4AE-FAB426F79069}" type="slidenum">
              <a:rPr lang="zh-CN" altLang="en-US" smtClean="0"/>
              <a:t>32</a:t>
            </a:fld>
            <a:endParaRPr lang="zh-CN" altLang="en-US"/>
          </a:p>
        </p:txBody>
      </p:sp>
    </p:spTree>
    <p:extLst>
      <p:ext uri="{BB962C8B-B14F-4D97-AF65-F5344CB8AC3E}">
        <p14:creationId xmlns:p14="http://schemas.microsoft.com/office/powerpoint/2010/main" val="246796458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AB6673-7349-8582-5516-8A885929E796}"/>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BF81DA89-9B05-7B3A-8969-CA9FB77BDB9C}"/>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EA24111-B4E5-91D8-D4FF-173A349310B8}"/>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2E181B81-A503-B64C-DB3A-B179A48E90B7}"/>
              </a:ext>
            </a:extLst>
          </p:cNvPr>
          <p:cNvSpPr>
            <a:spLocks noGrp="1"/>
          </p:cNvSpPr>
          <p:nvPr>
            <p:ph type="sldNum" sz="quarter" idx="10"/>
          </p:nvPr>
        </p:nvSpPr>
        <p:spPr/>
        <p:txBody>
          <a:bodyPr/>
          <a:lstStyle/>
          <a:p>
            <a:fld id="{C7BC0732-1106-48F0-B4AE-FAB426F79069}" type="slidenum">
              <a:rPr lang="zh-CN" altLang="en-US" smtClean="0"/>
              <a:t>33</a:t>
            </a:fld>
            <a:endParaRPr lang="zh-CN" altLang="en-US"/>
          </a:p>
        </p:txBody>
      </p:sp>
    </p:spTree>
    <p:extLst>
      <p:ext uri="{BB962C8B-B14F-4D97-AF65-F5344CB8AC3E}">
        <p14:creationId xmlns:p14="http://schemas.microsoft.com/office/powerpoint/2010/main" val="68268454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D1231A-8E93-ED69-9A67-9DDCD6C39E4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1688101-146E-FBF3-6F0F-CCBBF5CC50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EE74F7EF-132D-2494-3412-37AADCD13FF5}"/>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A0703D53-32BF-1960-0665-C8B587BA2A4A}"/>
              </a:ext>
            </a:extLst>
          </p:cNvPr>
          <p:cNvSpPr>
            <a:spLocks noGrp="1"/>
          </p:cNvSpPr>
          <p:nvPr>
            <p:ph type="sldNum" sz="quarter" idx="10"/>
          </p:nvPr>
        </p:nvSpPr>
        <p:spPr/>
        <p:txBody>
          <a:bodyPr/>
          <a:lstStyle/>
          <a:p>
            <a:fld id="{C7BC0732-1106-48F0-B4AE-FAB426F79069}" type="slidenum">
              <a:rPr lang="zh-CN" altLang="en-US" smtClean="0"/>
              <a:t>34</a:t>
            </a:fld>
            <a:endParaRPr lang="zh-CN" altLang="en-US"/>
          </a:p>
        </p:txBody>
      </p:sp>
    </p:spTree>
    <p:extLst>
      <p:ext uri="{BB962C8B-B14F-4D97-AF65-F5344CB8AC3E}">
        <p14:creationId xmlns:p14="http://schemas.microsoft.com/office/powerpoint/2010/main" val="287145838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148CF0-F8B6-2885-BC65-C41F4E4E2D29}"/>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C255871-7FF4-9359-9CC1-F3FA23A7817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1446506-B6E1-D14C-84E5-00AF681BA88B}"/>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B884E4BD-7556-1112-3D94-B8BBC150B3DF}"/>
              </a:ext>
            </a:extLst>
          </p:cNvPr>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31773519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6A5370-7315-7C80-8526-526E0B56BD8D}"/>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C375E68-FCBF-723B-0757-670F5704EAD3}"/>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008EA70-5111-2BEB-3089-CA452825B9A0}"/>
              </a:ext>
            </a:extLst>
          </p:cNvPr>
          <p:cNvSpPr>
            <a:spLocks noGrp="1"/>
          </p:cNvSpPr>
          <p:nvPr>
            <p:ph type="body" idx="1"/>
          </p:nvPr>
        </p:nvSpPr>
        <p:spPr/>
        <p:txBody>
          <a:bodyPr/>
          <a:lstStyle/>
          <a:p>
            <a:endParaRPr lang="zh-CN" altLang="en-US"/>
          </a:p>
        </p:txBody>
      </p:sp>
      <p:sp>
        <p:nvSpPr>
          <p:cNvPr id="4" name="灯片编号占位符 3">
            <a:extLst>
              <a:ext uri="{FF2B5EF4-FFF2-40B4-BE49-F238E27FC236}">
                <a16:creationId xmlns:a16="http://schemas.microsoft.com/office/drawing/2014/main" id="{3A5F8AB7-8169-A8BE-865F-A6AC50F5F8D8}"/>
              </a:ext>
            </a:extLst>
          </p:cNvPr>
          <p:cNvSpPr>
            <a:spLocks noGrp="1"/>
          </p:cNvSpPr>
          <p:nvPr>
            <p:ph type="sldNum" sz="quarter" idx="10"/>
          </p:nvPr>
        </p:nvSpPr>
        <p:spPr/>
        <p:txBody>
          <a:bodyPr/>
          <a:lstStyle/>
          <a:p>
            <a:fld id="{C7BC0732-1106-48F0-B4AE-FAB426F79069}" type="slidenum">
              <a:rPr lang="zh-CN" altLang="en-US" smtClean="0"/>
              <a:t>36</a:t>
            </a:fld>
            <a:endParaRPr lang="zh-CN" altLang="en-US"/>
          </a:p>
        </p:txBody>
      </p:sp>
    </p:spTree>
    <p:extLst>
      <p:ext uri="{BB962C8B-B14F-4D97-AF65-F5344CB8AC3E}">
        <p14:creationId xmlns:p14="http://schemas.microsoft.com/office/powerpoint/2010/main" val="140286849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7BC0732-1106-48F0-B4AE-FAB426F79069}" type="slidenum">
              <a:rPr kumimoji="0" lang="zh-CN" altLang="en-US" sz="1200" b="0" i="0" u="none" strike="noStrike" kern="1200" cap="none" spc="0" normalizeH="0" baseline="0" noProof="0" smtClean="0">
                <a:ln>
                  <a:noFill/>
                </a:ln>
                <a:solidFill>
                  <a:prstClr val="black"/>
                </a:solidFill>
                <a:effectLst/>
                <a:uLnTx/>
                <a:uFillTx/>
                <a:latin typeface="等线" panose="020F0502020204030204"/>
                <a:ea typeface="等线"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zh-CN" altLang="en-US" sz="12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Tree>
    <p:extLst>
      <p:ext uri="{BB962C8B-B14F-4D97-AF65-F5344CB8AC3E}">
        <p14:creationId xmlns:p14="http://schemas.microsoft.com/office/powerpoint/2010/main" val="115316815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7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A8FF3F-82D0-46F3-A3A1-0B82FBD73DBA}" type="datetimeFigureOut">
              <a:rPr lang="zh-CN" altLang="en-US" smtClean="0"/>
              <a:t>2026/5/22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12AD1C-DCAB-4D2E-9343-4B9973E32E2A}" type="slidenum">
              <a:rPr lang="zh-CN" altLang="en-US" smtClean="0"/>
              <a:t>‹#›</a:t>
            </a:fld>
            <a:endParaRPr lang="zh-CN" altLang="en-US"/>
          </a:p>
        </p:txBody>
      </p:sp>
      <p:cxnSp>
        <p:nvCxnSpPr>
          <p:cNvPr id="65" name="直接连接符 64"/>
          <p:cNvCxnSpPr/>
          <p:nvPr userDrawn="1"/>
        </p:nvCxnSpPr>
        <p:spPr>
          <a:xfrm>
            <a:off x="485775" y="961331"/>
            <a:ext cx="11220450" cy="0"/>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sp>
        <p:nvSpPr>
          <p:cNvPr id="71" name="椭圆 70"/>
          <p:cNvSpPr/>
          <p:nvPr userDrawn="1"/>
        </p:nvSpPr>
        <p:spPr>
          <a:xfrm>
            <a:off x="3472677" y="1418654"/>
            <a:ext cx="5246645" cy="5246645"/>
          </a:xfrm>
          <a:prstGeom prst="ellipse">
            <a:avLst/>
          </a:prstGeom>
          <a:blipFill dpi="0" rotWithShape="1">
            <a:blip r:embed="rId2">
              <a:alphaModFix amt="7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 name="组合 4"/>
          <p:cNvGrpSpPr/>
          <p:nvPr userDrawn="1"/>
        </p:nvGrpSpPr>
        <p:grpSpPr>
          <a:xfrm>
            <a:off x="8762206" y="251214"/>
            <a:ext cx="2934494" cy="675437"/>
            <a:chOff x="-2189163" y="-1093788"/>
            <a:chExt cx="5924551" cy="1363663"/>
          </a:xfrm>
          <a:solidFill>
            <a:srgbClr val="891D86"/>
          </a:solidFill>
        </p:grpSpPr>
        <p:sp>
          <p:nvSpPr>
            <p:cNvPr id="6" name="Freeform 5"/>
            <p:cNvSpPr>
              <a:spLocks/>
            </p:cNvSpPr>
            <p:nvPr/>
          </p:nvSpPr>
          <p:spPr bwMode="auto">
            <a:xfrm>
              <a:off x="2462212" y="-917575"/>
              <a:ext cx="571500" cy="677863"/>
            </a:xfrm>
            <a:custGeom>
              <a:avLst/>
              <a:gdLst>
                <a:gd name="T0" fmla="*/ 687 w 749"/>
                <a:gd name="T1" fmla="*/ 778 h 886"/>
                <a:gd name="T2" fmla="*/ 627 w 749"/>
                <a:gd name="T3" fmla="*/ 739 h 886"/>
                <a:gd name="T4" fmla="*/ 552 w 749"/>
                <a:gd name="T5" fmla="*/ 674 h 886"/>
                <a:gd name="T6" fmla="*/ 491 w 749"/>
                <a:gd name="T7" fmla="*/ 607 h 886"/>
                <a:gd name="T8" fmla="*/ 421 w 749"/>
                <a:gd name="T9" fmla="*/ 518 h 886"/>
                <a:gd name="T10" fmla="*/ 418 w 749"/>
                <a:gd name="T11" fmla="*/ 478 h 886"/>
                <a:gd name="T12" fmla="*/ 431 w 749"/>
                <a:gd name="T13" fmla="*/ 447 h 886"/>
                <a:gd name="T14" fmla="*/ 456 w 749"/>
                <a:gd name="T15" fmla="*/ 405 h 886"/>
                <a:gd name="T16" fmla="*/ 530 w 749"/>
                <a:gd name="T17" fmla="*/ 383 h 886"/>
                <a:gd name="T18" fmla="*/ 574 w 749"/>
                <a:gd name="T19" fmla="*/ 346 h 886"/>
                <a:gd name="T20" fmla="*/ 589 w 749"/>
                <a:gd name="T21" fmla="*/ 313 h 886"/>
                <a:gd name="T22" fmla="*/ 595 w 749"/>
                <a:gd name="T23" fmla="*/ 295 h 886"/>
                <a:gd name="T24" fmla="*/ 600 w 749"/>
                <a:gd name="T25" fmla="*/ 273 h 886"/>
                <a:gd name="T26" fmla="*/ 593 w 749"/>
                <a:gd name="T27" fmla="*/ 250 h 886"/>
                <a:gd name="T28" fmla="*/ 529 w 749"/>
                <a:gd name="T29" fmla="*/ 230 h 886"/>
                <a:gd name="T30" fmla="*/ 489 w 749"/>
                <a:gd name="T31" fmla="*/ 246 h 886"/>
                <a:gd name="T32" fmla="*/ 480 w 749"/>
                <a:gd name="T33" fmla="*/ 251 h 886"/>
                <a:gd name="T34" fmla="*/ 476 w 749"/>
                <a:gd name="T35" fmla="*/ 240 h 886"/>
                <a:gd name="T36" fmla="*/ 485 w 749"/>
                <a:gd name="T37" fmla="*/ 163 h 886"/>
                <a:gd name="T38" fmla="*/ 488 w 749"/>
                <a:gd name="T39" fmla="*/ 76 h 886"/>
                <a:gd name="T40" fmla="*/ 480 w 749"/>
                <a:gd name="T41" fmla="*/ 52 h 886"/>
                <a:gd name="T42" fmla="*/ 428 w 749"/>
                <a:gd name="T43" fmla="*/ 7 h 886"/>
                <a:gd name="T44" fmla="*/ 388 w 749"/>
                <a:gd name="T45" fmla="*/ 13 h 886"/>
                <a:gd name="T46" fmla="*/ 359 w 749"/>
                <a:gd name="T47" fmla="*/ 78 h 886"/>
                <a:gd name="T48" fmla="*/ 363 w 749"/>
                <a:gd name="T49" fmla="*/ 142 h 886"/>
                <a:gd name="T50" fmla="*/ 353 w 749"/>
                <a:gd name="T51" fmla="*/ 282 h 886"/>
                <a:gd name="T52" fmla="*/ 328 w 749"/>
                <a:gd name="T53" fmla="*/ 312 h 886"/>
                <a:gd name="T54" fmla="*/ 281 w 749"/>
                <a:gd name="T55" fmla="*/ 327 h 886"/>
                <a:gd name="T56" fmla="*/ 184 w 749"/>
                <a:gd name="T57" fmla="*/ 352 h 886"/>
                <a:gd name="T58" fmla="*/ 129 w 749"/>
                <a:gd name="T59" fmla="*/ 394 h 886"/>
                <a:gd name="T60" fmla="*/ 129 w 749"/>
                <a:gd name="T61" fmla="*/ 415 h 886"/>
                <a:gd name="T62" fmla="*/ 148 w 749"/>
                <a:gd name="T63" fmla="*/ 464 h 886"/>
                <a:gd name="T64" fmla="*/ 156 w 749"/>
                <a:gd name="T65" fmla="*/ 471 h 886"/>
                <a:gd name="T66" fmla="*/ 208 w 749"/>
                <a:gd name="T67" fmla="*/ 481 h 886"/>
                <a:gd name="T68" fmla="*/ 270 w 749"/>
                <a:gd name="T69" fmla="*/ 471 h 886"/>
                <a:gd name="T70" fmla="*/ 309 w 749"/>
                <a:gd name="T71" fmla="*/ 460 h 886"/>
                <a:gd name="T72" fmla="*/ 271 w 749"/>
                <a:gd name="T73" fmla="*/ 549 h 886"/>
                <a:gd name="T74" fmla="*/ 151 w 749"/>
                <a:gd name="T75" fmla="*/ 723 h 886"/>
                <a:gd name="T76" fmla="*/ 1 w 749"/>
                <a:gd name="T77" fmla="*/ 836 h 886"/>
                <a:gd name="T78" fmla="*/ 11 w 749"/>
                <a:gd name="T79" fmla="*/ 840 h 886"/>
                <a:gd name="T80" fmla="*/ 58 w 749"/>
                <a:gd name="T81" fmla="*/ 843 h 886"/>
                <a:gd name="T82" fmla="*/ 108 w 749"/>
                <a:gd name="T83" fmla="*/ 840 h 886"/>
                <a:gd name="T84" fmla="*/ 240 w 749"/>
                <a:gd name="T85" fmla="*/ 757 h 886"/>
                <a:gd name="T86" fmla="*/ 299 w 749"/>
                <a:gd name="T87" fmla="*/ 693 h 886"/>
                <a:gd name="T88" fmla="*/ 357 w 749"/>
                <a:gd name="T89" fmla="*/ 606 h 886"/>
                <a:gd name="T90" fmla="*/ 371 w 749"/>
                <a:gd name="T91" fmla="*/ 606 h 886"/>
                <a:gd name="T92" fmla="*/ 414 w 749"/>
                <a:gd name="T93" fmla="*/ 689 h 886"/>
                <a:gd name="T94" fmla="*/ 448 w 749"/>
                <a:gd name="T95" fmla="*/ 757 h 886"/>
                <a:gd name="T96" fmla="*/ 475 w 749"/>
                <a:gd name="T97" fmla="*/ 804 h 886"/>
                <a:gd name="T98" fmla="*/ 521 w 749"/>
                <a:gd name="T99" fmla="*/ 853 h 886"/>
                <a:gd name="T100" fmla="*/ 571 w 749"/>
                <a:gd name="T101" fmla="*/ 871 h 886"/>
                <a:gd name="T102" fmla="*/ 616 w 749"/>
                <a:gd name="T103" fmla="*/ 883 h 886"/>
                <a:gd name="T104" fmla="*/ 645 w 749"/>
                <a:gd name="T105" fmla="*/ 885 h 886"/>
                <a:gd name="T106" fmla="*/ 698 w 749"/>
                <a:gd name="T107" fmla="*/ 880 h 886"/>
                <a:gd name="T108" fmla="*/ 710 w 749"/>
                <a:gd name="T109" fmla="*/ 865 h 886"/>
                <a:gd name="T110" fmla="*/ 725 w 749"/>
                <a:gd name="T111" fmla="*/ 849 h 886"/>
                <a:gd name="T112" fmla="*/ 738 w 749"/>
                <a:gd name="T113" fmla="*/ 830 h 886"/>
                <a:gd name="T114" fmla="*/ 747 w 749"/>
                <a:gd name="T115" fmla="*/ 807 h 886"/>
                <a:gd name="T116" fmla="*/ 687 w 749"/>
                <a:gd name="T117" fmla="*/ 778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9" h="886">
                  <a:moveTo>
                    <a:pt x="687" y="778"/>
                  </a:moveTo>
                  <a:cubicBezTo>
                    <a:pt x="662" y="764"/>
                    <a:pt x="650" y="754"/>
                    <a:pt x="627" y="739"/>
                  </a:cubicBezTo>
                  <a:cubicBezTo>
                    <a:pt x="598" y="718"/>
                    <a:pt x="576" y="700"/>
                    <a:pt x="552" y="674"/>
                  </a:cubicBezTo>
                  <a:cubicBezTo>
                    <a:pt x="532" y="653"/>
                    <a:pt x="510" y="629"/>
                    <a:pt x="491" y="607"/>
                  </a:cubicBezTo>
                  <a:cubicBezTo>
                    <a:pt x="467" y="580"/>
                    <a:pt x="437" y="538"/>
                    <a:pt x="421" y="518"/>
                  </a:cubicBezTo>
                  <a:cubicBezTo>
                    <a:pt x="408" y="502"/>
                    <a:pt x="412" y="489"/>
                    <a:pt x="418" y="478"/>
                  </a:cubicBezTo>
                  <a:cubicBezTo>
                    <a:pt x="424" y="466"/>
                    <a:pt x="427" y="459"/>
                    <a:pt x="431" y="447"/>
                  </a:cubicBezTo>
                  <a:cubicBezTo>
                    <a:pt x="436" y="431"/>
                    <a:pt x="439" y="413"/>
                    <a:pt x="456" y="405"/>
                  </a:cubicBezTo>
                  <a:cubicBezTo>
                    <a:pt x="480" y="394"/>
                    <a:pt x="501" y="381"/>
                    <a:pt x="530" y="383"/>
                  </a:cubicBezTo>
                  <a:cubicBezTo>
                    <a:pt x="548" y="384"/>
                    <a:pt x="568" y="364"/>
                    <a:pt x="574" y="346"/>
                  </a:cubicBezTo>
                  <a:cubicBezTo>
                    <a:pt x="578" y="335"/>
                    <a:pt x="584" y="324"/>
                    <a:pt x="589" y="313"/>
                  </a:cubicBezTo>
                  <a:cubicBezTo>
                    <a:pt x="592" y="307"/>
                    <a:pt x="594" y="301"/>
                    <a:pt x="595" y="295"/>
                  </a:cubicBezTo>
                  <a:cubicBezTo>
                    <a:pt x="597" y="288"/>
                    <a:pt x="597" y="280"/>
                    <a:pt x="600" y="273"/>
                  </a:cubicBezTo>
                  <a:cubicBezTo>
                    <a:pt x="604" y="260"/>
                    <a:pt x="604" y="257"/>
                    <a:pt x="593" y="250"/>
                  </a:cubicBezTo>
                  <a:cubicBezTo>
                    <a:pt x="573" y="239"/>
                    <a:pt x="552" y="231"/>
                    <a:pt x="529" y="230"/>
                  </a:cubicBezTo>
                  <a:cubicBezTo>
                    <a:pt x="513" y="230"/>
                    <a:pt x="499" y="231"/>
                    <a:pt x="489" y="246"/>
                  </a:cubicBezTo>
                  <a:cubicBezTo>
                    <a:pt x="487" y="249"/>
                    <a:pt x="483" y="252"/>
                    <a:pt x="480" y="251"/>
                  </a:cubicBezTo>
                  <a:cubicBezTo>
                    <a:pt x="476" y="250"/>
                    <a:pt x="476" y="244"/>
                    <a:pt x="476" y="240"/>
                  </a:cubicBezTo>
                  <a:cubicBezTo>
                    <a:pt x="479" y="214"/>
                    <a:pt x="483" y="189"/>
                    <a:pt x="485" y="163"/>
                  </a:cubicBezTo>
                  <a:cubicBezTo>
                    <a:pt x="487" y="134"/>
                    <a:pt x="488" y="105"/>
                    <a:pt x="488" y="76"/>
                  </a:cubicBezTo>
                  <a:cubicBezTo>
                    <a:pt x="488" y="68"/>
                    <a:pt x="484" y="60"/>
                    <a:pt x="480" y="52"/>
                  </a:cubicBezTo>
                  <a:cubicBezTo>
                    <a:pt x="468" y="31"/>
                    <a:pt x="450" y="17"/>
                    <a:pt x="428" y="7"/>
                  </a:cubicBezTo>
                  <a:cubicBezTo>
                    <a:pt x="413" y="0"/>
                    <a:pt x="400" y="0"/>
                    <a:pt x="388" y="13"/>
                  </a:cubicBezTo>
                  <a:cubicBezTo>
                    <a:pt x="371" y="31"/>
                    <a:pt x="354" y="49"/>
                    <a:pt x="359" y="78"/>
                  </a:cubicBezTo>
                  <a:cubicBezTo>
                    <a:pt x="362" y="99"/>
                    <a:pt x="363" y="121"/>
                    <a:pt x="363" y="142"/>
                  </a:cubicBezTo>
                  <a:cubicBezTo>
                    <a:pt x="363" y="189"/>
                    <a:pt x="361" y="236"/>
                    <a:pt x="353" y="282"/>
                  </a:cubicBezTo>
                  <a:cubicBezTo>
                    <a:pt x="350" y="297"/>
                    <a:pt x="342" y="307"/>
                    <a:pt x="328" y="312"/>
                  </a:cubicBezTo>
                  <a:cubicBezTo>
                    <a:pt x="312" y="317"/>
                    <a:pt x="297" y="321"/>
                    <a:pt x="281" y="327"/>
                  </a:cubicBezTo>
                  <a:cubicBezTo>
                    <a:pt x="250" y="338"/>
                    <a:pt x="218" y="350"/>
                    <a:pt x="184" y="352"/>
                  </a:cubicBezTo>
                  <a:cubicBezTo>
                    <a:pt x="159" y="353"/>
                    <a:pt x="136" y="370"/>
                    <a:pt x="129" y="394"/>
                  </a:cubicBezTo>
                  <a:cubicBezTo>
                    <a:pt x="128" y="401"/>
                    <a:pt x="127" y="409"/>
                    <a:pt x="129" y="415"/>
                  </a:cubicBezTo>
                  <a:cubicBezTo>
                    <a:pt x="135" y="432"/>
                    <a:pt x="141" y="448"/>
                    <a:pt x="148" y="464"/>
                  </a:cubicBezTo>
                  <a:cubicBezTo>
                    <a:pt x="150" y="467"/>
                    <a:pt x="153" y="469"/>
                    <a:pt x="156" y="471"/>
                  </a:cubicBezTo>
                  <a:cubicBezTo>
                    <a:pt x="172" y="480"/>
                    <a:pt x="190" y="483"/>
                    <a:pt x="208" y="481"/>
                  </a:cubicBezTo>
                  <a:cubicBezTo>
                    <a:pt x="229" y="478"/>
                    <a:pt x="249" y="474"/>
                    <a:pt x="270" y="471"/>
                  </a:cubicBezTo>
                  <a:cubicBezTo>
                    <a:pt x="280" y="469"/>
                    <a:pt x="297" y="463"/>
                    <a:pt x="309" y="460"/>
                  </a:cubicBezTo>
                  <a:cubicBezTo>
                    <a:pt x="307" y="467"/>
                    <a:pt x="289" y="513"/>
                    <a:pt x="271" y="549"/>
                  </a:cubicBezTo>
                  <a:cubicBezTo>
                    <a:pt x="246" y="599"/>
                    <a:pt x="218" y="650"/>
                    <a:pt x="151" y="723"/>
                  </a:cubicBezTo>
                  <a:cubicBezTo>
                    <a:pt x="76" y="807"/>
                    <a:pt x="11" y="826"/>
                    <a:pt x="1" y="836"/>
                  </a:cubicBezTo>
                  <a:cubicBezTo>
                    <a:pt x="0" y="837"/>
                    <a:pt x="4" y="838"/>
                    <a:pt x="11" y="840"/>
                  </a:cubicBezTo>
                  <a:cubicBezTo>
                    <a:pt x="21" y="841"/>
                    <a:pt x="54" y="843"/>
                    <a:pt x="58" y="843"/>
                  </a:cubicBezTo>
                  <a:cubicBezTo>
                    <a:pt x="74" y="843"/>
                    <a:pt x="93" y="845"/>
                    <a:pt x="108" y="840"/>
                  </a:cubicBezTo>
                  <a:cubicBezTo>
                    <a:pt x="129" y="833"/>
                    <a:pt x="203" y="791"/>
                    <a:pt x="240" y="757"/>
                  </a:cubicBezTo>
                  <a:cubicBezTo>
                    <a:pt x="264" y="734"/>
                    <a:pt x="294" y="700"/>
                    <a:pt x="299" y="693"/>
                  </a:cubicBezTo>
                  <a:cubicBezTo>
                    <a:pt x="319" y="664"/>
                    <a:pt x="338" y="635"/>
                    <a:pt x="357" y="606"/>
                  </a:cubicBezTo>
                  <a:cubicBezTo>
                    <a:pt x="363" y="596"/>
                    <a:pt x="366" y="596"/>
                    <a:pt x="371" y="606"/>
                  </a:cubicBezTo>
                  <a:cubicBezTo>
                    <a:pt x="386" y="633"/>
                    <a:pt x="400" y="661"/>
                    <a:pt x="414" y="689"/>
                  </a:cubicBezTo>
                  <a:cubicBezTo>
                    <a:pt x="425" y="711"/>
                    <a:pt x="436" y="734"/>
                    <a:pt x="448" y="757"/>
                  </a:cubicBezTo>
                  <a:cubicBezTo>
                    <a:pt x="457" y="773"/>
                    <a:pt x="468" y="787"/>
                    <a:pt x="475" y="804"/>
                  </a:cubicBezTo>
                  <a:cubicBezTo>
                    <a:pt x="485" y="827"/>
                    <a:pt x="501" y="842"/>
                    <a:pt x="521" y="853"/>
                  </a:cubicBezTo>
                  <a:cubicBezTo>
                    <a:pt x="537" y="861"/>
                    <a:pt x="554" y="866"/>
                    <a:pt x="571" y="871"/>
                  </a:cubicBezTo>
                  <a:cubicBezTo>
                    <a:pt x="586" y="876"/>
                    <a:pt x="601" y="881"/>
                    <a:pt x="616" y="883"/>
                  </a:cubicBezTo>
                  <a:cubicBezTo>
                    <a:pt x="630" y="885"/>
                    <a:pt x="635" y="885"/>
                    <a:pt x="645" y="885"/>
                  </a:cubicBezTo>
                  <a:cubicBezTo>
                    <a:pt x="662" y="886"/>
                    <a:pt x="693" y="886"/>
                    <a:pt x="698" y="880"/>
                  </a:cubicBezTo>
                  <a:cubicBezTo>
                    <a:pt x="706" y="871"/>
                    <a:pt x="707" y="869"/>
                    <a:pt x="710" y="865"/>
                  </a:cubicBezTo>
                  <a:cubicBezTo>
                    <a:pt x="713" y="861"/>
                    <a:pt x="720" y="855"/>
                    <a:pt x="725" y="849"/>
                  </a:cubicBezTo>
                  <a:cubicBezTo>
                    <a:pt x="730" y="844"/>
                    <a:pt x="733" y="838"/>
                    <a:pt x="738" y="830"/>
                  </a:cubicBezTo>
                  <a:cubicBezTo>
                    <a:pt x="745" y="816"/>
                    <a:pt x="749" y="808"/>
                    <a:pt x="747" y="807"/>
                  </a:cubicBezTo>
                  <a:cubicBezTo>
                    <a:pt x="746" y="805"/>
                    <a:pt x="728" y="801"/>
                    <a:pt x="687" y="77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Freeform 6"/>
            <p:cNvSpPr>
              <a:spLocks/>
            </p:cNvSpPr>
            <p:nvPr/>
          </p:nvSpPr>
          <p:spPr bwMode="auto">
            <a:xfrm>
              <a:off x="-431800" y="-979488"/>
              <a:ext cx="579438" cy="877888"/>
            </a:xfrm>
            <a:custGeom>
              <a:avLst/>
              <a:gdLst>
                <a:gd name="T0" fmla="*/ 420 w 758"/>
                <a:gd name="T1" fmla="*/ 385 h 1147"/>
                <a:gd name="T2" fmla="*/ 338 w 758"/>
                <a:gd name="T3" fmla="*/ 398 h 1147"/>
                <a:gd name="T4" fmla="*/ 405 w 758"/>
                <a:gd name="T5" fmla="*/ 284 h 1147"/>
                <a:gd name="T6" fmla="*/ 486 w 758"/>
                <a:gd name="T7" fmla="*/ 260 h 1147"/>
                <a:gd name="T8" fmla="*/ 545 w 758"/>
                <a:gd name="T9" fmla="*/ 194 h 1147"/>
                <a:gd name="T10" fmla="*/ 513 w 758"/>
                <a:gd name="T11" fmla="*/ 146 h 1147"/>
                <a:gd name="T12" fmla="*/ 463 w 758"/>
                <a:gd name="T13" fmla="*/ 150 h 1147"/>
                <a:gd name="T14" fmla="*/ 455 w 758"/>
                <a:gd name="T15" fmla="*/ 68 h 1147"/>
                <a:gd name="T16" fmla="*/ 316 w 758"/>
                <a:gd name="T17" fmla="*/ 53 h 1147"/>
                <a:gd name="T18" fmla="*/ 299 w 758"/>
                <a:gd name="T19" fmla="*/ 185 h 1147"/>
                <a:gd name="T20" fmla="*/ 266 w 758"/>
                <a:gd name="T21" fmla="*/ 226 h 1147"/>
                <a:gd name="T22" fmla="*/ 179 w 758"/>
                <a:gd name="T23" fmla="*/ 279 h 1147"/>
                <a:gd name="T24" fmla="*/ 226 w 758"/>
                <a:gd name="T25" fmla="*/ 377 h 1147"/>
                <a:gd name="T26" fmla="*/ 118 w 758"/>
                <a:gd name="T27" fmla="*/ 531 h 1147"/>
                <a:gd name="T28" fmla="*/ 85 w 758"/>
                <a:gd name="T29" fmla="*/ 540 h 1147"/>
                <a:gd name="T30" fmla="*/ 3 w 758"/>
                <a:gd name="T31" fmla="*/ 692 h 1147"/>
                <a:gd name="T32" fmla="*/ 11 w 758"/>
                <a:gd name="T33" fmla="*/ 948 h 1147"/>
                <a:gd name="T34" fmla="*/ 57 w 758"/>
                <a:gd name="T35" fmla="*/ 1008 h 1147"/>
                <a:gd name="T36" fmla="*/ 105 w 758"/>
                <a:gd name="T37" fmla="*/ 1016 h 1147"/>
                <a:gd name="T38" fmla="*/ 132 w 758"/>
                <a:gd name="T39" fmla="*/ 912 h 1147"/>
                <a:gd name="T40" fmla="*/ 112 w 758"/>
                <a:gd name="T41" fmla="*/ 731 h 1147"/>
                <a:gd name="T42" fmla="*/ 143 w 758"/>
                <a:gd name="T43" fmla="*/ 630 h 1147"/>
                <a:gd name="T44" fmla="*/ 207 w 758"/>
                <a:gd name="T45" fmla="*/ 605 h 1147"/>
                <a:gd name="T46" fmla="*/ 304 w 758"/>
                <a:gd name="T47" fmla="*/ 522 h 1147"/>
                <a:gd name="T48" fmla="*/ 305 w 758"/>
                <a:gd name="T49" fmla="*/ 522 h 1147"/>
                <a:gd name="T50" fmla="*/ 350 w 758"/>
                <a:gd name="T51" fmla="*/ 484 h 1147"/>
                <a:gd name="T52" fmla="*/ 616 w 758"/>
                <a:gd name="T53" fmla="*/ 436 h 1147"/>
                <a:gd name="T54" fmla="*/ 675 w 758"/>
                <a:gd name="T55" fmla="*/ 634 h 1147"/>
                <a:gd name="T56" fmla="*/ 608 w 758"/>
                <a:gd name="T57" fmla="*/ 826 h 1147"/>
                <a:gd name="T58" fmla="*/ 526 w 758"/>
                <a:gd name="T59" fmla="*/ 921 h 1147"/>
                <a:gd name="T60" fmla="*/ 422 w 758"/>
                <a:gd name="T61" fmla="*/ 878 h 1147"/>
                <a:gd name="T62" fmla="*/ 457 w 758"/>
                <a:gd name="T63" fmla="*/ 803 h 1147"/>
                <a:gd name="T64" fmla="*/ 446 w 758"/>
                <a:gd name="T65" fmla="*/ 741 h 1147"/>
                <a:gd name="T66" fmla="*/ 391 w 758"/>
                <a:gd name="T67" fmla="*/ 750 h 1147"/>
                <a:gd name="T68" fmla="*/ 382 w 758"/>
                <a:gd name="T69" fmla="*/ 743 h 1147"/>
                <a:gd name="T70" fmla="*/ 481 w 758"/>
                <a:gd name="T71" fmla="*/ 641 h 1147"/>
                <a:gd name="T72" fmla="*/ 459 w 758"/>
                <a:gd name="T73" fmla="*/ 580 h 1147"/>
                <a:gd name="T74" fmla="*/ 446 w 758"/>
                <a:gd name="T75" fmla="*/ 457 h 1147"/>
                <a:gd name="T76" fmla="*/ 412 w 758"/>
                <a:gd name="T77" fmla="*/ 487 h 1147"/>
                <a:gd name="T78" fmla="*/ 360 w 758"/>
                <a:gd name="T79" fmla="*/ 557 h 1147"/>
                <a:gd name="T80" fmla="*/ 342 w 758"/>
                <a:gd name="T81" fmla="*/ 531 h 1147"/>
                <a:gd name="T82" fmla="*/ 305 w 758"/>
                <a:gd name="T83" fmla="*/ 522 h 1147"/>
                <a:gd name="T84" fmla="*/ 304 w 758"/>
                <a:gd name="T85" fmla="*/ 522 h 1147"/>
                <a:gd name="T86" fmla="*/ 281 w 758"/>
                <a:gd name="T87" fmla="*/ 579 h 1147"/>
                <a:gd name="T88" fmla="*/ 300 w 758"/>
                <a:gd name="T89" fmla="*/ 633 h 1147"/>
                <a:gd name="T90" fmla="*/ 244 w 758"/>
                <a:gd name="T91" fmla="*/ 741 h 1147"/>
                <a:gd name="T92" fmla="*/ 293 w 758"/>
                <a:gd name="T93" fmla="*/ 759 h 1147"/>
                <a:gd name="T94" fmla="*/ 235 w 758"/>
                <a:gd name="T95" fmla="*/ 838 h 1147"/>
                <a:gd name="T96" fmla="*/ 241 w 758"/>
                <a:gd name="T97" fmla="*/ 869 h 1147"/>
                <a:gd name="T98" fmla="*/ 291 w 758"/>
                <a:gd name="T99" fmla="*/ 879 h 1147"/>
                <a:gd name="T100" fmla="*/ 368 w 758"/>
                <a:gd name="T101" fmla="*/ 873 h 1147"/>
                <a:gd name="T102" fmla="*/ 366 w 758"/>
                <a:gd name="T103" fmla="*/ 1104 h 1147"/>
                <a:gd name="T104" fmla="*/ 374 w 758"/>
                <a:gd name="T105" fmla="*/ 1146 h 1147"/>
                <a:gd name="T106" fmla="*/ 393 w 758"/>
                <a:gd name="T107" fmla="*/ 1119 h 1147"/>
                <a:gd name="T108" fmla="*/ 411 w 758"/>
                <a:gd name="T109" fmla="*/ 958 h 1147"/>
                <a:gd name="T110" fmla="*/ 430 w 758"/>
                <a:gd name="T111" fmla="*/ 908 h 1147"/>
                <a:gd name="T112" fmla="*/ 459 w 758"/>
                <a:gd name="T113" fmla="*/ 934 h 1147"/>
                <a:gd name="T114" fmla="*/ 454 w 758"/>
                <a:gd name="T115" fmla="*/ 957 h 1147"/>
                <a:gd name="T116" fmla="*/ 504 w 758"/>
                <a:gd name="T117" fmla="*/ 1010 h 1147"/>
                <a:gd name="T118" fmla="*/ 625 w 758"/>
                <a:gd name="T119" fmla="*/ 944 h 1147"/>
                <a:gd name="T120" fmla="*/ 711 w 758"/>
                <a:gd name="T121" fmla="*/ 756 h 1147"/>
                <a:gd name="T122" fmla="*/ 750 w 758"/>
                <a:gd name="T123" fmla="*/ 597 h 1147"/>
                <a:gd name="T124" fmla="*/ 740 w 758"/>
                <a:gd name="T125" fmla="*/ 454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8" h="1147">
                  <a:moveTo>
                    <a:pt x="652" y="374"/>
                  </a:moveTo>
                  <a:cubicBezTo>
                    <a:pt x="574" y="351"/>
                    <a:pt x="496" y="358"/>
                    <a:pt x="420" y="385"/>
                  </a:cubicBezTo>
                  <a:cubicBezTo>
                    <a:pt x="396" y="394"/>
                    <a:pt x="373" y="401"/>
                    <a:pt x="349" y="409"/>
                  </a:cubicBezTo>
                  <a:cubicBezTo>
                    <a:pt x="338" y="412"/>
                    <a:pt x="335" y="409"/>
                    <a:pt x="338" y="398"/>
                  </a:cubicBezTo>
                  <a:cubicBezTo>
                    <a:pt x="341" y="388"/>
                    <a:pt x="344" y="378"/>
                    <a:pt x="347" y="368"/>
                  </a:cubicBezTo>
                  <a:cubicBezTo>
                    <a:pt x="355" y="332"/>
                    <a:pt x="379" y="306"/>
                    <a:pt x="405" y="284"/>
                  </a:cubicBezTo>
                  <a:cubicBezTo>
                    <a:pt x="416" y="274"/>
                    <a:pt x="432" y="269"/>
                    <a:pt x="447" y="265"/>
                  </a:cubicBezTo>
                  <a:cubicBezTo>
                    <a:pt x="459" y="262"/>
                    <a:pt x="474" y="264"/>
                    <a:pt x="486" y="260"/>
                  </a:cubicBezTo>
                  <a:cubicBezTo>
                    <a:pt x="504" y="253"/>
                    <a:pt x="523" y="252"/>
                    <a:pt x="534" y="232"/>
                  </a:cubicBezTo>
                  <a:cubicBezTo>
                    <a:pt x="541" y="220"/>
                    <a:pt x="545" y="208"/>
                    <a:pt x="545" y="194"/>
                  </a:cubicBezTo>
                  <a:cubicBezTo>
                    <a:pt x="544" y="183"/>
                    <a:pt x="541" y="172"/>
                    <a:pt x="534" y="165"/>
                  </a:cubicBezTo>
                  <a:cubicBezTo>
                    <a:pt x="527" y="158"/>
                    <a:pt x="523" y="151"/>
                    <a:pt x="513" y="146"/>
                  </a:cubicBezTo>
                  <a:cubicBezTo>
                    <a:pt x="504" y="140"/>
                    <a:pt x="498" y="147"/>
                    <a:pt x="485" y="148"/>
                  </a:cubicBezTo>
                  <a:cubicBezTo>
                    <a:pt x="479" y="149"/>
                    <a:pt x="469" y="151"/>
                    <a:pt x="463" y="150"/>
                  </a:cubicBezTo>
                  <a:cubicBezTo>
                    <a:pt x="449" y="150"/>
                    <a:pt x="464" y="135"/>
                    <a:pt x="465" y="120"/>
                  </a:cubicBezTo>
                  <a:cubicBezTo>
                    <a:pt x="465" y="102"/>
                    <a:pt x="464" y="85"/>
                    <a:pt x="455" y="68"/>
                  </a:cubicBezTo>
                  <a:cubicBezTo>
                    <a:pt x="432" y="29"/>
                    <a:pt x="405" y="1"/>
                    <a:pt x="356" y="0"/>
                  </a:cubicBezTo>
                  <a:cubicBezTo>
                    <a:pt x="328" y="0"/>
                    <a:pt x="308" y="32"/>
                    <a:pt x="316" y="53"/>
                  </a:cubicBezTo>
                  <a:cubicBezTo>
                    <a:pt x="323" y="70"/>
                    <a:pt x="324" y="88"/>
                    <a:pt x="321" y="105"/>
                  </a:cubicBezTo>
                  <a:cubicBezTo>
                    <a:pt x="315" y="132"/>
                    <a:pt x="307" y="159"/>
                    <a:pt x="299" y="185"/>
                  </a:cubicBezTo>
                  <a:cubicBezTo>
                    <a:pt x="295" y="197"/>
                    <a:pt x="295" y="210"/>
                    <a:pt x="282" y="217"/>
                  </a:cubicBezTo>
                  <a:cubicBezTo>
                    <a:pt x="276" y="220"/>
                    <a:pt x="271" y="224"/>
                    <a:pt x="266" y="226"/>
                  </a:cubicBezTo>
                  <a:cubicBezTo>
                    <a:pt x="251" y="235"/>
                    <a:pt x="236" y="245"/>
                    <a:pt x="217" y="249"/>
                  </a:cubicBezTo>
                  <a:cubicBezTo>
                    <a:pt x="201" y="253"/>
                    <a:pt x="185" y="260"/>
                    <a:pt x="179" y="279"/>
                  </a:cubicBezTo>
                  <a:cubicBezTo>
                    <a:pt x="170" y="305"/>
                    <a:pt x="191" y="350"/>
                    <a:pt x="217" y="360"/>
                  </a:cubicBezTo>
                  <a:cubicBezTo>
                    <a:pt x="226" y="363"/>
                    <a:pt x="230" y="368"/>
                    <a:pt x="226" y="377"/>
                  </a:cubicBezTo>
                  <a:cubicBezTo>
                    <a:pt x="212" y="404"/>
                    <a:pt x="198" y="432"/>
                    <a:pt x="183" y="460"/>
                  </a:cubicBezTo>
                  <a:cubicBezTo>
                    <a:pt x="168" y="489"/>
                    <a:pt x="141" y="508"/>
                    <a:pt x="118" y="531"/>
                  </a:cubicBezTo>
                  <a:cubicBezTo>
                    <a:pt x="116" y="532"/>
                    <a:pt x="112" y="534"/>
                    <a:pt x="110" y="534"/>
                  </a:cubicBezTo>
                  <a:cubicBezTo>
                    <a:pt x="100" y="530"/>
                    <a:pt x="93" y="536"/>
                    <a:pt x="85" y="540"/>
                  </a:cubicBezTo>
                  <a:cubicBezTo>
                    <a:pt x="56" y="557"/>
                    <a:pt x="35" y="582"/>
                    <a:pt x="20" y="610"/>
                  </a:cubicBezTo>
                  <a:cubicBezTo>
                    <a:pt x="6" y="635"/>
                    <a:pt x="4" y="664"/>
                    <a:pt x="3" y="692"/>
                  </a:cubicBezTo>
                  <a:cubicBezTo>
                    <a:pt x="2" y="736"/>
                    <a:pt x="0" y="779"/>
                    <a:pt x="2" y="823"/>
                  </a:cubicBezTo>
                  <a:cubicBezTo>
                    <a:pt x="3" y="865"/>
                    <a:pt x="7" y="906"/>
                    <a:pt x="11" y="948"/>
                  </a:cubicBezTo>
                  <a:cubicBezTo>
                    <a:pt x="11" y="952"/>
                    <a:pt x="13" y="957"/>
                    <a:pt x="16" y="960"/>
                  </a:cubicBezTo>
                  <a:cubicBezTo>
                    <a:pt x="29" y="977"/>
                    <a:pt x="43" y="992"/>
                    <a:pt x="57" y="1008"/>
                  </a:cubicBezTo>
                  <a:cubicBezTo>
                    <a:pt x="59" y="1010"/>
                    <a:pt x="63" y="1011"/>
                    <a:pt x="65" y="1011"/>
                  </a:cubicBezTo>
                  <a:cubicBezTo>
                    <a:pt x="78" y="1013"/>
                    <a:pt x="92" y="1015"/>
                    <a:pt x="105" y="1016"/>
                  </a:cubicBezTo>
                  <a:cubicBezTo>
                    <a:pt x="119" y="1018"/>
                    <a:pt x="126" y="1013"/>
                    <a:pt x="129" y="1002"/>
                  </a:cubicBezTo>
                  <a:cubicBezTo>
                    <a:pt x="136" y="973"/>
                    <a:pt x="140" y="943"/>
                    <a:pt x="132" y="912"/>
                  </a:cubicBezTo>
                  <a:cubicBezTo>
                    <a:pt x="127" y="894"/>
                    <a:pt x="121" y="876"/>
                    <a:pt x="119" y="857"/>
                  </a:cubicBezTo>
                  <a:cubicBezTo>
                    <a:pt x="115" y="815"/>
                    <a:pt x="114" y="773"/>
                    <a:pt x="112" y="731"/>
                  </a:cubicBezTo>
                  <a:cubicBezTo>
                    <a:pt x="110" y="704"/>
                    <a:pt x="110" y="678"/>
                    <a:pt x="109" y="652"/>
                  </a:cubicBezTo>
                  <a:cubicBezTo>
                    <a:pt x="109" y="630"/>
                    <a:pt x="124" y="626"/>
                    <a:pt x="143" y="630"/>
                  </a:cubicBezTo>
                  <a:cubicBezTo>
                    <a:pt x="150" y="632"/>
                    <a:pt x="158" y="634"/>
                    <a:pt x="163" y="631"/>
                  </a:cubicBezTo>
                  <a:cubicBezTo>
                    <a:pt x="178" y="624"/>
                    <a:pt x="194" y="616"/>
                    <a:pt x="207" y="605"/>
                  </a:cubicBezTo>
                  <a:cubicBezTo>
                    <a:pt x="226" y="589"/>
                    <a:pt x="244" y="570"/>
                    <a:pt x="263" y="553"/>
                  </a:cubicBezTo>
                  <a:cubicBezTo>
                    <a:pt x="276" y="542"/>
                    <a:pt x="290" y="533"/>
                    <a:pt x="304" y="522"/>
                  </a:cubicBezTo>
                  <a:cubicBezTo>
                    <a:pt x="304" y="522"/>
                    <a:pt x="304" y="522"/>
                    <a:pt x="304" y="522"/>
                  </a:cubicBezTo>
                  <a:cubicBezTo>
                    <a:pt x="305" y="522"/>
                    <a:pt x="305" y="522"/>
                    <a:pt x="305" y="522"/>
                  </a:cubicBezTo>
                  <a:cubicBezTo>
                    <a:pt x="313" y="514"/>
                    <a:pt x="320" y="506"/>
                    <a:pt x="328" y="499"/>
                  </a:cubicBezTo>
                  <a:cubicBezTo>
                    <a:pt x="335" y="494"/>
                    <a:pt x="342" y="488"/>
                    <a:pt x="350" y="484"/>
                  </a:cubicBezTo>
                  <a:cubicBezTo>
                    <a:pt x="376" y="472"/>
                    <a:pt x="402" y="458"/>
                    <a:pt x="430" y="448"/>
                  </a:cubicBezTo>
                  <a:cubicBezTo>
                    <a:pt x="491" y="428"/>
                    <a:pt x="552" y="416"/>
                    <a:pt x="616" y="436"/>
                  </a:cubicBezTo>
                  <a:cubicBezTo>
                    <a:pt x="668" y="453"/>
                    <a:pt x="689" y="491"/>
                    <a:pt x="686" y="547"/>
                  </a:cubicBezTo>
                  <a:cubicBezTo>
                    <a:pt x="684" y="576"/>
                    <a:pt x="680" y="605"/>
                    <a:pt x="675" y="634"/>
                  </a:cubicBezTo>
                  <a:cubicBezTo>
                    <a:pt x="672" y="650"/>
                    <a:pt x="665" y="665"/>
                    <a:pt x="660" y="681"/>
                  </a:cubicBezTo>
                  <a:cubicBezTo>
                    <a:pt x="644" y="730"/>
                    <a:pt x="631" y="780"/>
                    <a:pt x="608" y="826"/>
                  </a:cubicBezTo>
                  <a:cubicBezTo>
                    <a:pt x="593" y="856"/>
                    <a:pt x="576" y="885"/>
                    <a:pt x="554" y="910"/>
                  </a:cubicBezTo>
                  <a:cubicBezTo>
                    <a:pt x="546" y="919"/>
                    <a:pt x="538" y="921"/>
                    <a:pt x="526" y="921"/>
                  </a:cubicBezTo>
                  <a:cubicBezTo>
                    <a:pt x="491" y="920"/>
                    <a:pt x="459" y="907"/>
                    <a:pt x="427" y="894"/>
                  </a:cubicBezTo>
                  <a:cubicBezTo>
                    <a:pt x="419" y="891"/>
                    <a:pt x="421" y="885"/>
                    <a:pt x="422" y="878"/>
                  </a:cubicBezTo>
                  <a:cubicBezTo>
                    <a:pt x="424" y="861"/>
                    <a:pt x="432" y="846"/>
                    <a:pt x="440" y="831"/>
                  </a:cubicBezTo>
                  <a:cubicBezTo>
                    <a:pt x="445" y="821"/>
                    <a:pt x="451" y="812"/>
                    <a:pt x="457" y="803"/>
                  </a:cubicBezTo>
                  <a:cubicBezTo>
                    <a:pt x="463" y="794"/>
                    <a:pt x="463" y="785"/>
                    <a:pt x="460" y="776"/>
                  </a:cubicBezTo>
                  <a:cubicBezTo>
                    <a:pt x="455" y="764"/>
                    <a:pt x="451" y="753"/>
                    <a:pt x="446" y="741"/>
                  </a:cubicBezTo>
                  <a:cubicBezTo>
                    <a:pt x="442" y="730"/>
                    <a:pt x="414" y="725"/>
                    <a:pt x="405" y="733"/>
                  </a:cubicBezTo>
                  <a:cubicBezTo>
                    <a:pt x="400" y="738"/>
                    <a:pt x="396" y="745"/>
                    <a:pt x="391" y="750"/>
                  </a:cubicBezTo>
                  <a:cubicBezTo>
                    <a:pt x="388" y="752"/>
                    <a:pt x="383" y="752"/>
                    <a:pt x="379" y="753"/>
                  </a:cubicBezTo>
                  <a:cubicBezTo>
                    <a:pt x="380" y="750"/>
                    <a:pt x="380" y="745"/>
                    <a:pt x="382" y="743"/>
                  </a:cubicBezTo>
                  <a:cubicBezTo>
                    <a:pt x="407" y="719"/>
                    <a:pt x="431" y="693"/>
                    <a:pt x="461" y="675"/>
                  </a:cubicBezTo>
                  <a:cubicBezTo>
                    <a:pt x="473" y="667"/>
                    <a:pt x="481" y="657"/>
                    <a:pt x="481" y="641"/>
                  </a:cubicBezTo>
                  <a:cubicBezTo>
                    <a:pt x="481" y="622"/>
                    <a:pt x="481" y="603"/>
                    <a:pt x="459" y="594"/>
                  </a:cubicBezTo>
                  <a:cubicBezTo>
                    <a:pt x="452" y="590"/>
                    <a:pt x="456" y="585"/>
                    <a:pt x="459" y="580"/>
                  </a:cubicBezTo>
                  <a:cubicBezTo>
                    <a:pt x="471" y="561"/>
                    <a:pt x="485" y="543"/>
                    <a:pt x="488" y="519"/>
                  </a:cubicBezTo>
                  <a:cubicBezTo>
                    <a:pt x="490" y="496"/>
                    <a:pt x="469" y="462"/>
                    <a:pt x="446" y="457"/>
                  </a:cubicBezTo>
                  <a:cubicBezTo>
                    <a:pt x="442" y="456"/>
                    <a:pt x="436" y="457"/>
                    <a:pt x="434" y="460"/>
                  </a:cubicBezTo>
                  <a:cubicBezTo>
                    <a:pt x="426" y="468"/>
                    <a:pt x="416" y="476"/>
                    <a:pt x="412" y="487"/>
                  </a:cubicBezTo>
                  <a:cubicBezTo>
                    <a:pt x="403" y="509"/>
                    <a:pt x="392" y="530"/>
                    <a:pt x="375" y="547"/>
                  </a:cubicBezTo>
                  <a:cubicBezTo>
                    <a:pt x="371" y="552"/>
                    <a:pt x="361" y="559"/>
                    <a:pt x="360" y="557"/>
                  </a:cubicBezTo>
                  <a:cubicBezTo>
                    <a:pt x="353" y="551"/>
                    <a:pt x="347" y="543"/>
                    <a:pt x="342" y="536"/>
                  </a:cubicBezTo>
                  <a:cubicBezTo>
                    <a:pt x="341" y="535"/>
                    <a:pt x="342" y="533"/>
                    <a:pt x="342" y="531"/>
                  </a:cubicBezTo>
                  <a:cubicBezTo>
                    <a:pt x="341" y="518"/>
                    <a:pt x="332" y="513"/>
                    <a:pt x="319" y="517"/>
                  </a:cubicBezTo>
                  <a:cubicBezTo>
                    <a:pt x="315" y="519"/>
                    <a:pt x="310" y="520"/>
                    <a:pt x="305" y="522"/>
                  </a:cubicBezTo>
                  <a:cubicBezTo>
                    <a:pt x="305" y="522"/>
                    <a:pt x="305" y="522"/>
                    <a:pt x="305" y="522"/>
                  </a:cubicBezTo>
                  <a:cubicBezTo>
                    <a:pt x="304" y="522"/>
                    <a:pt x="304" y="522"/>
                    <a:pt x="304" y="522"/>
                  </a:cubicBezTo>
                  <a:cubicBezTo>
                    <a:pt x="297" y="533"/>
                    <a:pt x="289" y="544"/>
                    <a:pt x="284" y="555"/>
                  </a:cubicBezTo>
                  <a:cubicBezTo>
                    <a:pt x="280" y="562"/>
                    <a:pt x="278" y="572"/>
                    <a:pt x="281" y="579"/>
                  </a:cubicBezTo>
                  <a:cubicBezTo>
                    <a:pt x="285" y="591"/>
                    <a:pt x="292" y="601"/>
                    <a:pt x="299" y="611"/>
                  </a:cubicBezTo>
                  <a:cubicBezTo>
                    <a:pt x="306" y="619"/>
                    <a:pt x="306" y="625"/>
                    <a:pt x="300" y="633"/>
                  </a:cubicBezTo>
                  <a:cubicBezTo>
                    <a:pt x="281" y="658"/>
                    <a:pt x="262" y="682"/>
                    <a:pt x="243" y="707"/>
                  </a:cubicBezTo>
                  <a:cubicBezTo>
                    <a:pt x="235" y="718"/>
                    <a:pt x="235" y="732"/>
                    <a:pt x="244" y="741"/>
                  </a:cubicBezTo>
                  <a:cubicBezTo>
                    <a:pt x="254" y="751"/>
                    <a:pt x="266" y="761"/>
                    <a:pt x="282" y="758"/>
                  </a:cubicBezTo>
                  <a:cubicBezTo>
                    <a:pt x="285" y="758"/>
                    <a:pt x="288" y="759"/>
                    <a:pt x="293" y="759"/>
                  </a:cubicBezTo>
                  <a:cubicBezTo>
                    <a:pt x="289" y="765"/>
                    <a:pt x="287" y="770"/>
                    <a:pt x="283" y="774"/>
                  </a:cubicBezTo>
                  <a:cubicBezTo>
                    <a:pt x="267" y="796"/>
                    <a:pt x="251" y="817"/>
                    <a:pt x="235" y="838"/>
                  </a:cubicBezTo>
                  <a:cubicBezTo>
                    <a:pt x="232" y="842"/>
                    <a:pt x="230" y="848"/>
                    <a:pt x="231" y="852"/>
                  </a:cubicBezTo>
                  <a:cubicBezTo>
                    <a:pt x="233" y="859"/>
                    <a:pt x="238" y="866"/>
                    <a:pt x="241" y="869"/>
                  </a:cubicBezTo>
                  <a:cubicBezTo>
                    <a:pt x="244" y="874"/>
                    <a:pt x="251" y="883"/>
                    <a:pt x="256" y="883"/>
                  </a:cubicBezTo>
                  <a:cubicBezTo>
                    <a:pt x="268" y="885"/>
                    <a:pt x="280" y="882"/>
                    <a:pt x="291" y="879"/>
                  </a:cubicBezTo>
                  <a:cubicBezTo>
                    <a:pt x="318" y="871"/>
                    <a:pt x="326" y="867"/>
                    <a:pt x="352" y="860"/>
                  </a:cubicBezTo>
                  <a:cubicBezTo>
                    <a:pt x="367" y="856"/>
                    <a:pt x="369" y="857"/>
                    <a:pt x="368" y="873"/>
                  </a:cubicBezTo>
                  <a:cubicBezTo>
                    <a:pt x="366" y="898"/>
                    <a:pt x="364" y="924"/>
                    <a:pt x="363" y="949"/>
                  </a:cubicBezTo>
                  <a:cubicBezTo>
                    <a:pt x="361" y="1002"/>
                    <a:pt x="363" y="1053"/>
                    <a:pt x="366" y="1104"/>
                  </a:cubicBezTo>
                  <a:cubicBezTo>
                    <a:pt x="366" y="1115"/>
                    <a:pt x="366" y="1127"/>
                    <a:pt x="368" y="1138"/>
                  </a:cubicBezTo>
                  <a:cubicBezTo>
                    <a:pt x="368" y="1141"/>
                    <a:pt x="371" y="1146"/>
                    <a:pt x="374" y="1146"/>
                  </a:cubicBezTo>
                  <a:cubicBezTo>
                    <a:pt x="377" y="1147"/>
                    <a:pt x="382" y="1144"/>
                    <a:pt x="384" y="1141"/>
                  </a:cubicBezTo>
                  <a:cubicBezTo>
                    <a:pt x="388" y="1135"/>
                    <a:pt x="392" y="1127"/>
                    <a:pt x="393" y="1119"/>
                  </a:cubicBezTo>
                  <a:cubicBezTo>
                    <a:pt x="396" y="1092"/>
                    <a:pt x="402" y="1002"/>
                    <a:pt x="404" y="985"/>
                  </a:cubicBezTo>
                  <a:cubicBezTo>
                    <a:pt x="405" y="976"/>
                    <a:pt x="409" y="967"/>
                    <a:pt x="411" y="958"/>
                  </a:cubicBezTo>
                  <a:cubicBezTo>
                    <a:pt x="413" y="943"/>
                    <a:pt x="415" y="928"/>
                    <a:pt x="418" y="913"/>
                  </a:cubicBezTo>
                  <a:cubicBezTo>
                    <a:pt x="419" y="904"/>
                    <a:pt x="424" y="904"/>
                    <a:pt x="430" y="908"/>
                  </a:cubicBezTo>
                  <a:cubicBezTo>
                    <a:pt x="440" y="916"/>
                    <a:pt x="443" y="919"/>
                    <a:pt x="453" y="925"/>
                  </a:cubicBezTo>
                  <a:cubicBezTo>
                    <a:pt x="459" y="929"/>
                    <a:pt x="462" y="926"/>
                    <a:pt x="459" y="934"/>
                  </a:cubicBezTo>
                  <a:cubicBezTo>
                    <a:pt x="458" y="939"/>
                    <a:pt x="454" y="936"/>
                    <a:pt x="450" y="938"/>
                  </a:cubicBezTo>
                  <a:cubicBezTo>
                    <a:pt x="448" y="940"/>
                    <a:pt x="458" y="957"/>
                    <a:pt x="454" y="957"/>
                  </a:cubicBezTo>
                  <a:cubicBezTo>
                    <a:pt x="446" y="957"/>
                    <a:pt x="444" y="962"/>
                    <a:pt x="449" y="969"/>
                  </a:cubicBezTo>
                  <a:cubicBezTo>
                    <a:pt x="463" y="988"/>
                    <a:pt x="482" y="1002"/>
                    <a:pt x="504" y="1010"/>
                  </a:cubicBezTo>
                  <a:cubicBezTo>
                    <a:pt x="530" y="1020"/>
                    <a:pt x="554" y="1010"/>
                    <a:pt x="574" y="995"/>
                  </a:cubicBezTo>
                  <a:cubicBezTo>
                    <a:pt x="593" y="981"/>
                    <a:pt x="611" y="963"/>
                    <a:pt x="625" y="944"/>
                  </a:cubicBezTo>
                  <a:cubicBezTo>
                    <a:pt x="640" y="924"/>
                    <a:pt x="650" y="900"/>
                    <a:pt x="663" y="878"/>
                  </a:cubicBezTo>
                  <a:cubicBezTo>
                    <a:pt x="685" y="840"/>
                    <a:pt x="696" y="797"/>
                    <a:pt x="711" y="756"/>
                  </a:cubicBezTo>
                  <a:cubicBezTo>
                    <a:pt x="719" y="732"/>
                    <a:pt x="726" y="708"/>
                    <a:pt x="732" y="684"/>
                  </a:cubicBezTo>
                  <a:cubicBezTo>
                    <a:pt x="739" y="655"/>
                    <a:pt x="745" y="626"/>
                    <a:pt x="750" y="597"/>
                  </a:cubicBezTo>
                  <a:cubicBezTo>
                    <a:pt x="752" y="584"/>
                    <a:pt x="750" y="571"/>
                    <a:pt x="752" y="558"/>
                  </a:cubicBezTo>
                  <a:cubicBezTo>
                    <a:pt x="758" y="522"/>
                    <a:pt x="755" y="487"/>
                    <a:pt x="740" y="454"/>
                  </a:cubicBezTo>
                  <a:cubicBezTo>
                    <a:pt x="722" y="414"/>
                    <a:pt x="692" y="386"/>
                    <a:pt x="652" y="37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7"/>
            <p:cNvSpPr>
              <a:spLocks noEditPoints="1"/>
            </p:cNvSpPr>
            <p:nvPr/>
          </p:nvSpPr>
          <p:spPr bwMode="auto">
            <a:xfrm>
              <a:off x="1301750" y="-969963"/>
              <a:ext cx="374650" cy="768350"/>
            </a:xfrm>
            <a:custGeom>
              <a:avLst/>
              <a:gdLst>
                <a:gd name="T0" fmla="*/ 423 w 490"/>
                <a:gd name="T1" fmla="*/ 20 h 1003"/>
                <a:gd name="T2" fmla="*/ 343 w 490"/>
                <a:gd name="T3" fmla="*/ 1 h 1003"/>
                <a:gd name="T4" fmla="*/ 278 w 490"/>
                <a:gd name="T5" fmla="*/ 8 h 1003"/>
                <a:gd name="T6" fmla="*/ 112 w 490"/>
                <a:gd name="T7" fmla="*/ 135 h 1003"/>
                <a:gd name="T8" fmla="*/ 94 w 490"/>
                <a:gd name="T9" fmla="*/ 199 h 1003"/>
                <a:gd name="T10" fmla="*/ 166 w 490"/>
                <a:gd name="T11" fmla="*/ 215 h 1003"/>
                <a:gd name="T12" fmla="*/ 244 w 490"/>
                <a:gd name="T13" fmla="*/ 160 h 1003"/>
                <a:gd name="T14" fmla="*/ 389 w 490"/>
                <a:gd name="T15" fmla="*/ 114 h 1003"/>
                <a:gd name="T16" fmla="*/ 395 w 490"/>
                <a:gd name="T17" fmla="*/ 227 h 1003"/>
                <a:gd name="T18" fmla="*/ 325 w 490"/>
                <a:gd name="T19" fmla="*/ 388 h 1003"/>
                <a:gd name="T20" fmla="*/ 264 w 490"/>
                <a:gd name="T21" fmla="*/ 413 h 1003"/>
                <a:gd name="T22" fmla="*/ 276 w 490"/>
                <a:gd name="T23" fmla="*/ 352 h 1003"/>
                <a:gd name="T24" fmla="*/ 336 w 490"/>
                <a:gd name="T25" fmla="*/ 299 h 1003"/>
                <a:gd name="T26" fmla="*/ 347 w 490"/>
                <a:gd name="T27" fmla="*/ 242 h 1003"/>
                <a:gd name="T28" fmla="*/ 261 w 490"/>
                <a:gd name="T29" fmla="*/ 216 h 1003"/>
                <a:gd name="T30" fmla="*/ 192 w 490"/>
                <a:gd name="T31" fmla="*/ 234 h 1003"/>
                <a:gd name="T32" fmla="*/ 180 w 490"/>
                <a:gd name="T33" fmla="*/ 269 h 1003"/>
                <a:gd name="T34" fmla="*/ 130 w 490"/>
                <a:gd name="T35" fmla="*/ 341 h 1003"/>
                <a:gd name="T36" fmla="*/ 123 w 490"/>
                <a:gd name="T37" fmla="*/ 351 h 1003"/>
                <a:gd name="T38" fmla="*/ 68 w 490"/>
                <a:gd name="T39" fmla="*/ 292 h 1003"/>
                <a:gd name="T40" fmla="*/ 7 w 490"/>
                <a:gd name="T41" fmla="*/ 421 h 1003"/>
                <a:gd name="T42" fmla="*/ 65 w 490"/>
                <a:gd name="T43" fmla="*/ 531 h 1003"/>
                <a:gd name="T44" fmla="*/ 102 w 490"/>
                <a:gd name="T45" fmla="*/ 542 h 1003"/>
                <a:gd name="T46" fmla="*/ 153 w 490"/>
                <a:gd name="T47" fmla="*/ 588 h 1003"/>
                <a:gd name="T48" fmla="*/ 116 w 490"/>
                <a:gd name="T49" fmla="*/ 682 h 1003"/>
                <a:gd name="T50" fmla="*/ 54 w 490"/>
                <a:gd name="T51" fmla="*/ 765 h 1003"/>
                <a:gd name="T52" fmla="*/ 122 w 490"/>
                <a:gd name="T53" fmla="*/ 800 h 1003"/>
                <a:gd name="T54" fmla="*/ 104 w 490"/>
                <a:gd name="T55" fmla="*/ 860 h 1003"/>
                <a:gd name="T56" fmla="*/ 27 w 490"/>
                <a:gd name="T57" fmla="*/ 894 h 1003"/>
                <a:gd name="T58" fmla="*/ 14 w 490"/>
                <a:gd name="T59" fmla="*/ 976 h 1003"/>
                <a:gd name="T60" fmla="*/ 81 w 490"/>
                <a:gd name="T61" fmla="*/ 994 h 1003"/>
                <a:gd name="T62" fmla="*/ 188 w 490"/>
                <a:gd name="T63" fmla="*/ 960 h 1003"/>
                <a:gd name="T64" fmla="*/ 338 w 490"/>
                <a:gd name="T65" fmla="*/ 971 h 1003"/>
                <a:gd name="T66" fmla="*/ 383 w 490"/>
                <a:gd name="T67" fmla="*/ 966 h 1003"/>
                <a:gd name="T68" fmla="*/ 413 w 490"/>
                <a:gd name="T69" fmla="*/ 928 h 1003"/>
                <a:gd name="T70" fmla="*/ 423 w 490"/>
                <a:gd name="T71" fmla="*/ 856 h 1003"/>
                <a:gd name="T72" fmla="*/ 334 w 490"/>
                <a:gd name="T73" fmla="*/ 832 h 1003"/>
                <a:gd name="T74" fmla="*/ 226 w 490"/>
                <a:gd name="T75" fmla="*/ 832 h 1003"/>
                <a:gd name="T76" fmla="*/ 240 w 490"/>
                <a:gd name="T77" fmla="*/ 746 h 1003"/>
                <a:gd name="T78" fmla="*/ 350 w 490"/>
                <a:gd name="T79" fmla="*/ 628 h 1003"/>
                <a:gd name="T80" fmla="*/ 323 w 490"/>
                <a:gd name="T81" fmla="*/ 594 h 1003"/>
                <a:gd name="T82" fmla="*/ 236 w 490"/>
                <a:gd name="T83" fmla="*/ 618 h 1003"/>
                <a:gd name="T84" fmla="*/ 226 w 490"/>
                <a:gd name="T85" fmla="*/ 571 h 1003"/>
                <a:gd name="T86" fmla="*/ 336 w 490"/>
                <a:gd name="T87" fmla="*/ 483 h 1003"/>
                <a:gd name="T88" fmla="*/ 383 w 490"/>
                <a:gd name="T89" fmla="*/ 414 h 1003"/>
                <a:gd name="T90" fmla="*/ 480 w 490"/>
                <a:gd name="T91" fmla="*/ 215 h 1003"/>
                <a:gd name="T92" fmla="*/ 475 w 490"/>
                <a:gd name="T93" fmla="*/ 89 h 1003"/>
                <a:gd name="T94" fmla="*/ 149 w 490"/>
                <a:gd name="T95" fmla="*/ 451 h 1003"/>
                <a:gd name="T96" fmla="*/ 139 w 490"/>
                <a:gd name="T97" fmla="*/ 447 h 1003"/>
                <a:gd name="T98" fmla="*/ 128 w 490"/>
                <a:gd name="T99" fmla="*/ 376 h 1003"/>
                <a:gd name="T100" fmla="*/ 137 w 490"/>
                <a:gd name="T101" fmla="*/ 374 h 1003"/>
                <a:gd name="T102" fmla="*/ 172 w 490"/>
                <a:gd name="T103" fmla="*/ 41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0" h="1003">
                  <a:moveTo>
                    <a:pt x="475" y="89"/>
                  </a:moveTo>
                  <a:cubicBezTo>
                    <a:pt x="464" y="62"/>
                    <a:pt x="449" y="36"/>
                    <a:pt x="423" y="20"/>
                  </a:cubicBezTo>
                  <a:cubicBezTo>
                    <a:pt x="401" y="7"/>
                    <a:pt x="377" y="3"/>
                    <a:pt x="352" y="0"/>
                  </a:cubicBezTo>
                  <a:cubicBezTo>
                    <a:pt x="349" y="0"/>
                    <a:pt x="346" y="1"/>
                    <a:pt x="343" y="1"/>
                  </a:cubicBezTo>
                  <a:cubicBezTo>
                    <a:pt x="334" y="2"/>
                    <a:pt x="325" y="2"/>
                    <a:pt x="315" y="3"/>
                  </a:cubicBezTo>
                  <a:cubicBezTo>
                    <a:pt x="303" y="4"/>
                    <a:pt x="290" y="5"/>
                    <a:pt x="278" y="8"/>
                  </a:cubicBezTo>
                  <a:cubicBezTo>
                    <a:pt x="234" y="21"/>
                    <a:pt x="197" y="47"/>
                    <a:pt x="162" y="76"/>
                  </a:cubicBezTo>
                  <a:cubicBezTo>
                    <a:pt x="142" y="93"/>
                    <a:pt x="125" y="112"/>
                    <a:pt x="112" y="135"/>
                  </a:cubicBezTo>
                  <a:cubicBezTo>
                    <a:pt x="106" y="145"/>
                    <a:pt x="97" y="155"/>
                    <a:pt x="92" y="165"/>
                  </a:cubicBezTo>
                  <a:cubicBezTo>
                    <a:pt x="85" y="178"/>
                    <a:pt x="86" y="195"/>
                    <a:pt x="94" y="199"/>
                  </a:cubicBezTo>
                  <a:cubicBezTo>
                    <a:pt x="105" y="205"/>
                    <a:pt x="116" y="209"/>
                    <a:pt x="127" y="212"/>
                  </a:cubicBezTo>
                  <a:cubicBezTo>
                    <a:pt x="140" y="214"/>
                    <a:pt x="153" y="215"/>
                    <a:pt x="166" y="215"/>
                  </a:cubicBezTo>
                  <a:cubicBezTo>
                    <a:pt x="175" y="214"/>
                    <a:pt x="185" y="211"/>
                    <a:pt x="193" y="206"/>
                  </a:cubicBezTo>
                  <a:cubicBezTo>
                    <a:pt x="211" y="192"/>
                    <a:pt x="228" y="176"/>
                    <a:pt x="244" y="160"/>
                  </a:cubicBezTo>
                  <a:cubicBezTo>
                    <a:pt x="275" y="131"/>
                    <a:pt x="310" y="108"/>
                    <a:pt x="352" y="100"/>
                  </a:cubicBezTo>
                  <a:cubicBezTo>
                    <a:pt x="369" y="96"/>
                    <a:pt x="379" y="100"/>
                    <a:pt x="389" y="114"/>
                  </a:cubicBezTo>
                  <a:cubicBezTo>
                    <a:pt x="403" y="132"/>
                    <a:pt x="407" y="154"/>
                    <a:pt x="405" y="176"/>
                  </a:cubicBezTo>
                  <a:cubicBezTo>
                    <a:pt x="403" y="193"/>
                    <a:pt x="400" y="211"/>
                    <a:pt x="395" y="227"/>
                  </a:cubicBezTo>
                  <a:cubicBezTo>
                    <a:pt x="386" y="256"/>
                    <a:pt x="377" y="284"/>
                    <a:pt x="365" y="312"/>
                  </a:cubicBezTo>
                  <a:cubicBezTo>
                    <a:pt x="354" y="338"/>
                    <a:pt x="339" y="363"/>
                    <a:pt x="325" y="388"/>
                  </a:cubicBezTo>
                  <a:cubicBezTo>
                    <a:pt x="315" y="407"/>
                    <a:pt x="301" y="420"/>
                    <a:pt x="280" y="414"/>
                  </a:cubicBezTo>
                  <a:cubicBezTo>
                    <a:pt x="275" y="412"/>
                    <a:pt x="269" y="413"/>
                    <a:pt x="264" y="413"/>
                  </a:cubicBezTo>
                  <a:cubicBezTo>
                    <a:pt x="255" y="414"/>
                    <a:pt x="251" y="410"/>
                    <a:pt x="253" y="400"/>
                  </a:cubicBezTo>
                  <a:cubicBezTo>
                    <a:pt x="257" y="383"/>
                    <a:pt x="262" y="364"/>
                    <a:pt x="276" y="352"/>
                  </a:cubicBezTo>
                  <a:cubicBezTo>
                    <a:pt x="291" y="337"/>
                    <a:pt x="309" y="324"/>
                    <a:pt x="326" y="310"/>
                  </a:cubicBezTo>
                  <a:cubicBezTo>
                    <a:pt x="330" y="306"/>
                    <a:pt x="334" y="303"/>
                    <a:pt x="336" y="299"/>
                  </a:cubicBezTo>
                  <a:cubicBezTo>
                    <a:pt x="342" y="284"/>
                    <a:pt x="347" y="269"/>
                    <a:pt x="351" y="253"/>
                  </a:cubicBezTo>
                  <a:cubicBezTo>
                    <a:pt x="352" y="250"/>
                    <a:pt x="350" y="245"/>
                    <a:pt x="347" y="242"/>
                  </a:cubicBezTo>
                  <a:cubicBezTo>
                    <a:pt x="327" y="226"/>
                    <a:pt x="308" y="208"/>
                    <a:pt x="279" y="221"/>
                  </a:cubicBezTo>
                  <a:cubicBezTo>
                    <a:pt x="272" y="224"/>
                    <a:pt x="266" y="222"/>
                    <a:pt x="261" y="216"/>
                  </a:cubicBezTo>
                  <a:cubicBezTo>
                    <a:pt x="250" y="203"/>
                    <a:pt x="220" y="199"/>
                    <a:pt x="207" y="210"/>
                  </a:cubicBezTo>
                  <a:cubicBezTo>
                    <a:pt x="200" y="216"/>
                    <a:pt x="196" y="225"/>
                    <a:pt x="192" y="234"/>
                  </a:cubicBezTo>
                  <a:cubicBezTo>
                    <a:pt x="189" y="239"/>
                    <a:pt x="185" y="246"/>
                    <a:pt x="186" y="251"/>
                  </a:cubicBezTo>
                  <a:cubicBezTo>
                    <a:pt x="190" y="260"/>
                    <a:pt x="186" y="264"/>
                    <a:pt x="180" y="269"/>
                  </a:cubicBezTo>
                  <a:cubicBezTo>
                    <a:pt x="175" y="273"/>
                    <a:pt x="170" y="277"/>
                    <a:pt x="165" y="281"/>
                  </a:cubicBezTo>
                  <a:cubicBezTo>
                    <a:pt x="145" y="297"/>
                    <a:pt x="132" y="316"/>
                    <a:pt x="130" y="341"/>
                  </a:cubicBezTo>
                  <a:cubicBezTo>
                    <a:pt x="130" y="345"/>
                    <a:pt x="128" y="348"/>
                    <a:pt x="127" y="351"/>
                  </a:cubicBezTo>
                  <a:cubicBezTo>
                    <a:pt x="126" y="351"/>
                    <a:pt x="125" y="351"/>
                    <a:pt x="123" y="351"/>
                  </a:cubicBezTo>
                  <a:cubicBezTo>
                    <a:pt x="122" y="348"/>
                    <a:pt x="121" y="346"/>
                    <a:pt x="120" y="343"/>
                  </a:cubicBezTo>
                  <a:cubicBezTo>
                    <a:pt x="114" y="314"/>
                    <a:pt x="93" y="298"/>
                    <a:pt x="68" y="292"/>
                  </a:cubicBezTo>
                  <a:cubicBezTo>
                    <a:pt x="43" y="286"/>
                    <a:pt x="8" y="305"/>
                    <a:pt x="6" y="337"/>
                  </a:cubicBezTo>
                  <a:cubicBezTo>
                    <a:pt x="4" y="365"/>
                    <a:pt x="5" y="393"/>
                    <a:pt x="7" y="421"/>
                  </a:cubicBezTo>
                  <a:cubicBezTo>
                    <a:pt x="7" y="437"/>
                    <a:pt x="9" y="455"/>
                    <a:pt x="13" y="471"/>
                  </a:cubicBezTo>
                  <a:cubicBezTo>
                    <a:pt x="22" y="498"/>
                    <a:pt x="34" y="523"/>
                    <a:pt x="65" y="531"/>
                  </a:cubicBezTo>
                  <a:cubicBezTo>
                    <a:pt x="74" y="534"/>
                    <a:pt x="81" y="538"/>
                    <a:pt x="91" y="534"/>
                  </a:cubicBezTo>
                  <a:cubicBezTo>
                    <a:pt x="98" y="530"/>
                    <a:pt x="101" y="535"/>
                    <a:pt x="102" y="542"/>
                  </a:cubicBezTo>
                  <a:cubicBezTo>
                    <a:pt x="107" y="562"/>
                    <a:pt x="118" y="571"/>
                    <a:pt x="138" y="572"/>
                  </a:cubicBezTo>
                  <a:cubicBezTo>
                    <a:pt x="151" y="573"/>
                    <a:pt x="154" y="576"/>
                    <a:pt x="153" y="588"/>
                  </a:cubicBezTo>
                  <a:cubicBezTo>
                    <a:pt x="152" y="603"/>
                    <a:pt x="149" y="618"/>
                    <a:pt x="147" y="633"/>
                  </a:cubicBezTo>
                  <a:cubicBezTo>
                    <a:pt x="145" y="655"/>
                    <a:pt x="135" y="672"/>
                    <a:pt x="116" y="682"/>
                  </a:cubicBezTo>
                  <a:cubicBezTo>
                    <a:pt x="89" y="697"/>
                    <a:pt x="71" y="721"/>
                    <a:pt x="52" y="745"/>
                  </a:cubicBezTo>
                  <a:cubicBezTo>
                    <a:pt x="47" y="752"/>
                    <a:pt x="47" y="759"/>
                    <a:pt x="54" y="765"/>
                  </a:cubicBezTo>
                  <a:cubicBezTo>
                    <a:pt x="70" y="781"/>
                    <a:pt x="89" y="789"/>
                    <a:pt x="111" y="788"/>
                  </a:cubicBezTo>
                  <a:cubicBezTo>
                    <a:pt x="120" y="788"/>
                    <a:pt x="123" y="792"/>
                    <a:pt x="122" y="800"/>
                  </a:cubicBezTo>
                  <a:cubicBezTo>
                    <a:pt x="121" y="813"/>
                    <a:pt x="120" y="825"/>
                    <a:pt x="119" y="837"/>
                  </a:cubicBezTo>
                  <a:cubicBezTo>
                    <a:pt x="119" y="848"/>
                    <a:pt x="114" y="855"/>
                    <a:pt x="104" y="860"/>
                  </a:cubicBezTo>
                  <a:cubicBezTo>
                    <a:pt x="85" y="867"/>
                    <a:pt x="64" y="869"/>
                    <a:pt x="48" y="881"/>
                  </a:cubicBezTo>
                  <a:cubicBezTo>
                    <a:pt x="41" y="886"/>
                    <a:pt x="33" y="889"/>
                    <a:pt x="27" y="894"/>
                  </a:cubicBezTo>
                  <a:cubicBezTo>
                    <a:pt x="9" y="910"/>
                    <a:pt x="0" y="938"/>
                    <a:pt x="7" y="955"/>
                  </a:cubicBezTo>
                  <a:cubicBezTo>
                    <a:pt x="9" y="962"/>
                    <a:pt x="12" y="969"/>
                    <a:pt x="14" y="976"/>
                  </a:cubicBezTo>
                  <a:cubicBezTo>
                    <a:pt x="17" y="989"/>
                    <a:pt x="30" y="1003"/>
                    <a:pt x="41" y="1002"/>
                  </a:cubicBezTo>
                  <a:cubicBezTo>
                    <a:pt x="55" y="1000"/>
                    <a:pt x="69" y="998"/>
                    <a:pt x="81" y="994"/>
                  </a:cubicBezTo>
                  <a:cubicBezTo>
                    <a:pt x="102" y="987"/>
                    <a:pt x="122" y="978"/>
                    <a:pt x="143" y="971"/>
                  </a:cubicBezTo>
                  <a:cubicBezTo>
                    <a:pt x="158" y="966"/>
                    <a:pt x="173" y="965"/>
                    <a:pt x="188" y="960"/>
                  </a:cubicBezTo>
                  <a:cubicBezTo>
                    <a:pt x="225" y="950"/>
                    <a:pt x="262" y="946"/>
                    <a:pt x="299" y="957"/>
                  </a:cubicBezTo>
                  <a:cubicBezTo>
                    <a:pt x="312" y="961"/>
                    <a:pt x="325" y="967"/>
                    <a:pt x="338" y="971"/>
                  </a:cubicBezTo>
                  <a:cubicBezTo>
                    <a:pt x="343" y="973"/>
                    <a:pt x="348" y="974"/>
                    <a:pt x="352" y="974"/>
                  </a:cubicBezTo>
                  <a:cubicBezTo>
                    <a:pt x="363" y="972"/>
                    <a:pt x="373" y="969"/>
                    <a:pt x="383" y="966"/>
                  </a:cubicBezTo>
                  <a:cubicBezTo>
                    <a:pt x="387" y="965"/>
                    <a:pt x="391" y="963"/>
                    <a:pt x="393" y="960"/>
                  </a:cubicBezTo>
                  <a:cubicBezTo>
                    <a:pt x="400" y="950"/>
                    <a:pt x="407" y="939"/>
                    <a:pt x="413" y="928"/>
                  </a:cubicBezTo>
                  <a:cubicBezTo>
                    <a:pt x="420" y="914"/>
                    <a:pt x="425" y="899"/>
                    <a:pt x="431" y="885"/>
                  </a:cubicBezTo>
                  <a:cubicBezTo>
                    <a:pt x="438" y="872"/>
                    <a:pt x="436" y="863"/>
                    <a:pt x="423" y="856"/>
                  </a:cubicBezTo>
                  <a:cubicBezTo>
                    <a:pt x="413" y="851"/>
                    <a:pt x="402" y="846"/>
                    <a:pt x="391" y="843"/>
                  </a:cubicBezTo>
                  <a:cubicBezTo>
                    <a:pt x="372" y="838"/>
                    <a:pt x="353" y="832"/>
                    <a:pt x="334" y="832"/>
                  </a:cubicBezTo>
                  <a:cubicBezTo>
                    <a:pt x="301" y="832"/>
                    <a:pt x="269" y="837"/>
                    <a:pt x="237" y="839"/>
                  </a:cubicBezTo>
                  <a:cubicBezTo>
                    <a:pt x="233" y="839"/>
                    <a:pt x="227" y="835"/>
                    <a:pt x="226" y="832"/>
                  </a:cubicBezTo>
                  <a:cubicBezTo>
                    <a:pt x="223" y="823"/>
                    <a:pt x="221" y="814"/>
                    <a:pt x="220" y="804"/>
                  </a:cubicBezTo>
                  <a:cubicBezTo>
                    <a:pt x="219" y="782"/>
                    <a:pt x="220" y="760"/>
                    <a:pt x="240" y="746"/>
                  </a:cubicBezTo>
                  <a:cubicBezTo>
                    <a:pt x="261" y="732"/>
                    <a:pt x="283" y="717"/>
                    <a:pt x="307" y="707"/>
                  </a:cubicBezTo>
                  <a:cubicBezTo>
                    <a:pt x="337" y="693"/>
                    <a:pt x="360" y="662"/>
                    <a:pt x="350" y="628"/>
                  </a:cubicBezTo>
                  <a:cubicBezTo>
                    <a:pt x="349" y="624"/>
                    <a:pt x="350" y="620"/>
                    <a:pt x="349" y="616"/>
                  </a:cubicBezTo>
                  <a:cubicBezTo>
                    <a:pt x="348" y="602"/>
                    <a:pt x="337" y="592"/>
                    <a:pt x="323" y="594"/>
                  </a:cubicBezTo>
                  <a:cubicBezTo>
                    <a:pt x="307" y="596"/>
                    <a:pt x="292" y="599"/>
                    <a:pt x="276" y="603"/>
                  </a:cubicBezTo>
                  <a:cubicBezTo>
                    <a:pt x="262" y="607"/>
                    <a:pt x="249" y="613"/>
                    <a:pt x="236" y="618"/>
                  </a:cubicBezTo>
                  <a:cubicBezTo>
                    <a:pt x="226" y="621"/>
                    <a:pt x="222" y="619"/>
                    <a:pt x="222" y="611"/>
                  </a:cubicBezTo>
                  <a:cubicBezTo>
                    <a:pt x="223" y="597"/>
                    <a:pt x="224" y="584"/>
                    <a:pt x="226" y="571"/>
                  </a:cubicBezTo>
                  <a:cubicBezTo>
                    <a:pt x="230" y="543"/>
                    <a:pt x="247" y="526"/>
                    <a:pt x="274" y="526"/>
                  </a:cubicBezTo>
                  <a:cubicBezTo>
                    <a:pt x="305" y="525"/>
                    <a:pt x="324" y="510"/>
                    <a:pt x="336" y="483"/>
                  </a:cubicBezTo>
                  <a:cubicBezTo>
                    <a:pt x="339" y="476"/>
                    <a:pt x="342" y="468"/>
                    <a:pt x="346" y="461"/>
                  </a:cubicBezTo>
                  <a:cubicBezTo>
                    <a:pt x="358" y="445"/>
                    <a:pt x="372" y="430"/>
                    <a:pt x="383" y="414"/>
                  </a:cubicBezTo>
                  <a:cubicBezTo>
                    <a:pt x="398" y="393"/>
                    <a:pt x="413" y="373"/>
                    <a:pt x="424" y="350"/>
                  </a:cubicBezTo>
                  <a:cubicBezTo>
                    <a:pt x="444" y="306"/>
                    <a:pt x="463" y="261"/>
                    <a:pt x="480" y="215"/>
                  </a:cubicBezTo>
                  <a:cubicBezTo>
                    <a:pt x="487" y="194"/>
                    <a:pt x="490" y="170"/>
                    <a:pt x="489" y="148"/>
                  </a:cubicBezTo>
                  <a:cubicBezTo>
                    <a:pt x="489" y="128"/>
                    <a:pt x="482" y="108"/>
                    <a:pt x="475" y="89"/>
                  </a:cubicBezTo>
                  <a:close/>
                  <a:moveTo>
                    <a:pt x="172" y="413"/>
                  </a:moveTo>
                  <a:cubicBezTo>
                    <a:pt x="165" y="426"/>
                    <a:pt x="157" y="438"/>
                    <a:pt x="149" y="451"/>
                  </a:cubicBezTo>
                  <a:cubicBezTo>
                    <a:pt x="147" y="452"/>
                    <a:pt x="144" y="454"/>
                    <a:pt x="142" y="453"/>
                  </a:cubicBezTo>
                  <a:cubicBezTo>
                    <a:pt x="141" y="453"/>
                    <a:pt x="139" y="449"/>
                    <a:pt x="139" y="447"/>
                  </a:cubicBezTo>
                  <a:cubicBezTo>
                    <a:pt x="135" y="424"/>
                    <a:pt x="132" y="402"/>
                    <a:pt x="129" y="379"/>
                  </a:cubicBezTo>
                  <a:cubicBezTo>
                    <a:pt x="129" y="378"/>
                    <a:pt x="129" y="378"/>
                    <a:pt x="128" y="376"/>
                  </a:cubicBezTo>
                  <a:cubicBezTo>
                    <a:pt x="129" y="375"/>
                    <a:pt x="130" y="372"/>
                    <a:pt x="131" y="372"/>
                  </a:cubicBezTo>
                  <a:cubicBezTo>
                    <a:pt x="133" y="371"/>
                    <a:pt x="136" y="373"/>
                    <a:pt x="137" y="374"/>
                  </a:cubicBezTo>
                  <a:cubicBezTo>
                    <a:pt x="145" y="386"/>
                    <a:pt x="154" y="394"/>
                    <a:pt x="167" y="399"/>
                  </a:cubicBezTo>
                  <a:cubicBezTo>
                    <a:pt x="170" y="401"/>
                    <a:pt x="174" y="410"/>
                    <a:pt x="172" y="41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p:cNvSpPr>
              <a:spLocks/>
            </p:cNvSpPr>
            <p:nvPr/>
          </p:nvSpPr>
          <p:spPr bwMode="auto">
            <a:xfrm>
              <a:off x="298450" y="-814388"/>
              <a:ext cx="596900" cy="638175"/>
            </a:xfrm>
            <a:custGeom>
              <a:avLst/>
              <a:gdLst>
                <a:gd name="T0" fmla="*/ 688 w 780"/>
                <a:gd name="T1" fmla="*/ 11 h 832"/>
                <a:gd name="T2" fmla="*/ 484 w 780"/>
                <a:gd name="T3" fmla="*/ 70 h 832"/>
                <a:gd name="T4" fmla="*/ 139 w 780"/>
                <a:gd name="T5" fmla="*/ 221 h 832"/>
                <a:gd name="T6" fmla="*/ 10 w 780"/>
                <a:gd name="T7" fmla="*/ 297 h 832"/>
                <a:gd name="T8" fmla="*/ 15 w 780"/>
                <a:gd name="T9" fmla="*/ 348 h 832"/>
                <a:gd name="T10" fmla="*/ 153 w 780"/>
                <a:gd name="T11" fmla="*/ 310 h 832"/>
                <a:gd name="T12" fmla="*/ 297 w 780"/>
                <a:gd name="T13" fmla="*/ 231 h 832"/>
                <a:gd name="T14" fmla="*/ 417 w 780"/>
                <a:gd name="T15" fmla="*/ 187 h 832"/>
                <a:gd name="T16" fmla="*/ 268 w 780"/>
                <a:gd name="T17" fmla="*/ 354 h 832"/>
                <a:gd name="T18" fmla="*/ 242 w 780"/>
                <a:gd name="T19" fmla="*/ 519 h 832"/>
                <a:gd name="T20" fmla="*/ 288 w 780"/>
                <a:gd name="T21" fmla="*/ 521 h 832"/>
                <a:gd name="T22" fmla="*/ 321 w 780"/>
                <a:gd name="T23" fmla="*/ 470 h 832"/>
                <a:gd name="T24" fmla="*/ 341 w 780"/>
                <a:gd name="T25" fmla="*/ 429 h 832"/>
                <a:gd name="T26" fmla="*/ 455 w 780"/>
                <a:gd name="T27" fmla="*/ 318 h 832"/>
                <a:gd name="T28" fmla="*/ 532 w 780"/>
                <a:gd name="T29" fmla="*/ 300 h 832"/>
                <a:gd name="T30" fmla="*/ 437 w 780"/>
                <a:gd name="T31" fmla="*/ 392 h 832"/>
                <a:gd name="T32" fmla="*/ 328 w 780"/>
                <a:gd name="T33" fmla="*/ 512 h 832"/>
                <a:gd name="T34" fmla="*/ 368 w 780"/>
                <a:gd name="T35" fmla="*/ 530 h 832"/>
                <a:gd name="T36" fmla="*/ 366 w 780"/>
                <a:gd name="T37" fmla="*/ 623 h 832"/>
                <a:gd name="T38" fmla="*/ 272 w 780"/>
                <a:gd name="T39" fmla="*/ 683 h 832"/>
                <a:gd name="T40" fmla="*/ 233 w 780"/>
                <a:gd name="T41" fmla="*/ 673 h 832"/>
                <a:gd name="T42" fmla="*/ 202 w 780"/>
                <a:gd name="T43" fmla="*/ 717 h 832"/>
                <a:gd name="T44" fmla="*/ 268 w 780"/>
                <a:gd name="T45" fmla="*/ 771 h 832"/>
                <a:gd name="T46" fmla="*/ 348 w 780"/>
                <a:gd name="T47" fmla="*/ 716 h 832"/>
                <a:gd name="T48" fmla="*/ 350 w 780"/>
                <a:gd name="T49" fmla="*/ 792 h 832"/>
                <a:gd name="T50" fmla="*/ 378 w 780"/>
                <a:gd name="T51" fmla="*/ 823 h 832"/>
                <a:gd name="T52" fmla="*/ 406 w 780"/>
                <a:gd name="T53" fmla="*/ 824 h 832"/>
                <a:gd name="T54" fmla="*/ 440 w 780"/>
                <a:gd name="T55" fmla="*/ 796 h 832"/>
                <a:gd name="T56" fmla="*/ 437 w 780"/>
                <a:gd name="T57" fmla="*/ 695 h 832"/>
                <a:gd name="T58" fmla="*/ 528 w 780"/>
                <a:gd name="T59" fmla="*/ 659 h 832"/>
                <a:gd name="T60" fmla="*/ 537 w 780"/>
                <a:gd name="T61" fmla="*/ 691 h 832"/>
                <a:gd name="T62" fmla="*/ 501 w 780"/>
                <a:gd name="T63" fmla="*/ 717 h 832"/>
                <a:gd name="T64" fmla="*/ 526 w 780"/>
                <a:gd name="T65" fmla="*/ 713 h 832"/>
                <a:gd name="T66" fmla="*/ 612 w 780"/>
                <a:gd name="T67" fmla="*/ 676 h 832"/>
                <a:gd name="T68" fmla="*/ 518 w 780"/>
                <a:gd name="T69" fmla="*/ 587 h 832"/>
                <a:gd name="T70" fmla="*/ 439 w 780"/>
                <a:gd name="T71" fmla="*/ 588 h 832"/>
                <a:gd name="T72" fmla="*/ 462 w 780"/>
                <a:gd name="T73" fmla="*/ 510 h 832"/>
                <a:gd name="T74" fmla="*/ 511 w 780"/>
                <a:gd name="T75" fmla="*/ 427 h 832"/>
                <a:gd name="T76" fmla="*/ 539 w 780"/>
                <a:gd name="T77" fmla="*/ 343 h 832"/>
                <a:gd name="T78" fmla="*/ 549 w 780"/>
                <a:gd name="T79" fmla="*/ 253 h 832"/>
                <a:gd name="T80" fmla="*/ 435 w 780"/>
                <a:gd name="T81" fmla="*/ 266 h 832"/>
                <a:gd name="T82" fmla="*/ 342 w 780"/>
                <a:gd name="T83" fmla="*/ 324 h 832"/>
                <a:gd name="T84" fmla="*/ 306 w 780"/>
                <a:gd name="T85" fmla="*/ 357 h 832"/>
                <a:gd name="T86" fmla="*/ 317 w 780"/>
                <a:gd name="T87" fmla="*/ 317 h 832"/>
                <a:gd name="T88" fmla="*/ 424 w 780"/>
                <a:gd name="T89" fmla="*/ 204 h 832"/>
                <a:gd name="T90" fmla="*/ 534 w 780"/>
                <a:gd name="T91" fmla="*/ 157 h 832"/>
                <a:gd name="T92" fmla="*/ 703 w 780"/>
                <a:gd name="T93" fmla="*/ 130 h 832"/>
                <a:gd name="T94" fmla="*/ 772 w 780"/>
                <a:gd name="T95" fmla="*/ 103 h 832"/>
                <a:gd name="T96" fmla="*/ 711 w 780"/>
                <a:gd name="T97" fmla="*/ 4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80" h="832">
                  <a:moveTo>
                    <a:pt x="711" y="4"/>
                  </a:moveTo>
                  <a:cubicBezTo>
                    <a:pt x="703" y="5"/>
                    <a:pt x="696" y="9"/>
                    <a:pt x="688" y="11"/>
                  </a:cubicBezTo>
                  <a:cubicBezTo>
                    <a:pt x="653" y="20"/>
                    <a:pt x="619" y="28"/>
                    <a:pt x="585" y="38"/>
                  </a:cubicBezTo>
                  <a:cubicBezTo>
                    <a:pt x="551" y="48"/>
                    <a:pt x="517" y="58"/>
                    <a:pt x="484" y="70"/>
                  </a:cubicBezTo>
                  <a:cubicBezTo>
                    <a:pt x="448" y="83"/>
                    <a:pt x="238" y="171"/>
                    <a:pt x="228" y="176"/>
                  </a:cubicBezTo>
                  <a:cubicBezTo>
                    <a:pt x="198" y="191"/>
                    <a:pt x="169" y="206"/>
                    <a:pt x="139" y="221"/>
                  </a:cubicBezTo>
                  <a:cubicBezTo>
                    <a:pt x="118" y="231"/>
                    <a:pt x="98" y="243"/>
                    <a:pt x="77" y="252"/>
                  </a:cubicBezTo>
                  <a:cubicBezTo>
                    <a:pt x="51" y="262"/>
                    <a:pt x="29" y="277"/>
                    <a:pt x="10" y="297"/>
                  </a:cubicBezTo>
                  <a:cubicBezTo>
                    <a:pt x="7" y="300"/>
                    <a:pt x="4" y="304"/>
                    <a:pt x="4" y="308"/>
                  </a:cubicBezTo>
                  <a:cubicBezTo>
                    <a:pt x="0" y="323"/>
                    <a:pt x="2" y="337"/>
                    <a:pt x="15" y="348"/>
                  </a:cubicBezTo>
                  <a:cubicBezTo>
                    <a:pt x="29" y="360"/>
                    <a:pt x="45" y="364"/>
                    <a:pt x="62" y="356"/>
                  </a:cubicBezTo>
                  <a:cubicBezTo>
                    <a:pt x="92" y="341"/>
                    <a:pt x="123" y="325"/>
                    <a:pt x="153" y="310"/>
                  </a:cubicBezTo>
                  <a:cubicBezTo>
                    <a:pt x="196" y="288"/>
                    <a:pt x="234" y="257"/>
                    <a:pt x="280" y="239"/>
                  </a:cubicBezTo>
                  <a:cubicBezTo>
                    <a:pt x="285" y="236"/>
                    <a:pt x="291" y="233"/>
                    <a:pt x="297" y="231"/>
                  </a:cubicBezTo>
                  <a:cubicBezTo>
                    <a:pt x="334" y="215"/>
                    <a:pt x="369" y="201"/>
                    <a:pt x="406" y="186"/>
                  </a:cubicBezTo>
                  <a:cubicBezTo>
                    <a:pt x="414" y="182"/>
                    <a:pt x="417" y="186"/>
                    <a:pt x="417" y="187"/>
                  </a:cubicBezTo>
                  <a:cubicBezTo>
                    <a:pt x="418" y="191"/>
                    <a:pt x="409" y="198"/>
                    <a:pt x="403" y="203"/>
                  </a:cubicBezTo>
                  <a:cubicBezTo>
                    <a:pt x="351" y="248"/>
                    <a:pt x="305" y="297"/>
                    <a:pt x="268" y="354"/>
                  </a:cubicBezTo>
                  <a:cubicBezTo>
                    <a:pt x="249" y="383"/>
                    <a:pt x="237" y="414"/>
                    <a:pt x="233" y="447"/>
                  </a:cubicBezTo>
                  <a:cubicBezTo>
                    <a:pt x="230" y="471"/>
                    <a:pt x="229" y="496"/>
                    <a:pt x="242" y="519"/>
                  </a:cubicBezTo>
                  <a:cubicBezTo>
                    <a:pt x="247" y="528"/>
                    <a:pt x="254" y="536"/>
                    <a:pt x="265" y="536"/>
                  </a:cubicBezTo>
                  <a:cubicBezTo>
                    <a:pt x="276" y="536"/>
                    <a:pt x="283" y="529"/>
                    <a:pt x="288" y="521"/>
                  </a:cubicBezTo>
                  <a:cubicBezTo>
                    <a:pt x="297" y="509"/>
                    <a:pt x="305" y="497"/>
                    <a:pt x="313" y="485"/>
                  </a:cubicBezTo>
                  <a:cubicBezTo>
                    <a:pt x="317" y="480"/>
                    <a:pt x="319" y="475"/>
                    <a:pt x="321" y="470"/>
                  </a:cubicBezTo>
                  <a:cubicBezTo>
                    <a:pt x="325" y="463"/>
                    <a:pt x="328" y="456"/>
                    <a:pt x="332" y="450"/>
                  </a:cubicBezTo>
                  <a:cubicBezTo>
                    <a:pt x="335" y="443"/>
                    <a:pt x="338" y="436"/>
                    <a:pt x="341" y="429"/>
                  </a:cubicBezTo>
                  <a:cubicBezTo>
                    <a:pt x="346" y="418"/>
                    <a:pt x="348" y="405"/>
                    <a:pt x="356" y="397"/>
                  </a:cubicBezTo>
                  <a:cubicBezTo>
                    <a:pt x="386" y="368"/>
                    <a:pt x="417" y="338"/>
                    <a:pt x="455" y="318"/>
                  </a:cubicBezTo>
                  <a:cubicBezTo>
                    <a:pt x="475" y="307"/>
                    <a:pt x="496" y="296"/>
                    <a:pt x="520" y="296"/>
                  </a:cubicBezTo>
                  <a:cubicBezTo>
                    <a:pt x="524" y="296"/>
                    <a:pt x="530" y="297"/>
                    <a:pt x="532" y="300"/>
                  </a:cubicBezTo>
                  <a:cubicBezTo>
                    <a:pt x="533" y="303"/>
                    <a:pt x="531" y="309"/>
                    <a:pt x="529" y="312"/>
                  </a:cubicBezTo>
                  <a:cubicBezTo>
                    <a:pt x="505" y="346"/>
                    <a:pt x="471" y="369"/>
                    <a:pt x="437" y="392"/>
                  </a:cubicBezTo>
                  <a:cubicBezTo>
                    <a:pt x="414" y="407"/>
                    <a:pt x="390" y="419"/>
                    <a:pt x="367" y="435"/>
                  </a:cubicBezTo>
                  <a:cubicBezTo>
                    <a:pt x="340" y="453"/>
                    <a:pt x="333" y="482"/>
                    <a:pt x="328" y="512"/>
                  </a:cubicBezTo>
                  <a:cubicBezTo>
                    <a:pt x="326" y="529"/>
                    <a:pt x="341" y="540"/>
                    <a:pt x="358" y="534"/>
                  </a:cubicBezTo>
                  <a:cubicBezTo>
                    <a:pt x="362" y="533"/>
                    <a:pt x="365" y="531"/>
                    <a:pt x="368" y="530"/>
                  </a:cubicBezTo>
                  <a:cubicBezTo>
                    <a:pt x="375" y="528"/>
                    <a:pt x="378" y="529"/>
                    <a:pt x="379" y="538"/>
                  </a:cubicBezTo>
                  <a:cubicBezTo>
                    <a:pt x="380" y="567"/>
                    <a:pt x="372" y="595"/>
                    <a:pt x="366" y="623"/>
                  </a:cubicBezTo>
                  <a:cubicBezTo>
                    <a:pt x="365" y="627"/>
                    <a:pt x="362" y="631"/>
                    <a:pt x="358" y="634"/>
                  </a:cubicBezTo>
                  <a:cubicBezTo>
                    <a:pt x="332" y="654"/>
                    <a:pt x="305" y="674"/>
                    <a:pt x="272" y="683"/>
                  </a:cubicBezTo>
                  <a:cubicBezTo>
                    <a:pt x="261" y="686"/>
                    <a:pt x="246" y="689"/>
                    <a:pt x="245" y="677"/>
                  </a:cubicBezTo>
                  <a:cubicBezTo>
                    <a:pt x="244" y="672"/>
                    <a:pt x="247" y="669"/>
                    <a:pt x="233" y="673"/>
                  </a:cubicBezTo>
                  <a:cubicBezTo>
                    <a:pt x="220" y="678"/>
                    <a:pt x="211" y="687"/>
                    <a:pt x="207" y="701"/>
                  </a:cubicBezTo>
                  <a:cubicBezTo>
                    <a:pt x="205" y="706"/>
                    <a:pt x="205" y="712"/>
                    <a:pt x="202" y="717"/>
                  </a:cubicBezTo>
                  <a:cubicBezTo>
                    <a:pt x="193" y="731"/>
                    <a:pt x="204" y="763"/>
                    <a:pt x="218" y="775"/>
                  </a:cubicBezTo>
                  <a:cubicBezTo>
                    <a:pt x="235" y="788"/>
                    <a:pt x="246" y="785"/>
                    <a:pt x="268" y="771"/>
                  </a:cubicBezTo>
                  <a:cubicBezTo>
                    <a:pt x="289" y="759"/>
                    <a:pt x="308" y="743"/>
                    <a:pt x="329" y="728"/>
                  </a:cubicBezTo>
                  <a:cubicBezTo>
                    <a:pt x="332" y="726"/>
                    <a:pt x="344" y="718"/>
                    <a:pt x="348" y="716"/>
                  </a:cubicBezTo>
                  <a:cubicBezTo>
                    <a:pt x="349" y="721"/>
                    <a:pt x="345" y="735"/>
                    <a:pt x="346" y="747"/>
                  </a:cubicBezTo>
                  <a:cubicBezTo>
                    <a:pt x="347" y="759"/>
                    <a:pt x="347" y="774"/>
                    <a:pt x="350" y="792"/>
                  </a:cubicBezTo>
                  <a:cubicBezTo>
                    <a:pt x="350" y="794"/>
                    <a:pt x="352" y="796"/>
                    <a:pt x="353" y="798"/>
                  </a:cubicBezTo>
                  <a:cubicBezTo>
                    <a:pt x="359" y="804"/>
                    <a:pt x="369" y="815"/>
                    <a:pt x="378" y="823"/>
                  </a:cubicBezTo>
                  <a:cubicBezTo>
                    <a:pt x="383" y="829"/>
                    <a:pt x="388" y="832"/>
                    <a:pt x="396" y="826"/>
                  </a:cubicBezTo>
                  <a:cubicBezTo>
                    <a:pt x="398" y="824"/>
                    <a:pt x="403" y="823"/>
                    <a:pt x="406" y="824"/>
                  </a:cubicBezTo>
                  <a:cubicBezTo>
                    <a:pt x="418" y="828"/>
                    <a:pt x="423" y="821"/>
                    <a:pt x="428" y="813"/>
                  </a:cubicBezTo>
                  <a:cubicBezTo>
                    <a:pt x="431" y="808"/>
                    <a:pt x="435" y="801"/>
                    <a:pt x="440" y="796"/>
                  </a:cubicBezTo>
                  <a:cubicBezTo>
                    <a:pt x="448" y="790"/>
                    <a:pt x="450" y="783"/>
                    <a:pt x="446" y="774"/>
                  </a:cubicBezTo>
                  <a:cubicBezTo>
                    <a:pt x="437" y="748"/>
                    <a:pt x="438" y="721"/>
                    <a:pt x="437" y="695"/>
                  </a:cubicBezTo>
                  <a:cubicBezTo>
                    <a:pt x="437" y="681"/>
                    <a:pt x="442" y="675"/>
                    <a:pt x="454" y="671"/>
                  </a:cubicBezTo>
                  <a:cubicBezTo>
                    <a:pt x="480" y="662"/>
                    <a:pt x="508" y="656"/>
                    <a:pt x="528" y="659"/>
                  </a:cubicBezTo>
                  <a:cubicBezTo>
                    <a:pt x="538" y="661"/>
                    <a:pt x="546" y="663"/>
                    <a:pt x="549" y="669"/>
                  </a:cubicBezTo>
                  <a:cubicBezTo>
                    <a:pt x="554" y="675"/>
                    <a:pt x="545" y="684"/>
                    <a:pt x="537" y="691"/>
                  </a:cubicBezTo>
                  <a:cubicBezTo>
                    <a:pt x="529" y="698"/>
                    <a:pt x="508" y="712"/>
                    <a:pt x="504" y="714"/>
                  </a:cubicBezTo>
                  <a:cubicBezTo>
                    <a:pt x="503" y="715"/>
                    <a:pt x="501" y="716"/>
                    <a:pt x="501" y="717"/>
                  </a:cubicBezTo>
                  <a:cubicBezTo>
                    <a:pt x="503" y="719"/>
                    <a:pt x="507" y="718"/>
                    <a:pt x="509" y="717"/>
                  </a:cubicBezTo>
                  <a:cubicBezTo>
                    <a:pt x="513" y="715"/>
                    <a:pt x="522" y="713"/>
                    <a:pt x="526" y="713"/>
                  </a:cubicBezTo>
                  <a:cubicBezTo>
                    <a:pt x="530" y="713"/>
                    <a:pt x="537" y="716"/>
                    <a:pt x="547" y="712"/>
                  </a:cubicBezTo>
                  <a:cubicBezTo>
                    <a:pt x="570" y="702"/>
                    <a:pt x="594" y="695"/>
                    <a:pt x="612" y="676"/>
                  </a:cubicBezTo>
                  <a:cubicBezTo>
                    <a:pt x="640" y="646"/>
                    <a:pt x="628" y="614"/>
                    <a:pt x="598" y="599"/>
                  </a:cubicBezTo>
                  <a:cubicBezTo>
                    <a:pt x="573" y="586"/>
                    <a:pt x="546" y="584"/>
                    <a:pt x="518" y="587"/>
                  </a:cubicBezTo>
                  <a:cubicBezTo>
                    <a:pt x="496" y="590"/>
                    <a:pt x="474" y="595"/>
                    <a:pt x="452" y="599"/>
                  </a:cubicBezTo>
                  <a:cubicBezTo>
                    <a:pt x="441" y="601"/>
                    <a:pt x="437" y="597"/>
                    <a:pt x="439" y="588"/>
                  </a:cubicBezTo>
                  <a:cubicBezTo>
                    <a:pt x="444" y="564"/>
                    <a:pt x="450" y="540"/>
                    <a:pt x="456" y="517"/>
                  </a:cubicBezTo>
                  <a:cubicBezTo>
                    <a:pt x="457" y="514"/>
                    <a:pt x="460" y="511"/>
                    <a:pt x="462" y="510"/>
                  </a:cubicBezTo>
                  <a:cubicBezTo>
                    <a:pt x="480" y="502"/>
                    <a:pt x="495" y="491"/>
                    <a:pt x="506" y="474"/>
                  </a:cubicBezTo>
                  <a:cubicBezTo>
                    <a:pt x="516" y="459"/>
                    <a:pt x="519" y="444"/>
                    <a:pt x="511" y="427"/>
                  </a:cubicBezTo>
                  <a:cubicBezTo>
                    <a:pt x="505" y="414"/>
                    <a:pt x="502" y="398"/>
                    <a:pt x="513" y="384"/>
                  </a:cubicBezTo>
                  <a:cubicBezTo>
                    <a:pt x="522" y="371"/>
                    <a:pt x="531" y="357"/>
                    <a:pt x="539" y="343"/>
                  </a:cubicBezTo>
                  <a:cubicBezTo>
                    <a:pt x="546" y="329"/>
                    <a:pt x="553" y="314"/>
                    <a:pt x="560" y="300"/>
                  </a:cubicBezTo>
                  <a:cubicBezTo>
                    <a:pt x="568" y="282"/>
                    <a:pt x="563" y="259"/>
                    <a:pt x="549" y="253"/>
                  </a:cubicBezTo>
                  <a:cubicBezTo>
                    <a:pt x="536" y="248"/>
                    <a:pt x="521" y="244"/>
                    <a:pt x="507" y="242"/>
                  </a:cubicBezTo>
                  <a:cubicBezTo>
                    <a:pt x="480" y="238"/>
                    <a:pt x="457" y="253"/>
                    <a:pt x="435" y="266"/>
                  </a:cubicBezTo>
                  <a:cubicBezTo>
                    <a:pt x="415" y="277"/>
                    <a:pt x="397" y="290"/>
                    <a:pt x="378" y="302"/>
                  </a:cubicBezTo>
                  <a:cubicBezTo>
                    <a:pt x="366" y="309"/>
                    <a:pt x="353" y="315"/>
                    <a:pt x="342" y="324"/>
                  </a:cubicBezTo>
                  <a:cubicBezTo>
                    <a:pt x="332" y="333"/>
                    <a:pt x="323" y="344"/>
                    <a:pt x="314" y="354"/>
                  </a:cubicBezTo>
                  <a:cubicBezTo>
                    <a:pt x="312" y="356"/>
                    <a:pt x="309" y="356"/>
                    <a:pt x="306" y="357"/>
                  </a:cubicBezTo>
                  <a:cubicBezTo>
                    <a:pt x="305" y="355"/>
                    <a:pt x="304" y="352"/>
                    <a:pt x="304" y="349"/>
                  </a:cubicBezTo>
                  <a:cubicBezTo>
                    <a:pt x="308" y="338"/>
                    <a:pt x="311" y="327"/>
                    <a:pt x="317" y="317"/>
                  </a:cubicBezTo>
                  <a:cubicBezTo>
                    <a:pt x="330" y="299"/>
                    <a:pt x="343" y="280"/>
                    <a:pt x="358" y="263"/>
                  </a:cubicBezTo>
                  <a:cubicBezTo>
                    <a:pt x="379" y="242"/>
                    <a:pt x="400" y="221"/>
                    <a:pt x="424" y="204"/>
                  </a:cubicBezTo>
                  <a:cubicBezTo>
                    <a:pt x="443" y="191"/>
                    <a:pt x="466" y="183"/>
                    <a:pt x="488" y="173"/>
                  </a:cubicBezTo>
                  <a:cubicBezTo>
                    <a:pt x="503" y="167"/>
                    <a:pt x="518" y="160"/>
                    <a:pt x="534" y="157"/>
                  </a:cubicBezTo>
                  <a:cubicBezTo>
                    <a:pt x="566" y="151"/>
                    <a:pt x="599" y="147"/>
                    <a:pt x="632" y="141"/>
                  </a:cubicBezTo>
                  <a:cubicBezTo>
                    <a:pt x="656" y="138"/>
                    <a:pt x="679" y="132"/>
                    <a:pt x="703" y="130"/>
                  </a:cubicBezTo>
                  <a:cubicBezTo>
                    <a:pt x="721" y="129"/>
                    <a:pt x="740" y="131"/>
                    <a:pt x="756" y="119"/>
                  </a:cubicBezTo>
                  <a:cubicBezTo>
                    <a:pt x="762" y="115"/>
                    <a:pt x="770" y="109"/>
                    <a:pt x="772" y="103"/>
                  </a:cubicBezTo>
                  <a:cubicBezTo>
                    <a:pt x="778" y="84"/>
                    <a:pt x="780" y="64"/>
                    <a:pt x="773" y="44"/>
                  </a:cubicBezTo>
                  <a:cubicBezTo>
                    <a:pt x="765" y="19"/>
                    <a:pt x="737" y="0"/>
                    <a:pt x="711" y="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9"/>
            <p:cNvSpPr>
              <a:spLocks/>
            </p:cNvSpPr>
            <p:nvPr/>
          </p:nvSpPr>
          <p:spPr bwMode="auto">
            <a:xfrm>
              <a:off x="1839912" y="-752475"/>
              <a:ext cx="465138" cy="438150"/>
            </a:xfrm>
            <a:custGeom>
              <a:avLst/>
              <a:gdLst>
                <a:gd name="T0" fmla="*/ 575 w 608"/>
                <a:gd name="T1" fmla="*/ 324 h 573"/>
                <a:gd name="T2" fmla="*/ 530 w 608"/>
                <a:gd name="T3" fmla="*/ 319 h 573"/>
                <a:gd name="T4" fmla="*/ 505 w 608"/>
                <a:gd name="T5" fmla="*/ 335 h 573"/>
                <a:gd name="T6" fmla="*/ 438 w 608"/>
                <a:gd name="T7" fmla="*/ 339 h 573"/>
                <a:gd name="T8" fmla="*/ 423 w 608"/>
                <a:gd name="T9" fmla="*/ 339 h 573"/>
                <a:gd name="T10" fmla="*/ 428 w 608"/>
                <a:gd name="T11" fmla="*/ 325 h 573"/>
                <a:gd name="T12" fmla="*/ 481 w 608"/>
                <a:gd name="T13" fmla="*/ 232 h 573"/>
                <a:gd name="T14" fmla="*/ 512 w 608"/>
                <a:gd name="T15" fmla="*/ 143 h 573"/>
                <a:gd name="T16" fmla="*/ 512 w 608"/>
                <a:gd name="T17" fmla="*/ 97 h 573"/>
                <a:gd name="T18" fmla="*/ 506 w 608"/>
                <a:gd name="T19" fmla="*/ 80 h 573"/>
                <a:gd name="T20" fmla="*/ 472 w 608"/>
                <a:gd name="T21" fmla="*/ 23 h 573"/>
                <a:gd name="T22" fmla="*/ 394 w 608"/>
                <a:gd name="T23" fmla="*/ 0 h 573"/>
                <a:gd name="T24" fmla="*/ 273 w 608"/>
                <a:gd name="T25" fmla="*/ 48 h 573"/>
                <a:gd name="T26" fmla="*/ 194 w 608"/>
                <a:gd name="T27" fmla="*/ 109 h 573"/>
                <a:gd name="T28" fmla="*/ 173 w 608"/>
                <a:gd name="T29" fmla="*/ 156 h 573"/>
                <a:gd name="T30" fmla="*/ 231 w 608"/>
                <a:gd name="T31" fmla="*/ 223 h 573"/>
                <a:gd name="T32" fmla="*/ 308 w 608"/>
                <a:gd name="T33" fmla="*/ 213 h 573"/>
                <a:gd name="T34" fmla="*/ 369 w 608"/>
                <a:gd name="T35" fmla="*/ 180 h 573"/>
                <a:gd name="T36" fmla="*/ 399 w 608"/>
                <a:gd name="T37" fmla="*/ 171 h 573"/>
                <a:gd name="T38" fmla="*/ 363 w 608"/>
                <a:gd name="T39" fmla="*/ 251 h 573"/>
                <a:gd name="T40" fmla="*/ 306 w 608"/>
                <a:gd name="T41" fmla="*/ 334 h 573"/>
                <a:gd name="T42" fmla="*/ 233 w 608"/>
                <a:gd name="T43" fmla="*/ 372 h 573"/>
                <a:gd name="T44" fmla="*/ 174 w 608"/>
                <a:gd name="T45" fmla="*/ 387 h 573"/>
                <a:gd name="T46" fmla="*/ 67 w 608"/>
                <a:gd name="T47" fmla="*/ 427 h 573"/>
                <a:gd name="T48" fmla="*/ 35 w 608"/>
                <a:gd name="T49" fmla="*/ 453 h 573"/>
                <a:gd name="T50" fmla="*/ 22 w 608"/>
                <a:gd name="T51" fmla="*/ 482 h 573"/>
                <a:gd name="T52" fmla="*/ 63 w 608"/>
                <a:gd name="T53" fmla="*/ 569 h 573"/>
                <a:gd name="T54" fmla="*/ 112 w 608"/>
                <a:gd name="T55" fmla="*/ 568 h 573"/>
                <a:gd name="T56" fmla="*/ 215 w 608"/>
                <a:gd name="T57" fmla="*/ 535 h 573"/>
                <a:gd name="T58" fmla="*/ 477 w 608"/>
                <a:gd name="T59" fmla="*/ 473 h 573"/>
                <a:gd name="T60" fmla="*/ 516 w 608"/>
                <a:gd name="T61" fmla="*/ 474 h 573"/>
                <a:gd name="T62" fmla="*/ 551 w 608"/>
                <a:gd name="T63" fmla="*/ 483 h 573"/>
                <a:gd name="T64" fmla="*/ 591 w 608"/>
                <a:gd name="T65" fmla="*/ 453 h 573"/>
                <a:gd name="T66" fmla="*/ 606 w 608"/>
                <a:gd name="T67" fmla="*/ 394 h 573"/>
                <a:gd name="T68" fmla="*/ 575 w 608"/>
                <a:gd name="T69" fmla="*/ 32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8" h="573">
                  <a:moveTo>
                    <a:pt x="575" y="324"/>
                  </a:moveTo>
                  <a:cubicBezTo>
                    <a:pt x="561" y="310"/>
                    <a:pt x="547" y="309"/>
                    <a:pt x="530" y="319"/>
                  </a:cubicBezTo>
                  <a:cubicBezTo>
                    <a:pt x="522" y="323"/>
                    <a:pt x="514" y="333"/>
                    <a:pt x="505" y="335"/>
                  </a:cubicBezTo>
                  <a:cubicBezTo>
                    <a:pt x="483" y="339"/>
                    <a:pt x="462" y="337"/>
                    <a:pt x="438" y="339"/>
                  </a:cubicBezTo>
                  <a:cubicBezTo>
                    <a:pt x="434" y="339"/>
                    <a:pt x="426" y="341"/>
                    <a:pt x="423" y="339"/>
                  </a:cubicBezTo>
                  <a:cubicBezTo>
                    <a:pt x="420" y="336"/>
                    <a:pt x="426" y="328"/>
                    <a:pt x="428" y="325"/>
                  </a:cubicBezTo>
                  <a:cubicBezTo>
                    <a:pt x="442" y="302"/>
                    <a:pt x="469" y="260"/>
                    <a:pt x="481" y="232"/>
                  </a:cubicBezTo>
                  <a:cubicBezTo>
                    <a:pt x="496" y="199"/>
                    <a:pt x="509" y="152"/>
                    <a:pt x="512" y="143"/>
                  </a:cubicBezTo>
                  <a:cubicBezTo>
                    <a:pt x="516" y="129"/>
                    <a:pt x="518" y="111"/>
                    <a:pt x="512" y="97"/>
                  </a:cubicBezTo>
                  <a:cubicBezTo>
                    <a:pt x="510" y="92"/>
                    <a:pt x="508" y="86"/>
                    <a:pt x="506" y="80"/>
                  </a:cubicBezTo>
                  <a:cubicBezTo>
                    <a:pt x="499" y="58"/>
                    <a:pt x="492" y="36"/>
                    <a:pt x="472" y="23"/>
                  </a:cubicBezTo>
                  <a:cubicBezTo>
                    <a:pt x="448" y="7"/>
                    <a:pt x="422" y="0"/>
                    <a:pt x="394" y="0"/>
                  </a:cubicBezTo>
                  <a:cubicBezTo>
                    <a:pt x="348" y="1"/>
                    <a:pt x="310" y="24"/>
                    <a:pt x="273" y="48"/>
                  </a:cubicBezTo>
                  <a:cubicBezTo>
                    <a:pt x="246" y="66"/>
                    <a:pt x="220" y="88"/>
                    <a:pt x="194" y="109"/>
                  </a:cubicBezTo>
                  <a:cubicBezTo>
                    <a:pt x="177" y="122"/>
                    <a:pt x="167" y="142"/>
                    <a:pt x="173" y="156"/>
                  </a:cubicBezTo>
                  <a:cubicBezTo>
                    <a:pt x="185" y="185"/>
                    <a:pt x="203" y="209"/>
                    <a:pt x="231" y="223"/>
                  </a:cubicBezTo>
                  <a:cubicBezTo>
                    <a:pt x="256" y="236"/>
                    <a:pt x="287" y="222"/>
                    <a:pt x="308" y="213"/>
                  </a:cubicBezTo>
                  <a:cubicBezTo>
                    <a:pt x="335" y="201"/>
                    <a:pt x="346" y="191"/>
                    <a:pt x="369" y="180"/>
                  </a:cubicBezTo>
                  <a:cubicBezTo>
                    <a:pt x="375" y="177"/>
                    <a:pt x="393" y="166"/>
                    <a:pt x="399" y="171"/>
                  </a:cubicBezTo>
                  <a:cubicBezTo>
                    <a:pt x="404" y="176"/>
                    <a:pt x="374" y="229"/>
                    <a:pt x="363" y="251"/>
                  </a:cubicBezTo>
                  <a:cubicBezTo>
                    <a:pt x="349" y="282"/>
                    <a:pt x="328" y="309"/>
                    <a:pt x="306" y="334"/>
                  </a:cubicBezTo>
                  <a:cubicBezTo>
                    <a:pt x="286" y="356"/>
                    <a:pt x="260" y="365"/>
                    <a:pt x="233" y="372"/>
                  </a:cubicBezTo>
                  <a:cubicBezTo>
                    <a:pt x="213" y="377"/>
                    <a:pt x="193" y="380"/>
                    <a:pt x="174" y="387"/>
                  </a:cubicBezTo>
                  <a:cubicBezTo>
                    <a:pt x="138" y="399"/>
                    <a:pt x="103" y="413"/>
                    <a:pt x="67" y="427"/>
                  </a:cubicBezTo>
                  <a:cubicBezTo>
                    <a:pt x="54" y="432"/>
                    <a:pt x="41" y="438"/>
                    <a:pt x="35" y="453"/>
                  </a:cubicBezTo>
                  <a:cubicBezTo>
                    <a:pt x="30" y="463"/>
                    <a:pt x="27" y="473"/>
                    <a:pt x="22" y="482"/>
                  </a:cubicBezTo>
                  <a:cubicBezTo>
                    <a:pt x="0" y="521"/>
                    <a:pt x="29" y="565"/>
                    <a:pt x="63" y="569"/>
                  </a:cubicBezTo>
                  <a:cubicBezTo>
                    <a:pt x="79" y="570"/>
                    <a:pt x="95" y="573"/>
                    <a:pt x="112" y="568"/>
                  </a:cubicBezTo>
                  <a:cubicBezTo>
                    <a:pt x="148" y="557"/>
                    <a:pt x="202" y="539"/>
                    <a:pt x="215" y="535"/>
                  </a:cubicBezTo>
                  <a:cubicBezTo>
                    <a:pt x="241" y="527"/>
                    <a:pt x="414" y="478"/>
                    <a:pt x="477" y="473"/>
                  </a:cubicBezTo>
                  <a:cubicBezTo>
                    <a:pt x="490" y="473"/>
                    <a:pt x="503" y="472"/>
                    <a:pt x="516" y="474"/>
                  </a:cubicBezTo>
                  <a:cubicBezTo>
                    <a:pt x="528" y="476"/>
                    <a:pt x="540" y="483"/>
                    <a:pt x="551" y="483"/>
                  </a:cubicBezTo>
                  <a:cubicBezTo>
                    <a:pt x="568" y="483"/>
                    <a:pt x="579" y="477"/>
                    <a:pt x="591" y="453"/>
                  </a:cubicBezTo>
                  <a:cubicBezTo>
                    <a:pt x="601" y="434"/>
                    <a:pt x="608" y="416"/>
                    <a:pt x="606" y="394"/>
                  </a:cubicBezTo>
                  <a:cubicBezTo>
                    <a:pt x="605" y="368"/>
                    <a:pt x="592" y="343"/>
                    <a:pt x="575" y="32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10"/>
            <p:cNvSpPr>
              <a:spLocks/>
            </p:cNvSpPr>
            <p:nvPr/>
          </p:nvSpPr>
          <p:spPr bwMode="auto">
            <a:xfrm>
              <a:off x="3209925" y="-660400"/>
              <a:ext cx="519113" cy="490538"/>
            </a:xfrm>
            <a:custGeom>
              <a:avLst/>
              <a:gdLst>
                <a:gd name="T0" fmla="*/ 609 w 680"/>
                <a:gd name="T1" fmla="*/ 178 h 640"/>
                <a:gd name="T2" fmla="*/ 538 w 680"/>
                <a:gd name="T3" fmla="*/ 176 h 640"/>
                <a:gd name="T4" fmla="*/ 414 w 680"/>
                <a:gd name="T5" fmla="*/ 199 h 640"/>
                <a:gd name="T6" fmla="*/ 372 w 680"/>
                <a:gd name="T7" fmla="*/ 208 h 640"/>
                <a:gd name="T8" fmla="*/ 360 w 680"/>
                <a:gd name="T9" fmla="*/ 204 h 640"/>
                <a:gd name="T10" fmla="*/ 365 w 680"/>
                <a:gd name="T11" fmla="*/ 191 h 640"/>
                <a:gd name="T12" fmla="*/ 386 w 680"/>
                <a:gd name="T13" fmla="*/ 160 h 640"/>
                <a:gd name="T14" fmla="*/ 409 w 680"/>
                <a:gd name="T15" fmla="*/ 126 h 640"/>
                <a:gd name="T16" fmla="*/ 444 w 680"/>
                <a:gd name="T17" fmla="*/ 81 h 640"/>
                <a:gd name="T18" fmla="*/ 439 w 680"/>
                <a:gd name="T19" fmla="*/ 48 h 640"/>
                <a:gd name="T20" fmla="*/ 434 w 680"/>
                <a:gd name="T21" fmla="*/ 40 h 640"/>
                <a:gd name="T22" fmla="*/ 357 w 680"/>
                <a:gd name="T23" fmla="*/ 9 h 640"/>
                <a:gd name="T24" fmla="*/ 290 w 680"/>
                <a:gd name="T25" fmla="*/ 32 h 640"/>
                <a:gd name="T26" fmla="*/ 273 w 680"/>
                <a:gd name="T27" fmla="*/ 52 h 640"/>
                <a:gd name="T28" fmla="*/ 286 w 680"/>
                <a:gd name="T29" fmla="*/ 76 h 640"/>
                <a:gd name="T30" fmla="*/ 326 w 680"/>
                <a:gd name="T31" fmla="*/ 96 h 640"/>
                <a:gd name="T32" fmla="*/ 336 w 680"/>
                <a:gd name="T33" fmla="*/ 108 h 640"/>
                <a:gd name="T34" fmla="*/ 317 w 680"/>
                <a:gd name="T35" fmla="*/ 148 h 640"/>
                <a:gd name="T36" fmla="*/ 296 w 680"/>
                <a:gd name="T37" fmla="*/ 179 h 640"/>
                <a:gd name="T38" fmla="*/ 288 w 680"/>
                <a:gd name="T39" fmla="*/ 222 h 640"/>
                <a:gd name="T40" fmla="*/ 277 w 680"/>
                <a:gd name="T41" fmla="*/ 234 h 640"/>
                <a:gd name="T42" fmla="*/ 166 w 680"/>
                <a:gd name="T43" fmla="*/ 275 h 640"/>
                <a:gd name="T44" fmla="*/ 77 w 680"/>
                <a:gd name="T45" fmla="*/ 315 h 640"/>
                <a:gd name="T46" fmla="*/ 16 w 680"/>
                <a:gd name="T47" fmla="*/ 339 h 640"/>
                <a:gd name="T48" fmla="*/ 7 w 680"/>
                <a:gd name="T49" fmla="*/ 362 h 640"/>
                <a:gd name="T50" fmla="*/ 13 w 680"/>
                <a:gd name="T51" fmla="*/ 373 h 640"/>
                <a:gd name="T52" fmla="*/ 89 w 680"/>
                <a:gd name="T53" fmla="*/ 419 h 640"/>
                <a:gd name="T54" fmla="*/ 110 w 680"/>
                <a:gd name="T55" fmla="*/ 416 h 640"/>
                <a:gd name="T56" fmla="*/ 279 w 680"/>
                <a:gd name="T57" fmla="*/ 347 h 640"/>
                <a:gd name="T58" fmla="*/ 334 w 680"/>
                <a:gd name="T59" fmla="*/ 332 h 640"/>
                <a:gd name="T60" fmla="*/ 327 w 680"/>
                <a:gd name="T61" fmla="*/ 460 h 640"/>
                <a:gd name="T62" fmla="*/ 278 w 680"/>
                <a:gd name="T63" fmla="*/ 537 h 640"/>
                <a:gd name="T64" fmla="*/ 233 w 680"/>
                <a:gd name="T65" fmla="*/ 544 h 640"/>
                <a:gd name="T66" fmla="*/ 173 w 680"/>
                <a:gd name="T67" fmla="*/ 502 h 640"/>
                <a:gd name="T68" fmla="*/ 152 w 680"/>
                <a:gd name="T69" fmla="*/ 485 h 640"/>
                <a:gd name="T70" fmla="*/ 147 w 680"/>
                <a:gd name="T71" fmla="*/ 496 h 640"/>
                <a:gd name="T72" fmla="*/ 177 w 680"/>
                <a:gd name="T73" fmla="*/ 551 h 640"/>
                <a:gd name="T74" fmla="*/ 181 w 680"/>
                <a:gd name="T75" fmla="*/ 581 h 640"/>
                <a:gd name="T76" fmla="*/ 220 w 680"/>
                <a:gd name="T77" fmla="*/ 624 h 640"/>
                <a:gd name="T78" fmla="*/ 289 w 680"/>
                <a:gd name="T79" fmla="*/ 629 h 640"/>
                <a:gd name="T80" fmla="*/ 404 w 680"/>
                <a:gd name="T81" fmla="*/ 471 h 640"/>
                <a:gd name="T82" fmla="*/ 424 w 680"/>
                <a:gd name="T83" fmla="*/ 322 h 640"/>
                <a:gd name="T84" fmla="*/ 435 w 680"/>
                <a:gd name="T85" fmla="*/ 315 h 640"/>
                <a:gd name="T86" fmla="*/ 488 w 680"/>
                <a:gd name="T87" fmla="*/ 305 h 640"/>
                <a:gd name="T88" fmla="*/ 579 w 680"/>
                <a:gd name="T89" fmla="*/ 307 h 640"/>
                <a:gd name="T90" fmla="*/ 625 w 680"/>
                <a:gd name="T91" fmla="*/ 319 h 640"/>
                <a:gd name="T92" fmla="*/ 662 w 680"/>
                <a:gd name="T93" fmla="*/ 283 h 640"/>
                <a:gd name="T94" fmla="*/ 655 w 680"/>
                <a:gd name="T95" fmla="*/ 214 h 640"/>
                <a:gd name="T96" fmla="*/ 609 w 680"/>
                <a:gd name="T97" fmla="*/ 178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0" h="640">
                  <a:moveTo>
                    <a:pt x="609" y="178"/>
                  </a:moveTo>
                  <a:cubicBezTo>
                    <a:pt x="594" y="172"/>
                    <a:pt x="578" y="170"/>
                    <a:pt x="538" y="176"/>
                  </a:cubicBezTo>
                  <a:cubicBezTo>
                    <a:pt x="507" y="181"/>
                    <a:pt x="462" y="187"/>
                    <a:pt x="414" y="199"/>
                  </a:cubicBezTo>
                  <a:cubicBezTo>
                    <a:pt x="402" y="203"/>
                    <a:pt x="385" y="206"/>
                    <a:pt x="372" y="208"/>
                  </a:cubicBezTo>
                  <a:cubicBezTo>
                    <a:pt x="367" y="208"/>
                    <a:pt x="362" y="210"/>
                    <a:pt x="360" y="204"/>
                  </a:cubicBezTo>
                  <a:cubicBezTo>
                    <a:pt x="360" y="201"/>
                    <a:pt x="362" y="195"/>
                    <a:pt x="365" y="191"/>
                  </a:cubicBezTo>
                  <a:cubicBezTo>
                    <a:pt x="371" y="180"/>
                    <a:pt x="379" y="170"/>
                    <a:pt x="386" y="160"/>
                  </a:cubicBezTo>
                  <a:cubicBezTo>
                    <a:pt x="393" y="149"/>
                    <a:pt x="401" y="137"/>
                    <a:pt x="409" y="126"/>
                  </a:cubicBezTo>
                  <a:cubicBezTo>
                    <a:pt x="420" y="111"/>
                    <a:pt x="433" y="96"/>
                    <a:pt x="444" y="81"/>
                  </a:cubicBezTo>
                  <a:cubicBezTo>
                    <a:pt x="454" y="67"/>
                    <a:pt x="452" y="60"/>
                    <a:pt x="439" y="48"/>
                  </a:cubicBezTo>
                  <a:cubicBezTo>
                    <a:pt x="437" y="45"/>
                    <a:pt x="436" y="42"/>
                    <a:pt x="434" y="40"/>
                  </a:cubicBezTo>
                  <a:cubicBezTo>
                    <a:pt x="418" y="14"/>
                    <a:pt x="385" y="0"/>
                    <a:pt x="357" y="9"/>
                  </a:cubicBezTo>
                  <a:cubicBezTo>
                    <a:pt x="334" y="16"/>
                    <a:pt x="312" y="24"/>
                    <a:pt x="290" y="32"/>
                  </a:cubicBezTo>
                  <a:cubicBezTo>
                    <a:pt x="281" y="35"/>
                    <a:pt x="271" y="41"/>
                    <a:pt x="273" y="52"/>
                  </a:cubicBezTo>
                  <a:cubicBezTo>
                    <a:pt x="275" y="61"/>
                    <a:pt x="280" y="69"/>
                    <a:pt x="286" y="76"/>
                  </a:cubicBezTo>
                  <a:cubicBezTo>
                    <a:pt x="296" y="88"/>
                    <a:pt x="310" y="95"/>
                    <a:pt x="326" y="96"/>
                  </a:cubicBezTo>
                  <a:cubicBezTo>
                    <a:pt x="334" y="96"/>
                    <a:pt x="340" y="99"/>
                    <a:pt x="336" y="108"/>
                  </a:cubicBezTo>
                  <a:cubicBezTo>
                    <a:pt x="330" y="122"/>
                    <a:pt x="324" y="136"/>
                    <a:pt x="317" y="148"/>
                  </a:cubicBezTo>
                  <a:cubicBezTo>
                    <a:pt x="311" y="159"/>
                    <a:pt x="302" y="168"/>
                    <a:pt x="296" y="179"/>
                  </a:cubicBezTo>
                  <a:cubicBezTo>
                    <a:pt x="288" y="193"/>
                    <a:pt x="287" y="206"/>
                    <a:pt x="288" y="222"/>
                  </a:cubicBezTo>
                  <a:cubicBezTo>
                    <a:pt x="289" y="230"/>
                    <a:pt x="286" y="231"/>
                    <a:pt x="277" y="234"/>
                  </a:cubicBezTo>
                  <a:cubicBezTo>
                    <a:pt x="240" y="247"/>
                    <a:pt x="203" y="261"/>
                    <a:pt x="166" y="275"/>
                  </a:cubicBezTo>
                  <a:cubicBezTo>
                    <a:pt x="136" y="287"/>
                    <a:pt x="107" y="303"/>
                    <a:pt x="77" y="315"/>
                  </a:cubicBezTo>
                  <a:cubicBezTo>
                    <a:pt x="57" y="323"/>
                    <a:pt x="40" y="338"/>
                    <a:pt x="16" y="339"/>
                  </a:cubicBezTo>
                  <a:cubicBezTo>
                    <a:pt x="4" y="339"/>
                    <a:pt x="0" y="351"/>
                    <a:pt x="7" y="362"/>
                  </a:cubicBezTo>
                  <a:cubicBezTo>
                    <a:pt x="9" y="365"/>
                    <a:pt x="11" y="369"/>
                    <a:pt x="13" y="373"/>
                  </a:cubicBezTo>
                  <a:cubicBezTo>
                    <a:pt x="24" y="402"/>
                    <a:pt x="58" y="424"/>
                    <a:pt x="89" y="419"/>
                  </a:cubicBezTo>
                  <a:cubicBezTo>
                    <a:pt x="96" y="418"/>
                    <a:pt x="103" y="418"/>
                    <a:pt x="110" y="416"/>
                  </a:cubicBezTo>
                  <a:cubicBezTo>
                    <a:pt x="166" y="398"/>
                    <a:pt x="223" y="365"/>
                    <a:pt x="279" y="347"/>
                  </a:cubicBezTo>
                  <a:cubicBezTo>
                    <a:pt x="297" y="341"/>
                    <a:pt x="316" y="338"/>
                    <a:pt x="334" y="332"/>
                  </a:cubicBezTo>
                  <a:cubicBezTo>
                    <a:pt x="366" y="323"/>
                    <a:pt x="343" y="417"/>
                    <a:pt x="327" y="460"/>
                  </a:cubicBezTo>
                  <a:cubicBezTo>
                    <a:pt x="314" y="493"/>
                    <a:pt x="287" y="531"/>
                    <a:pt x="278" y="537"/>
                  </a:cubicBezTo>
                  <a:cubicBezTo>
                    <a:pt x="271" y="542"/>
                    <a:pt x="261" y="549"/>
                    <a:pt x="233" y="544"/>
                  </a:cubicBezTo>
                  <a:cubicBezTo>
                    <a:pt x="204" y="538"/>
                    <a:pt x="179" y="508"/>
                    <a:pt x="173" y="502"/>
                  </a:cubicBezTo>
                  <a:cubicBezTo>
                    <a:pt x="167" y="497"/>
                    <a:pt x="157" y="482"/>
                    <a:pt x="152" y="485"/>
                  </a:cubicBezTo>
                  <a:cubicBezTo>
                    <a:pt x="147" y="488"/>
                    <a:pt x="147" y="492"/>
                    <a:pt x="147" y="496"/>
                  </a:cubicBezTo>
                  <a:cubicBezTo>
                    <a:pt x="146" y="500"/>
                    <a:pt x="160" y="532"/>
                    <a:pt x="177" y="551"/>
                  </a:cubicBezTo>
                  <a:cubicBezTo>
                    <a:pt x="190" y="565"/>
                    <a:pt x="175" y="573"/>
                    <a:pt x="181" y="581"/>
                  </a:cubicBezTo>
                  <a:cubicBezTo>
                    <a:pt x="195" y="602"/>
                    <a:pt x="213" y="620"/>
                    <a:pt x="220" y="624"/>
                  </a:cubicBezTo>
                  <a:cubicBezTo>
                    <a:pt x="239" y="636"/>
                    <a:pt x="265" y="640"/>
                    <a:pt x="289" y="629"/>
                  </a:cubicBezTo>
                  <a:cubicBezTo>
                    <a:pt x="324" y="612"/>
                    <a:pt x="375" y="558"/>
                    <a:pt x="404" y="471"/>
                  </a:cubicBezTo>
                  <a:cubicBezTo>
                    <a:pt x="420" y="421"/>
                    <a:pt x="422" y="354"/>
                    <a:pt x="424" y="322"/>
                  </a:cubicBezTo>
                  <a:cubicBezTo>
                    <a:pt x="424" y="317"/>
                    <a:pt x="431" y="316"/>
                    <a:pt x="435" y="315"/>
                  </a:cubicBezTo>
                  <a:cubicBezTo>
                    <a:pt x="456" y="309"/>
                    <a:pt x="470" y="307"/>
                    <a:pt x="488" y="305"/>
                  </a:cubicBezTo>
                  <a:cubicBezTo>
                    <a:pt x="518" y="303"/>
                    <a:pt x="546" y="297"/>
                    <a:pt x="579" y="307"/>
                  </a:cubicBezTo>
                  <a:cubicBezTo>
                    <a:pt x="585" y="309"/>
                    <a:pt x="611" y="320"/>
                    <a:pt x="625" y="319"/>
                  </a:cubicBezTo>
                  <a:cubicBezTo>
                    <a:pt x="639" y="318"/>
                    <a:pt x="648" y="307"/>
                    <a:pt x="662" y="283"/>
                  </a:cubicBezTo>
                  <a:cubicBezTo>
                    <a:pt x="680" y="251"/>
                    <a:pt x="666" y="230"/>
                    <a:pt x="655" y="214"/>
                  </a:cubicBezTo>
                  <a:cubicBezTo>
                    <a:pt x="646" y="199"/>
                    <a:pt x="634" y="187"/>
                    <a:pt x="609" y="17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1"/>
            <p:cNvSpPr>
              <a:spLocks noEditPoints="1"/>
            </p:cNvSpPr>
            <p:nvPr/>
          </p:nvSpPr>
          <p:spPr bwMode="auto">
            <a:xfrm>
              <a:off x="1077912" y="-808038"/>
              <a:ext cx="234950" cy="592138"/>
            </a:xfrm>
            <a:custGeom>
              <a:avLst/>
              <a:gdLst>
                <a:gd name="T0" fmla="*/ 307 w 308"/>
                <a:gd name="T1" fmla="*/ 389 h 774"/>
                <a:gd name="T2" fmla="*/ 304 w 308"/>
                <a:gd name="T3" fmla="*/ 376 h 774"/>
                <a:gd name="T4" fmla="*/ 296 w 308"/>
                <a:gd name="T5" fmla="*/ 386 h 774"/>
                <a:gd name="T6" fmla="*/ 248 w 308"/>
                <a:gd name="T7" fmla="*/ 486 h 774"/>
                <a:gd name="T8" fmla="*/ 207 w 308"/>
                <a:gd name="T9" fmla="*/ 565 h 774"/>
                <a:gd name="T10" fmla="*/ 157 w 308"/>
                <a:gd name="T11" fmla="*/ 639 h 774"/>
                <a:gd name="T12" fmla="*/ 148 w 308"/>
                <a:gd name="T13" fmla="*/ 643 h 774"/>
                <a:gd name="T14" fmla="*/ 146 w 308"/>
                <a:gd name="T15" fmla="*/ 634 h 774"/>
                <a:gd name="T16" fmla="*/ 157 w 308"/>
                <a:gd name="T17" fmla="*/ 610 h 774"/>
                <a:gd name="T18" fmla="*/ 178 w 308"/>
                <a:gd name="T19" fmla="*/ 553 h 774"/>
                <a:gd name="T20" fmla="*/ 217 w 308"/>
                <a:gd name="T21" fmla="*/ 455 h 774"/>
                <a:gd name="T22" fmla="*/ 239 w 308"/>
                <a:gd name="T23" fmla="*/ 368 h 774"/>
                <a:gd name="T24" fmla="*/ 230 w 308"/>
                <a:gd name="T25" fmla="*/ 321 h 774"/>
                <a:gd name="T26" fmla="*/ 226 w 308"/>
                <a:gd name="T27" fmla="*/ 307 h 774"/>
                <a:gd name="T28" fmla="*/ 232 w 308"/>
                <a:gd name="T29" fmla="*/ 233 h 774"/>
                <a:gd name="T30" fmla="*/ 253 w 308"/>
                <a:gd name="T31" fmla="*/ 155 h 774"/>
                <a:gd name="T32" fmla="*/ 279 w 308"/>
                <a:gd name="T33" fmla="*/ 115 h 774"/>
                <a:gd name="T34" fmla="*/ 298 w 308"/>
                <a:gd name="T35" fmla="*/ 44 h 774"/>
                <a:gd name="T36" fmla="*/ 274 w 308"/>
                <a:gd name="T37" fmla="*/ 8 h 774"/>
                <a:gd name="T38" fmla="*/ 228 w 308"/>
                <a:gd name="T39" fmla="*/ 6 h 774"/>
                <a:gd name="T40" fmla="*/ 159 w 308"/>
                <a:gd name="T41" fmla="*/ 29 h 774"/>
                <a:gd name="T42" fmla="*/ 101 w 308"/>
                <a:gd name="T43" fmla="*/ 53 h 774"/>
                <a:gd name="T44" fmla="*/ 56 w 308"/>
                <a:gd name="T45" fmla="*/ 79 h 774"/>
                <a:gd name="T46" fmla="*/ 37 w 308"/>
                <a:gd name="T47" fmla="*/ 121 h 774"/>
                <a:gd name="T48" fmla="*/ 57 w 308"/>
                <a:gd name="T49" fmla="*/ 162 h 774"/>
                <a:gd name="T50" fmla="*/ 67 w 308"/>
                <a:gd name="T51" fmla="*/ 176 h 774"/>
                <a:gd name="T52" fmla="*/ 132 w 308"/>
                <a:gd name="T53" fmla="*/ 198 h 774"/>
                <a:gd name="T54" fmla="*/ 180 w 308"/>
                <a:gd name="T55" fmla="*/ 173 h 774"/>
                <a:gd name="T56" fmla="*/ 195 w 308"/>
                <a:gd name="T57" fmla="*/ 179 h 774"/>
                <a:gd name="T58" fmla="*/ 197 w 308"/>
                <a:gd name="T59" fmla="*/ 211 h 774"/>
                <a:gd name="T60" fmla="*/ 190 w 308"/>
                <a:gd name="T61" fmla="*/ 289 h 774"/>
                <a:gd name="T62" fmla="*/ 160 w 308"/>
                <a:gd name="T63" fmla="*/ 313 h 774"/>
                <a:gd name="T64" fmla="*/ 115 w 308"/>
                <a:gd name="T65" fmla="*/ 321 h 774"/>
                <a:gd name="T66" fmla="*/ 19 w 308"/>
                <a:gd name="T67" fmla="*/ 417 h 774"/>
                <a:gd name="T68" fmla="*/ 13 w 308"/>
                <a:gd name="T69" fmla="*/ 498 h 774"/>
                <a:gd name="T70" fmla="*/ 86 w 308"/>
                <a:gd name="T71" fmla="*/ 555 h 774"/>
                <a:gd name="T72" fmla="*/ 95 w 308"/>
                <a:gd name="T73" fmla="*/ 569 h 774"/>
                <a:gd name="T74" fmla="*/ 63 w 308"/>
                <a:gd name="T75" fmla="*/ 668 h 774"/>
                <a:gd name="T76" fmla="*/ 55 w 308"/>
                <a:gd name="T77" fmla="*/ 734 h 774"/>
                <a:gd name="T78" fmla="*/ 101 w 308"/>
                <a:gd name="T79" fmla="*/ 769 h 774"/>
                <a:gd name="T80" fmla="*/ 128 w 308"/>
                <a:gd name="T81" fmla="*/ 754 h 774"/>
                <a:gd name="T82" fmla="*/ 208 w 308"/>
                <a:gd name="T83" fmla="*/ 643 h 774"/>
                <a:gd name="T84" fmla="*/ 231 w 308"/>
                <a:gd name="T85" fmla="*/ 598 h 774"/>
                <a:gd name="T86" fmla="*/ 260 w 308"/>
                <a:gd name="T87" fmla="*/ 528 h 774"/>
                <a:gd name="T88" fmla="*/ 280 w 308"/>
                <a:gd name="T89" fmla="*/ 469 h 774"/>
                <a:gd name="T90" fmla="*/ 299 w 308"/>
                <a:gd name="T91" fmla="*/ 409 h 774"/>
                <a:gd name="T92" fmla="*/ 307 w 308"/>
                <a:gd name="T93" fmla="*/ 389 h 774"/>
                <a:gd name="T94" fmla="*/ 131 w 308"/>
                <a:gd name="T95" fmla="*/ 454 h 774"/>
                <a:gd name="T96" fmla="*/ 125 w 308"/>
                <a:gd name="T97" fmla="*/ 465 h 774"/>
                <a:gd name="T98" fmla="*/ 104 w 308"/>
                <a:gd name="T99" fmla="*/ 475 h 774"/>
                <a:gd name="T100" fmla="*/ 90 w 308"/>
                <a:gd name="T101" fmla="*/ 449 h 774"/>
                <a:gd name="T102" fmla="*/ 138 w 308"/>
                <a:gd name="T103" fmla="*/ 389 h 774"/>
                <a:gd name="T104" fmla="*/ 148 w 308"/>
                <a:gd name="T105" fmla="*/ 392 h 774"/>
                <a:gd name="T106" fmla="*/ 144 w 308"/>
                <a:gd name="T107" fmla="*/ 413 h 774"/>
                <a:gd name="T108" fmla="*/ 131 w 308"/>
                <a:gd name="T109" fmla="*/ 4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8" h="774">
                  <a:moveTo>
                    <a:pt x="307" y="389"/>
                  </a:moveTo>
                  <a:cubicBezTo>
                    <a:pt x="308" y="385"/>
                    <a:pt x="308" y="377"/>
                    <a:pt x="304" y="376"/>
                  </a:cubicBezTo>
                  <a:cubicBezTo>
                    <a:pt x="300" y="375"/>
                    <a:pt x="298" y="382"/>
                    <a:pt x="296" y="386"/>
                  </a:cubicBezTo>
                  <a:cubicBezTo>
                    <a:pt x="280" y="419"/>
                    <a:pt x="264" y="453"/>
                    <a:pt x="248" y="486"/>
                  </a:cubicBezTo>
                  <a:cubicBezTo>
                    <a:pt x="234" y="512"/>
                    <a:pt x="221" y="539"/>
                    <a:pt x="207" y="565"/>
                  </a:cubicBezTo>
                  <a:cubicBezTo>
                    <a:pt x="193" y="592"/>
                    <a:pt x="180" y="619"/>
                    <a:pt x="157" y="639"/>
                  </a:cubicBezTo>
                  <a:cubicBezTo>
                    <a:pt x="155" y="642"/>
                    <a:pt x="151" y="642"/>
                    <a:pt x="148" y="643"/>
                  </a:cubicBezTo>
                  <a:cubicBezTo>
                    <a:pt x="147" y="640"/>
                    <a:pt x="145" y="636"/>
                    <a:pt x="146" y="634"/>
                  </a:cubicBezTo>
                  <a:cubicBezTo>
                    <a:pt x="149" y="626"/>
                    <a:pt x="153" y="618"/>
                    <a:pt x="157" y="610"/>
                  </a:cubicBezTo>
                  <a:cubicBezTo>
                    <a:pt x="164" y="591"/>
                    <a:pt x="171" y="572"/>
                    <a:pt x="178" y="553"/>
                  </a:cubicBezTo>
                  <a:cubicBezTo>
                    <a:pt x="191" y="520"/>
                    <a:pt x="205" y="488"/>
                    <a:pt x="217" y="455"/>
                  </a:cubicBezTo>
                  <a:cubicBezTo>
                    <a:pt x="226" y="427"/>
                    <a:pt x="233" y="397"/>
                    <a:pt x="239" y="368"/>
                  </a:cubicBezTo>
                  <a:cubicBezTo>
                    <a:pt x="243" y="352"/>
                    <a:pt x="241" y="336"/>
                    <a:pt x="230" y="321"/>
                  </a:cubicBezTo>
                  <a:cubicBezTo>
                    <a:pt x="227" y="317"/>
                    <a:pt x="225" y="312"/>
                    <a:pt x="226" y="307"/>
                  </a:cubicBezTo>
                  <a:cubicBezTo>
                    <a:pt x="227" y="282"/>
                    <a:pt x="230" y="258"/>
                    <a:pt x="232" y="233"/>
                  </a:cubicBezTo>
                  <a:cubicBezTo>
                    <a:pt x="235" y="206"/>
                    <a:pt x="241" y="180"/>
                    <a:pt x="253" y="155"/>
                  </a:cubicBezTo>
                  <a:cubicBezTo>
                    <a:pt x="259" y="140"/>
                    <a:pt x="269" y="128"/>
                    <a:pt x="279" y="115"/>
                  </a:cubicBezTo>
                  <a:cubicBezTo>
                    <a:pt x="296" y="95"/>
                    <a:pt x="299" y="69"/>
                    <a:pt x="298" y="44"/>
                  </a:cubicBezTo>
                  <a:cubicBezTo>
                    <a:pt x="298" y="29"/>
                    <a:pt x="291" y="15"/>
                    <a:pt x="274" y="8"/>
                  </a:cubicBezTo>
                  <a:cubicBezTo>
                    <a:pt x="259" y="2"/>
                    <a:pt x="244" y="0"/>
                    <a:pt x="228" y="6"/>
                  </a:cubicBezTo>
                  <a:cubicBezTo>
                    <a:pt x="205" y="14"/>
                    <a:pt x="182" y="20"/>
                    <a:pt x="159" y="29"/>
                  </a:cubicBezTo>
                  <a:cubicBezTo>
                    <a:pt x="140" y="36"/>
                    <a:pt x="120" y="44"/>
                    <a:pt x="101" y="53"/>
                  </a:cubicBezTo>
                  <a:cubicBezTo>
                    <a:pt x="85" y="61"/>
                    <a:pt x="70" y="69"/>
                    <a:pt x="56" y="79"/>
                  </a:cubicBezTo>
                  <a:cubicBezTo>
                    <a:pt x="43" y="89"/>
                    <a:pt x="35" y="105"/>
                    <a:pt x="37" y="121"/>
                  </a:cubicBezTo>
                  <a:cubicBezTo>
                    <a:pt x="38" y="136"/>
                    <a:pt x="44" y="151"/>
                    <a:pt x="57" y="162"/>
                  </a:cubicBezTo>
                  <a:cubicBezTo>
                    <a:pt x="61" y="166"/>
                    <a:pt x="64" y="171"/>
                    <a:pt x="67" y="176"/>
                  </a:cubicBezTo>
                  <a:cubicBezTo>
                    <a:pt x="80" y="198"/>
                    <a:pt x="109" y="208"/>
                    <a:pt x="132" y="198"/>
                  </a:cubicBezTo>
                  <a:cubicBezTo>
                    <a:pt x="149" y="190"/>
                    <a:pt x="164" y="181"/>
                    <a:pt x="180" y="173"/>
                  </a:cubicBezTo>
                  <a:cubicBezTo>
                    <a:pt x="189" y="168"/>
                    <a:pt x="193" y="169"/>
                    <a:pt x="195" y="179"/>
                  </a:cubicBezTo>
                  <a:cubicBezTo>
                    <a:pt x="196" y="189"/>
                    <a:pt x="196" y="198"/>
                    <a:pt x="197" y="211"/>
                  </a:cubicBezTo>
                  <a:cubicBezTo>
                    <a:pt x="195" y="235"/>
                    <a:pt x="193" y="262"/>
                    <a:pt x="190" y="289"/>
                  </a:cubicBezTo>
                  <a:cubicBezTo>
                    <a:pt x="188" y="307"/>
                    <a:pt x="177" y="313"/>
                    <a:pt x="160" y="313"/>
                  </a:cubicBezTo>
                  <a:cubicBezTo>
                    <a:pt x="145" y="313"/>
                    <a:pt x="128" y="314"/>
                    <a:pt x="115" y="321"/>
                  </a:cubicBezTo>
                  <a:cubicBezTo>
                    <a:pt x="71" y="340"/>
                    <a:pt x="42" y="375"/>
                    <a:pt x="19" y="417"/>
                  </a:cubicBezTo>
                  <a:cubicBezTo>
                    <a:pt x="6" y="443"/>
                    <a:pt x="0" y="468"/>
                    <a:pt x="13" y="498"/>
                  </a:cubicBezTo>
                  <a:cubicBezTo>
                    <a:pt x="28" y="531"/>
                    <a:pt x="49" y="552"/>
                    <a:pt x="86" y="555"/>
                  </a:cubicBezTo>
                  <a:cubicBezTo>
                    <a:pt x="95" y="556"/>
                    <a:pt x="98" y="560"/>
                    <a:pt x="95" y="569"/>
                  </a:cubicBezTo>
                  <a:cubicBezTo>
                    <a:pt x="84" y="602"/>
                    <a:pt x="73" y="635"/>
                    <a:pt x="63" y="668"/>
                  </a:cubicBezTo>
                  <a:cubicBezTo>
                    <a:pt x="57" y="689"/>
                    <a:pt x="50" y="711"/>
                    <a:pt x="55" y="734"/>
                  </a:cubicBezTo>
                  <a:cubicBezTo>
                    <a:pt x="60" y="756"/>
                    <a:pt x="81" y="774"/>
                    <a:pt x="101" y="769"/>
                  </a:cubicBezTo>
                  <a:cubicBezTo>
                    <a:pt x="111" y="767"/>
                    <a:pt x="120" y="761"/>
                    <a:pt x="128" y="754"/>
                  </a:cubicBezTo>
                  <a:cubicBezTo>
                    <a:pt x="164" y="725"/>
                    <a:pt x="188" y="686"/>
                    <a:pt x="208" y="643"/>
                  </a:cubicBezTo>
                  <a:cubicBezTo>
                    <a:pt x="215" y="628"/>
                    <a:pt x="224" y="614"/>
                    <a:pt x="231" y="598"/>
                  </a:cubicBezTo>
                  <a:cubicBezTo>
                    <a:pt x="242" y="575"/>
                    <a:pt x="251" y="552"/>
                    <a:pt x="260" y="528"/>
                  </a:cubicBezTo>
                  <a:cubicBezTo>
                    <a:pt x="268" y="510"/>
                    <a:pt x="279" y="470"/>
                    <a:pt x="280" y="469"/>
                  </a:cubicBezTo>
                  <a:cubicBezTo>
                    <a:pt x="286" y="449"/>
                    <a:pt x="292" y="429"/>
                    <a:pt x="299" y="409"/>
                  </a:cubicBezTo>
                  <a:cubicBezTo>
                    <a:pt x="301" y="402"/>
                    <a:pt x="306" y="396"/>
                    <a:pt x="307" y="389"/>
                  </a:cubicBezTo>
                  <a:close/>
                  <a:moveTo>
                    <a:pt x="131" y="454"/>
                  </a:moveTo>
                  <a:cubicBezTo>
                    <a:pt x="130" y="458"/>
                    <a:pt x="128" y="462"/>
                    <a:pt x="125" y="465"/>
                  </a:cubicBezTo>
                  <a:cubicBezTo>
                    <a:pt x="120" y="471"/>
                    <a:pt x="115" y="479"/>
                    <a:pt x="104" y="475"/>
                  </a:cubicBezTo>
                  <a:cubicBezTo>
                    <a:pt x="96" y="472"/>
                    <a:pt x="89" y="459"/>
                    <a:pt x="90" y="449"/>
                  </a:cubicBezTo>
                  <a:cubicBezTo>
                    <a:pt x="95" y="420"/>
                    <a:pt x="115" y="403"/>
                    <a:pt x="138" y="389"/>
                  </a:cubicBezTo>
                  <a:cubicBezTo>
                    <a:pt x="140" y="388"/>
                    <a:pt x="145" y="391"/>
                    <a:pt x="148" y="392"/>
                  </a:cubicBezTo>
                  <a:cubicBezTo>
                    <a:pt x="146" y="401"/>
                    <a:pt x="146" y="407"/>
                    <a:pt x="144" y="413"/>
                  </a:cubicBezTo>
                  <a:cubicBezTo>
                    <a:pt x="140" y="427"/>
                    <a:pt x="136" y="441"/>
                    <a:pt x="131" y="45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2"/>
            <p:cNvSpPr>
              <a:spLocks/>
            </p:cNvSpPr>
            <p:nvPr/>
          </p:nvSpPr>
          <p:spPr bwMode="auto">
            <a:xfrm>
              <a:off x="3265487" y="-985838"/>
              <a:ext cx="400050" cy="276225"/>
            </a:xfrm>
            <a:custGeom>
              <a:avLst/>
              <a:gdLst>
                <a:gd name="T0" fmla="*/ 35 w 524"/>
                <a:gd name="T1" fmla="*/ 339 h 361"/>
                <a:gd name="T2" fmla="*/ 55 w 524"/>
                <a:gd name="T3" fmla="*/ 346 h 361"/>
                <a:gd name="T4" fmla="*/ 107 w 524"/>
                <a:gd name="T5" fmla="*/ 354 h 361"/>
                <a:gd name="T6" fmla="*/ 128 w 524"/>
                <a:gd name="T7" fmla="*/ 332 h 361"/>
                <a:gd name="T8" fmla="*/ 131 w 524"/>
                <a:gd name="T9" fmla="*/ 294 h 361"/>
                <a:gd name="T10" fmla="*/ 129 w 524"/>
                <a:gd name="T11" fmla="*/ 259 h 361"/>
                <a:gd name="T12" fmla="*/ 134 w 524"/>
                <a:gd name="T13" fmla="*/ 195 h 361"/>
                <a:gd name="T14" fmla="*/ 141 w 524"/>
                <a:gd name="T15" fmla="*/ 188 h 361"/>
                <a:gd name="T16" fmla="*/ 149 w 524"/>
                <a:gd name="T17" fmla="*/ 194 h 361"/>
                <a:gd name="T18" fmla="*/ 205 w 524"/>
                <a:gd name="T19" fmla="*/ 245 h 361"/>
                <a:gd name="T20" fmla="*/ 209 w 524"/>
                <a:gd name="T21" fmla="*/ 266 h 361"/>
                <a:gd name="T22" fmla="*/ 184 w 524"/>
                <a:gd name="T23" fmla="*/ 291 h 361"/>
                <a:gd name="T24" fmla="*/ 168 w 524"/>
                <a:gd name="T25" fmla="*/ 312 h 361"/>
                <a:gd name="T26" fmla="*/ 168 w 524"/>
                <a:gd name="T27" fmla="*/ 344 h 361"/>
                <a:gd name="T28" fmla="*/ 198 w 524"/>
                <a:gd name="T29" fmla="*/ 334 h 361"/>
                <a:gd name="T30" fmla="*/ 428 w 524"/>
                <a:gd name="T31" fmla="*/ 159 h 361"/>
                <a:gd name="T32" fmla="*/ 458 w 524"/>
                <a:gd name="T33" fmla="*/ 143 h 361"/>
                <a:gd name="T34" fmla="*/ 471 w 524"/>
                <a:gd name="T35" fmla="*/ 138 h 361"/>
                <a:gd name="T36" fmla="*/ 499 w 524"/>
                <a:gd name="T37" fmla="*/ 126 h 361"/>
                <a:gd name="T38" fmla="*/ 516 w 524"/>
                <a:gd name="T39" fmla="*/ 104 h 361"/>
                <a:gd name="T40" fmla="*/ 524 w 524"/>
                <a:gd name="T41" fmla="*/ 69 h 361"/>
                <a:gd name="T42" fmla="*/ 521 w 524"/>
                <a:gd name="T43" fmla="*/ 49 h 361"/>
                <a:gd name="T44" fmla="*/ 512 w 524"/>
                <a:gd name="T45" fmla="*/ 31 h 361"/>
                <a:gd name="T46" fmla="*/ 481 w 524"/>
                <a:gd name="T47" fmla="*/ 5 h 361"/>
                <a:gd name="T48" fmla="*/ 444 w 524"/>
                <a:gd name="T49" fmla="*/ 1 h 361"/>
                <a:gd name="T50" fmla="*/ 409 w 524"/>
                <a:gd name="T51" fmla="*/ 11 h 361"/>
                <a:gd name="T52" fmla="*/ 393 w 524"/>
                <a:gd name="T53" fmla="*/ 20 h 361"/>
                <a:gd name="T54" fmla="*/ 390 w 524"/>
                <a:gd name="T55" fmla="*/ 25 h 361"/>
                <a:gd name="T56" fmla="*/ 404 w 524"/>
                <a:gd name="T57" fmla="*/ 35 h 361"/>
                <a:gd name="T58" fmla="*/ 401 w 524"/>
                <a:gd name="T59" fmla="*/ 54 h 361"/>
                <a:gd name="T60" fmla="*/ 374 w 524"/>
                <a:gd name="T61" fmla="*/ 96 h 361"/>
                <a:gd name="T62" fmla="*/ 266 w 524"/>
                <a:gd name="T63" fmla="*/ 213 h 361"/>
                <a:gd name="T64" fmla="*/ 270 w 524"/>
                <a:gd name="T65" fmla="*/ 174 h 361"/>
                <a:gd name="T66" fmla="*/ 256 w 524"/>
                <a:gd name="T67" fmla="*/ 90 h 361"/>
                <a:gd name="T68" fmla="*/ 229 w 524"/>
                <a:gd name="T69" fmla="*/ 65 h 361"/>
                <a:gd name="T70" fmla="*/ 206 w 524"/>
                <a:gd name="T71" fmla="*/ 73 h 361"/>
                <a:gd name="T72" fmla="*/ 202 w 524"/>
                <a:gd name="T73" fmla="*/ 75 h 361"/>
                <a:gd name="T74" fmla="*/ 160 w 524"/>
                <a:gd name="T75" fmla="*/ 123 h 361"/>
                <a:gd name="T76" fmla="*/ 125 w 524"/>
                <a:gd name="T77" fmla="*/ 185 h 361"/>
                <a:gd name="T78" fmla="*/ 115 w 524"/>
                <a:gd name="T79" fmla="*/ 191 h 361"/>
                <a:gd name="T80" fmla="*/ 110 w 524"/>
                <a:gd name="T81" fmla="*/ 179 h 361"/>
                <a:gd name="T82" fmla="*/ 97 w 524"/>
                <a:gd name="T83" fmla="*/ 128 h 361"/>
                <a:gd name="T84" fmla="*/ 63 w 524"/>
                <a:gd name="T85" fmla="*/ 114 h 361"/>
                <a:gd name="T86" fmla="*/ 20 w 524"/>
                <a:gd name="T87" fmla="*/ 152 h 361"/>
                <a:gd name="T88" fmla="*/ 0 w 524"/>
                <a:gd name="T89" fmla="*/ 250 h 361"/>
                <a:gd name="T90" fmla="*/ 3 w 524"/>
                <a:gd name="T91" fmla="*/ 287 h 361"/>
                <a:gd name="T92" fmla="*/ 35 w 524"/>
                <a:gd name="T93" fmla="*/ 3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4" h="361">
                  <a:moveTo>
                    <a:pt x="35" y="339"/>
                  </a:moveTo>
                  <a:cubicBezTo>
                    <a:pt x="42" y="341"/>
                    <a:pt x="49" y="343"/>
                    <a:pt x="55" y="346"/>
                  </a:cubicBezTo>
                  <a:cubicBezTo>
                    <a:pt x="71" y="356"/>
                    <a:pt x="88" y="361"/>
                    <a:pt x="107" y="354"/>
                  </a:cubicBezTo>
                  <a:cubicBezTo>
                    <a:pt x="120" y="350"/>
                    <a:pt x="126" y="346"/>
                    <a:pt x="128" y="332"/>
                  </a:cubicBezTo>
                  <a:cubicBezTo>
                    <a:pt x="129" y="319"/>
                    <a:pt x="131" y="307"/>
                    <a:pt x="131" y="294"/>
                  </a:cubicBezTo>
                  <a:cubicBezTo>
                    <a:pt x="132" y="283"/>
                    <a:pt x="132" y="270"/>
                    <a:pt x="129" y="259"/>
                  </a:cubicBezTo>
                  <a:cubicBezTo>
                    <a:pt x="121" y="236"/>
                    <a:pt x="123" y="215"/>
                    <a:pt x="134" y="195"/>
                  </a:cubicBezTo>
                  <a:cubicBezTo>
                    <a:pt x="135" y="192"/>
                    <a:pt x="139" y="188"/>
                    <a:pt x="141" y="188"/>
                  </a:cubicBezTo>
                  <a:cubicBezTo>
                    <a:pt x="144" y="188"/>
                    <a:pt x="148" y="192"/>
                    <a:pt x="149" y="194"/>
                  </a:cubicBezTo>
                  <a:cubicBezTo>
                    <a:pt x="161" y="218"/>
                    <a:pt x="181" y="234"/>
                    <a:pt x="205" y="245"/>
                  </a:cubicBezTo>
                  <a:cubicBezTo>
                    <a:pt x="227" y="252"/>
                    <a:pt x="209" y="266"/>
                    <a:pt x="209" y="266"/>
                  </a:cubicBezTo>
                  <a:cubicBezTo>
                    <a:pt x="209" y="266"/>
                    <a:pt x="188" y="286"/>
                    <a:pt x="184" y="291"/>
                  </a:cubicBezTo>
                  <a:cubicBezTo>
                    <a:pt x="180" y="296"/>
                    <a:pt x="166" y="310"/>
                    <a:pt x="168" y="312"/>
                  </a:cubicBezTo>
                  <a:cubicBezTo>
                    <a:pt x="172" y="315"/>
                    <a:pt x="165" y="341"/>
                    <a:pt x="168" y="344"/>
                  </a:cubicBezTo>
                  <a:cubicBezTo>
                    <a:pt x="175" y="349"/>
                    <a:pt x="198" y="334"/>
                    <a:pt x="198" y="334"/>
                  </a:cubicBezTo>
                  <a:cubicBezTo>
                    <a:pt x="198" y="334"/>
                    <a:pt x="399" y="184"/>
                    <a:pt x="428" y="159"/>
                  </a:cubicBezTo>
                  <a:cubicBezTo>
                    <a:pt x="434" y="154"/>
                    <a:pt x="454" y="145"/>
                    <a:pt x="458" y="143"/>
                  </a:cubicBezTo>
                  <a:cubicBezTo>
                    <a:pt x="463" y="142"/>
                    <a:pt x="467" y="140"/>
                    <a:pt x="471" y="138"/>
                  </a:cubicBezTo>
                  <a:cubicBezTo>
                    <a:pt x="481" y="136"/>
                    <a:pt x="490" y="132"/>
                    <a:pt x="499" y="126"/>
                  </a:cubicBezTo>
                  <a:cubicBezTo>
                    <a:pt x="504" y="122"/>
                    <a:pt x="515" y="106"/>
                    <a:pt x="516" y="104"/>
                  </a:cubicBezTo>
                  <a:cubicBezTo>
                    <a:pt x="524" y="88"/>
                    <a:pt x="523" y="74"/>
                    <a:pt x="524" y="69"/>
                  </a:cubicBezTo>
                  <a:cubicBezTo>
                    <a:pt x="524" y="65"/>
                    <a:pt x="522" y="54"/>
                    <a:pt x="521" y="49"/>
                  </a:cubicBezTo>
                  <a:cubicBezTo>
                    <a:pt x="518" y="39"/>
                    <a:pt x="512" y="32"/>
                    <a:pt x="512" y="31"/>
                  </a:cubicBezTo>
                  <a:cubicBezTo>
                    <a:pt x="507" y="21"/>
                    <a:pt x="490" y="8"/>
                    <a:pt x="481" y="5"/>
                  </a:cubicBezTo>
                  <a:cubicBezTo>
                    <a:pt x="476" y="3"/>
                    <a:pt x="459" y="0"/>
                    <a:pt x="444" y="1"/>
                  </a:cubicBezTo>
                  <a:cubicBezTo>
                    <a:pt x="429" y="3"/>
                    <a:pt x="417" y="8"/>
                    <a:pt x="409" y="11"/>
                  </a:cubicBezTo>
                  <a:cubicBezTo>
                    <a:pt x="400" y="15"/>
                    <a:pt x="394" y="19"/>
                    <a:pt x="393" y="20"/>
                  </a:cubicBezTo>
                  <a:cubicBezTo>
                    <a:pt x="392" y="21"/>
                    <a:pt x="389" y="24"/>
                    <a:pt x="390" y="25"/>
                  </a:cubicBezTo>
                  <a:cubicBezTo>
                    <a:pt x="391" y="27"/>
                    <a:pt x="402" y="31"/>
                    <a:pt x="404" y="35"/>
                  </a:cubicBezTo>
                  <a:cubicBezTo>
                    <a:pt x="407" y="41"/>
                    <a:pt x="405" y="45"/>
                    <a:pt x="401" y="54"/>
                  </a:cubicBezTo>
                  <a:cubicBezTo>
                    <a:pt x="397" y="63"/>
                    <a:pt x="391" y="77"/>
                    <a:pt x="374" y="96"/>
                  </a:cubicBezTo>
                  <a:cubicBezTo>
                    <a:pt x="358" y="116"/>
                    <a:pt x="280" y="199"/>
                    <a:pt x="266" y="213"/>
                  </a:cubicBezTo>
                  <a:cubicBezTo>
                    <a:pt x="266" y="211"/>
                    <a:pt x="269" y="185"/>
                    <a:pt x="270" y="174"/>
                  </a:cubicBezTo>
                  <a:cubicBezTo>
                    <a:pt x="274" y="144"/>
                    <a:pt x="276" y="115"/>
                    <a:pt x="256" y="90"/>
                  </a:cubicBezTo>
                  <a:cubicBezTo>
                    <a:pt x="249" y="80"/>
                    <a:pt x="240" y="70"/>
                    <a:pt x="229" y="65"/>
                  </a:cubicBezTo>
                  <a:cubicBezTo>
                    <a:pt x="224" y="62"/>
                    <a:pt x="214" y="70"/>
                    <a:pt x="206" y="73"/>
                  </a:cubicBezTo>
                  <a:cubicBezTo>
                    <a:pt x="204" y="74"/>
                    <a:pt x="203" y="75"/>
                    <a:pt x="202" y="75"/>
                  </a:cubicBezTo>
                  <a:cubicBezTo>
                    <a:pt x="180" y="85"/>
                    <a:pt x="167" y="102"/>
                    <a:pt x="160" y="123"/>
                  </a:cubicBezTo>
                  <a:cubicBezTo>
                    <a:pt x="152" y="146"/>
                    <a:pt x="143" y="168"/>
                    <a:pt x="125" y="185"/>
                  </a:cubicBezTo>
                  <a:cubicBezTo>
                    <a:pt x="122" y="188"/>
                    <a:pt x="118" y="189"/>
                    <a:pt x="115" y="191"/>
                  </a:cubicBezTo>
                  <a:cubicBezTo>
                    <a:pt x="113" y="187"/>
                    <a:pt x="111" y="183"/>
                    <a:pt x="110" y="179"/>
                  </a:cubicBezTo>
                  <a:cubicBezTo>
                    <a:pt x="106" y="162"/>
                    <a:pt x="103" y="144"/>
                    <a:pt x="97" y="128"/>
                  </a:cubicBezTo>
                  <a:cubicBezTo>
                    <a:pt x="91" y="113"/>
                    <a:pt x="77" y="108"/>
                    <a:pt x="63" y="114"/>
                  </a:cubicBezTo>
                  <a:cubicBezTo>
                    <a:pt x="44" y="121"/>
                    <a:pt x="29" y="133"/>
                    <a:pt x="20" y="152"/>
                  </a:cubicBezTo>
                  <a:cubicBezTo>
                    <a:pt x="5" y="183"/>
                    <a:pt x="1" y="216"/>
                    <a:pt x="0" y="250"/>
                  </a:cubicBezTo>
                  <a:cubicBezTo>
                    <a:pt x="1" y="262"/>
                    <a:pt x="0" y="275"/>
                    <a:pt x="3" y="287"/>
                  </a:cubicBezTo>
                  <a:cubicBezTo>
                    <a:pt x="7" y="309"/>
                    <a:pt x="13" y="329"/>
                    <a:pt x="35" y="3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3"/>
            <p:cNvSpPr>
              <a:spLocks/>
            </p:cNvSpPr>
            <p:nvPr/>
          </p:nvSpPr>
          <p:spPr bwMode="auto">
            <a:xfrm>
              <a:off x="3279775" y="-790575"/>
              <a:ext cx="455613" cy="174625"/>
            </a:xfrm>
            <a:custGeom>
              <a:avLst/>
              <a:gdLst>
                <a:gd name="T0" fmla="*/ 388 w 597"/>
                <a:gd name="T1" fmla="*/ 10 h 228"/>
                <a:gd name="T2" fmla="*/ 260 w 597"/>
                <a:gd name="T3" fmla="*/ 48 h 228"/>
                <a:gd name="T4" fmla="*/ 106 w 597"/>
                <a:gd name="T5" fmla="*/ 130 h 228"/>
                <a:gd name="T6" fmla="*/ 4 w 597"/>
                <a:gd name="T7" fmla="*/ 198 h 228"/>
                <a:gd name="T8" fmla="*/ 6 w 597"/>
                <a:gd name="T9" fmla="*/ 203 h 228"/>
                <a:gd name="T10" fmla="*/ 57 w 597"/>
                <a:gd name="T11" fmla="*/ 195 h 228"/>
                <a:gd name="T12" fmla="*/ 136 w 597"/>
                <a:gd name="T13" fmla="*/ 175 h 228"/>
                <a:gd name="T14" fmla="*/ 186 w 597"/>
                <a:gd name="T15" fmla="*/ 142 h 228"/>
                <a:gd name="T16" fmla="*/ 320 w 597"/>
                <a:gd name="T17" fmla="*/ 70 h 228"/>
                <a:gd name="T18" fmla="*/ 496 w 597"/>
                <a:gd name="T19" fmla="*/ 33 h 228"/>
                <a:gd name="T20" fmla="*/ 530 w 597"/>
                <a:gd name="T21" fmla="*/ 62 h 228"/>
                <a:gd name="T22" fmla="*/ 503 w 597"/>
                <a:gd name="T23" fmla="*/ 120 h 228"/>
                <a:gd name="T24" fmla="*/ 443 w 597"/>
                <a:gd name="T25" fmla="*/ 171 h 228"/>
                <a:gd name="T26" fmla="*/ 366 w 597"/>
                <a:gd name="T27" fmla="*/ 217 h 228"/>
                <a:gd name="T28" fmla="*/ 364 w 597"/>
                <a:gd name="T29" fmla="*/ 220 h 228"/>
                <a:gd name="T30" fmla="*/ 364 w 597"/>
                <a:gd name="T31" fmla="*/ 220 h 228"/>
                <a:gd name="T32" fmla="*/ 367 w 597"/>
                <a:gd name="T33" fmla="*/ 224 h 228"/>
                <a:gd name="T34" fmla="*/ 380 w 597"/>
                <a:gd name="T35" fmla="*/ 228 h 228"/>
                <a:gd name="T36" fmla="*/ 425 w 597"/>
                <a:gd name="T37" fmla="*/ 226 h 228"/>
                <a:gd name="T38" fmla="*/ 550 w 597"/>
                <a:gd name="T39" fmla="*/ 177 h 228"/>
                <a:gd name="T40" fmla="*/ 596 w 597"/>
                <a:gd name="T41" fmla="*/ 102 h 228"/>
                <a:gd name="T42" fmla="*/ 587 w 597"/>
                <a:gd name="T43" fmla="*/ 54 h 228"/>
                <a:gd name="T44" fmla="*/ 528 w 597"/>
                <a:gd name="T45" fmla="*/ 11 h 228"/>
                <a:gd name="T46" fmla="*/ 388 w 597"/>
                <a:gd name="T47" fmla="*/ 1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7" h="228">
                  <a:moveTo>
                    <a:pt x="388" y="10"/>
                  </a:moveTo>
                  <a:cubicBezTo>
                    <a:pt x="343" y="20"/>
                    <a:pt x="330" y="20"/>
                    <a:pt x="260" y="48"/>
                  </a:cubicBezTo>
                  <a:cubicBezTo>
                    <a:pt x="190" y="76"/>
                    <a:pt x="125" y="118"/>
                    <a:pt x="106" y="130"/>
                  </a:cubicBezTo>
                  <a:cubicBezTo>
                    <a:pt x="81" y="145"/>
                    <a:pt x="8" y="194"/>
                    <a:pt x="4" y="198"/>
                  </a:cubicBezTo>
                  <a:cubicBezTo>
                    <a:pt x="0" y="202"/>
                    <a:pt x="2" y="203"/>
                    <a:pt x="6" y="203"/>
                  </a:cubicBezTo>
                  <a:cubicBezTo>
                    <a:pt x="10" y="203"/>
                    <a:pt x="49" y="195"/>
                    <a:pt x="57" y="195"/>
                  </a:cubicBezTo>
                  <a:cubicBezTo>
                    <a:pt x="85" y="196"/>
                    <a:pt x="111" y="189"/>
                    <a:pt x="136" y="175"/>
                  </a:cubicBezTo>
                  <a:cubicBezTo>
                    <a:pt x="155" y="165"/>
                    <a:pt x="171" y="154"/>
                    <a:pt x="186" y="142"/>
                  </a:cubicBezTo>
                  <a:cubicBezTo>
                    <a:pt x="225" y="111"/>
                    <a:pt x="297" y="78"/>
                    <a:pt x="320" y="70"/>
                  </a:cubicBezTo>
                  <a:cubicBezTo>
                    <a:pt x="380" y="48"/>
                    <a:pt x="457" y="30"/>
                    <a:pt x="496" y="33"/>
                  </a:cubicBezTo>
                  <a:cubicBezTo>
                    <a:pt x="512" y="34"/>
                    <a:pt x="527" y="43"/>
                    <a:pt x="530" y="62"/>
                  </a:cubicBezTo>
                  <a:cubicBezTo>
                    <a:pt x="533" y="77"/>
                    <a:pt x="513" y="110"/>
                    <a:pt x="503" y="120"/>
                  </a:cubicBezTo>
                  <a:cubicBezTo>
                    <a:pt x="494" y="130"/>
                    <a:pt x="469" y="152"/>
                    <a:pt x="443" y="171"/>
                  </a:cubicBezTo>
                  <a:cubicBezTo>
                    <a:pt x="413" y="191"/>
                    <a:pt x="369" y="216"/>
                    <a:pt x="366" y="217"/>
                  </a:cubicBezTo>
                  <a:cubicBezTo>
                    <a:pt x="363" y="219"/>
                    <a:pt x="364" y="220"/>
                    <a:pt x="364" y="220"/>
                  </a:cubicBezTo>
                  <a:cubicBezTo>
                    <a:pt x="364" y="220"/>
                    <a:pt x="364" y="219"/>
                    <a:pt x="364" y="220"/>
                  </a:cubicBezTo>
                  <a:cubicBezTo>
                    <a:pt x="364" y="222"/>
                    <a:pt x="365" y="222"/>
                    <a:pt x="367" y="224"/>
                  </a:cubicBezTo>
                  <a:cubicBezTo>
                    <a:pt x="370" y="225"/>
                    <a:pt x="373" y="228"/>
                    <a:pt x="380" y="228"/>
                  </a:cubicBezTo>
                  <a:cubicBezTo>
                    <a:pt x="383" y="228"/>
                    <a:pt x="421" y="226"/>
                    <a:pt x="425" y="226"/>
                  </a:cubicBezTo>
                  <a:cubicBezTo>
                    <a:pt x="451" y="224"/>
                    <a:pt x="505" y="216"/>
                    <a:pt x="550" y="177"/>
                  </a:cubicBezTo>
                  <a:cubicBezTo>
                    <a:pt x="573" y="156"/>
                    <a:pt x="593" y="137"/>
                    <a:pt x="596" y="102"/>
                  </a:cubicBezTo>
                  <a:cubicBezTo>
                    <a:pt x="597" y="90"/>
                    <a:pt x="596" y="73"/>
                    <a:pt x="587" y="54"/>
                  </a:cubicBezTo>
                  <a:cubicBezTo>
                    <a:pt x="576" y="29"/>
                    <a:pt x="549" y="18"/>
                    <a:pt x="528" y="11"/>
                  </a:cubicBezTo>
                  <a:cubicBezTo>
                    <a:pt x="493" y="0"/>
                    <a:pt x="438" y="0"/>
                    <a:pt x="388"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4"/>
            <p:cNvSpPr>
              <a:spLocks/>
            </p:cNvSpPr>
            <p:nvPr/>
          </p:nvSpPr>
          <p:spPr bwMode="auto">
            <a:xfrm>
              <a:off x="549275" y="-954088"/>
              <a:ext cx="160338" cy="173038"/>
            </a:xfrm>
            <a:custGeom>
              <a:avLst/>
              <a:gdLst>
                <a:gd name="T0" fmla="*/ 39 w 210"/>
                <a:gd name="T1" fmla="*/ 128 h 226"/>
                <a:gd name="T2" fmla="*/ 50 w 210"/>
                <a:gd name="T3" fmla="*/ 144 h 226"/>
                <a:gd name="T4" fmla="*/ 53 w 210"/>
                <a:gd name="T5" fmla="*/ 162 h 226"/>
                <a:gd name="T6" fmla="*/ 34 w 210"/>
                <a:gd name="T7" fmla="*/ 188 h 226"/>
                <a:gd name="T8" fmla="*/ 12 w 210"/>
                <a:gd name="T9" fmla="*/ 222 h 226"/>
                <a:gd name="T10" fmla="*/ 48 w 210"/>
                <a:gd name="T11" fmla="*/ 201 h 226"/>
                <a:gd name="T12" fmla="*/ 84 w 210"/>
                <a:gd name="T13" fmla="*/ 192 h 226"/>
                <a:gd name="T14" fmla="*/ 159 w 210"/>
                <a:gd name="T15" fmla="*/ 197 h 226"/>
                <a:gd name="T16" fmla="*/ 199 w 210"/>
                <a:gd name="T17" fmla="*/ 166 h 226"/>
                <a:gd name="T18" fmla="*/ 189 w 210"/>
                <a:gd name="T19" fmla="*/ 80 h 226"/>
                <a:gd name="T20" fmla="*/ 156 w 210"/>
                <a:gd name="T21" fmla="*/ 43 h 226"/>
                <a:gd name="T22" fmla="*/ 99 w 210"/>
                <a:gd name="T23" fmla="*/ 11 h 226"/>
                <a:gd name="T24" fmla="*/ 66 w 210"/>
                <a:gd name="T25" fmla="*/ 11 h 226"/>
                <a:gd name="T26" fmla="*/ 36 w 210"/>
                <a:gd name="T27" fmla="*/ 31 h 226"/>
                <a:gd name="T28" fmla="*/ 25 w 210"/>
                <a:gd name="T29" fmla="*/ 108 h 226"/>
                <a:gd name="T30" fmla="*/ 39 w 210"/>
                <a:gd name="T31" fmla="*/ 12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226">
                  <a:moveTo>
                    <a:pt x="39" y="128"/>
                  </a:moveTo>
                  <a:cubicBezTo>
                    <a:pt x="43" y="134"/>
                    <a:pt x="46" y="140"/>
                    <a:pt x="50" y="144"/>
                  </a:cubicBezTo>
                  <a:cubicBezTo>
                    <a:pt x="56" y="150"/>
                    <a:pt x="58" y="155"/>
                    <a:pt x="53" y="162"/>
                  </a:cubicBezTo>
                  <a:cubicBezTo>
                    <a:pt x="47" y="170"/>
                    <a:pt x="40" y="179"/>
                    <a:pt x="34" y="188"/>
                  </a:cubicBezTo>
                  <a:cubicBezTo>
                    <a:pt x="28" y="197"/>
                    <a:pt x="9" y="218"/>
                    <a:pt x="12" y="222"/>
                  </a:cubicBezTo>
                  <a:cubicBezTo>
                    <a:pt x="15" y="226"/>
                    <a:pt x="38" y="207"/>
                    <a:pt x="48" y="201"/>
                  </a:cubicBezTo>
                  <a:cubicBezTo>
                    <a:pt x="59" y="194"/>
                    <a:pt x="70" y="186"/>
                    <a:pt x="84" y="192"/>
                  </a:cubicBezTo>
                  <a:cubicBezTo>
                    <a:pt x="109" y="203"/>
                    <a:pt x="134" y="201"/>
                    <a:pt x="159" y="197"/>
                  </a:cubicBezTo>
                  <a:cubicBezTo>
                    <a:pt x="177" y="194"/>
                    <a:pt x="194" y="186"/>
                    <a:pt x="199" y="166"/>
                  </a:cubicBezTo>
                  <a:cubicBezTo>
                    <a:pt x="205" y="137"/>
                    <a:pt x="210" y="107"/>
                    <a:pt x="189" y="80"/>
                  </a:cubicBezTo>
                  <a:cubicBezTo>
                    <a:pt x="178" y="67"/>
                    <a:pt x="169" y="53"/>
                    <a:pt x="156" y="43"/>
                  </a:cubicBezTo>
                  <a:cubicBezTo>
                    <a:pt x="139" y="30"/>
                    <a:pt x="119" y="20"/>
                    <a:pt x="99" y="11"/>
                  </a:cubicBezTo>
                  <a:cubicBezTo>
                    <a:pt x="89" y="6"/>
                    <a:pt x="78" y="0"/>
                    <a:pt x="66" y="11"/>
                  </a:cubicBezTo>
                  <a:cubicBezTo>
                    <a:pt x="57" y="19"/>
                    <a:pt x="47" y="26"/>
                    <a:pt x="36" y="31"/>
                  </a:cubicBezTo>
                  <a:cubicBezTo>
                    <a:pt x="11" y="44"/>
                    <a:pt x="0" y="87"/>
                    <a:pt x="25" y="108"/>
                  </a:cubicBezTo>
                  <a:cubicBezTo>
                    <a:pt x="31" y="113"/>
                    <a:pt x="34" y="122"/>
                    <a:pt x="39" y="12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5"/>
            <p:cNvSpPr>
              <a:spLocks/>
            </p:cNvSpPr>
            <p:nvPr/>
          </p:nvSpPr>
          <p:spPr bwMode="auto">
            <a:xfrm>
              <a:off x="3154362" y="-631825"/>
              <a:ext cx="93663" cy="157163"/>
            </a:xfrm>
            <a:custGeom>
              <a:avLst/>
              <a:gdLst>
                <a:gd name="T0" fmla="*/ 105 w 122"/>
                <a:gd name="T1" fmla="*/ 180 h 205"/>
                <a:gd name="T2" fmla="*/ 108 w 122"/>
                <a:gd name="T3" fmla="*/ 135 h 205"/>
                <a:gd name="T4" fmla="*/ 121 w 122"/>
                <a:gd name="T5" fmla="*/ 30 h 205"/>
                <a:gd name="T6" fmla="*/ 106 w 122"/>
                <a:gd name="T7" fmla="*/ 10 h 205"/>
                <a:gd name="T8" fmla="*/ 101 w 122"/>
                <a:gd name="T9" fmla="*/ 8 h 205"/>
                <a:gd name="T10" fmla="*/ 64 w 122"/>
                <a:gd name="T11" fmla="*/ 0 h 205"/>
                <a:gd name="T12" fmla="*/ 46 w 122"/>
                <a:gd name="T13" fmla="*/ 9 h 205"/>
                <a:gd name="T14" fmla="*/ 24 w 122"/>
                <a:gd name="T15" fmla="*/ 44 h 205"/>
                <a:gd name="T16" fmla="*/ 4 w 122"/>
                <a:gd name="T17" fmla="*/ 141 h 205"/>
                <a:gd name="T18" fmla="*/ 47 w 122"/>
                <a:gd name="T19" fmla="*/ 198 h 205"/>
                <a:gd name="T20" fmla="*/ 78 w 122"/>
                <a:gd name="T21" fmla="*/ 202 h 205"/>
                <a:gd name="T22" fmla="*/ 105 w 122"/>
                <a:gd name="T23"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205">
                  <a:moveTo>
                    <a:pt x="105" y="180"/>
                  </a:moveTo>
                  <a:cubicBezTo>
                    <a:pt x="103" y="164"/>
                    <a:pt x="106" y="150"/>
                    <a:pt x="108" y="135"/>
                  </a:cubicBezTo>
                  <a:cubicBezTo>
                    <a:pt x="113" y="100"/>
                    <a:pt x="117" y="65"/>
                    <a:pt x="121" y="30"/>
                  </a:cubicBezTo>
                  <a:cubicBezTo>
                    <a:pt x="122" y="17"/>
                    <a:pt x="119" y="12"/>
                    <a:pt x="106" y="10"/>
                  </a:cubicBezTo>
                  <a:cubicBezTo>
                    <a:pt x="105" y="9"/>
                    <a:pt x="103" y="8"/>
                    <a:pt x="101" y="8"/>
                  </a:cubicBezTo>
                  <a:cubicBezTo>
                    <a:pt x="89" y="5"/>
                    <a:pt x="77" y="3"/>
                    <a:pt x="64" y="0"/>
                  </a:cubicBezTo>
                  <a:cubicBezTo>
                    <a:pt x="58" y="2"/>
                    <a:pt x="50" y="4"/>
                    <a:pt x="46" y="9"/>
                  </a:cubicBezTo>
                  <a:cubicBezTo>
                    <a:pt x="38" y="20"/>
                    <a:pt x="27" y="31"/>
                    <a:pt x="24" y="44"/>
                  </a:cubicBezTo>
                  <a:cubicBezTo>
                    <a:pt x="15" y="76"/>
                    <a:pt x="9" y="108"/>
                    <a:pt x="4" y="141"/>
                  </a:cubicBezTo>
                  <a:cubicBezTo>
                    <a:pt x="0" y="172"/>
                    <a:pt x="16" y="192"/>
                    <a:pt x="47" y="198"/>
                  </a:cubicBezTo>
                  <a:cubicBezTo>
                    <a:pt x="57" y="200"/>
                    <a:pt x="68" y="199"/>
                    <a:pt x="78" y="202"/>
                  </a:cubicBezTo>
                  <a:cubicBezTo>
                    <a:pt x="94" y="205"/>
                    <a:pt x="108" y="196"/>
                    <a:pt x="105" y="18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6"/>
            <p:cNvSpPr>
              <a:spLocks/>
            </p:cNvSpPr>
            <p:nvPr/>
          </p:nvSpPr>
          <p:spPr bwMode="auto">
            <a:xfrm>
              <a:off x="-407988"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7"/>
            <p:cNvSpPr>
              <a:spLocks noEditPoints="1"/>
            </p:cNvSpPr>
            <p:nvPr/>
          </p:nvSpPr>
          <p:spPr bwMode="auto">
            <a:xfrm>
              <a:off x="-301625" y="17462"/>
              <a:ext cx="115888" cy="138113"/>
            </a:xfrm>
            <a:custGeom>
              <a:avLst/>
              <a:gdLst>
                <a:gd name="T0" fmla="*/ 73 w 73"/>
                <a:gd name="T1" fmla="*/ 87 h 87"/>
                <a:gd name="T2" fmla="*/ 57 w 73"/>
                <a:gd name="T3" fmla="*/ 87 h 87"/>
                <a:gd name="T4" fmla="*/ 51 w 73"/>
                <a:gd name="T5" fmla="*/ 67 h 87"/>
                <a:gd name="T6" fmla="*/ 22 w 73"/>
                <a:gd name="T7" fmla="*/ 67 h 87"/>
                <a:gd name="T8" fmla="*/ 15 w 73"/>
                <a:gd name="T9" fmla="*/ 87 h 87"/>
                <a:gd name="T10" fmla="*/ 0 w 73"/>
                <a:gd name="T11" fmla="*/ 87 h 87"/>
                <a:gd name="T12" fmla="*/ 28 w 73"/>
                <a:gd name="T13" fmla="*/ 0 h 87"/>
                <a:gd name="T14" fmla="*/ 44 w 73"/>
                <a:gd name="T15" fmla="*/ 0 h 87"/>
                <a:gd name="T16" fmla="*/ 73 w 73"/>
                <a:gd name="T17" fmla="*/ 87 h 87"/>
                <a:gd name="T18" fmla="*/ 46 w 73"/>
                <a:gd name="T19" fmla="*/ 53 h 87"/>
                <a:gd name="T20" fmla="*/ 36 w 73"/>
                <a:gd name="T21" fmla="*/ 21 h 87"/>
                <a:gd name="T22" fmla="*/ 26 w 73"/>
                <a:gd name="T23" fmla="*/ 53 h 87"/>
                <a:gd name="T24" fmla="*/ 46 w 73"/>
                <a:gd name="T25" fmla="*/ 5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87">
                  <a:moveTo>
                    <a:pt x="73" y="87"/>
                  </a:moveTo>
                  <a:lnTo>
                    <a:pt x="57" y="87"/>
                  </a:lnTo>
                  <a:lnTo>
                    <a:pt x="51" y="67"/>
                  </a:lnTo>
                  <a:lnTo>
                    <a:pt x="22" y="67"/>
                  </a:lnTo>
                  <a:lnTo>
                    <a:pt x="15" y="87"/>
                  </a:lnTo>
                  <a:lnTo>
                    <a:pt x="0" y="87"/>
                  </a:lnTo>
                  <a:lnTo>
                    <a:pt x="28" y="0"/>
                  </a:lnTo>
                  <a:lnTo>
                    <a:pt x="44" y="0"/>
                  </a:lnTo>
                  <a:lnTo>
                    <a:pt x="73" y="87"/>
                  </a:lnTo>
                  <a:close/>
                  <a:moveTo>
                    <a:pt x="46" y="53"/>
                  </a:moveTo>
                  <a:lnTo>
                    <a:pt x="36" y="21"/>
                  </a:lnTo>
                  <a:lnTo>
                    <a:pt x="26" y="53"/>
                  </a:lnTo>
                  <a:lnTo>
                    <a:pt x="46" y="53"/>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8"/>
            <p:cNvSpPr>
              <a:spLocks/>
            </p:cNvSpPr>
            <p:nvPr/>
          </p:nvSpPr>
          <p:spPr bwMode="auto">
            <a:xfrm>
              <a:off x="-173038" y="17462"/>
              <a:ext cx="92075" cy="138113"/>
            </a:xfrm>
            <a:custGeom>
              <a:avLst/>
              <a:gdLst>
                <a:gd name="T0" fmla="*/ 0 w 58"/>
                <a:gd name="T1" fmla="*/ 87 h 87"/>
                <a:gd name="T2" fmla="*/ 0 w 58"/>
                <a:gd name="T3" fmla="*/ 0 h 87"/>
                <a:gd name="T4" fmla="*/ 15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5"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9"/>
            <p:cNvSpPr>
              <a:spLocks/>
            </p:cNvSpPr>
            <p:nvPr/>
          </p:nvSpPr>
          <p:spPr bwMode="auto">
            <a:xfrm>
              <a:off x="-65088" y="17462"/>
              <a:ext cx="74613" cy="141288"/>
            </a:xfrm>
            <a:custGeom>
              <a:avLst/>
              <a:gdLst>
                <a:gd name="T0" fmla="*/ 67 w 97"/>
                <a:gd name="T1" fmla="*/ 0 h 183"/>
                <a:gd name="T2" fmla="*/ 97 w 97"/>
                <a:gd name="T3" fmla="*/ 0 h 183"/>
                <a:gd name="T4" fmla="*/ 97 w 97"/>
                <a:gd name="T5" fmla="*/ 114 h 183"/>
                <a:gd name="T6" fmla="*/ 94 w 97"/>
                <a:gd name="T7" fmla="*/ 148 h 183"/>
                <a:gd name="T8" fmla="*/ 78 w 97"/>
                <a:gd name="T9" fmla="*/ 173 h 183"/>
                <a:gd name="T10" fmla="*/ 47 w 97"/>
                <a:gd name="T11" fmla="*/ 183 h 183"/>
                <a:gd name="T12" fmla="*/ 12 w 97"/>
                <a:gd name="T13" fmla="*/ 168 h 183"/>
                <a:gd name="T14" fmla="*/ 0 w 97"/>
                <a:gd name="T15" fmla="*/ 124 h 183"/>
                <a:gd name="T16" fmla="*/ 29 w 97"/>
                <a:gd name="T17" fmla="*/ 120 h 183"/>
                <a:gd name="T18" fmla="*/ 32 w 97"/>
                <a:gd name="T19" fmla="*/ 142 h 183"/>
                <a:gd name="T20" fmla="*/ 48 w 97"/>
                <a:gd name="T21" fmla="*/ 152 h 183"/>
                <a:gd name="T22" fmla="*/ 62 w 97"/>
                <a:gd name="T23" fmla="*/ 145 h 183"/>
                <a:gd name="T24" fmla="*/ 67 w 97"/>
                <a:gd name="T25" fmla="*/ 116 h 183"/>
                <a:gd name="T26" fmla="*/ 67 w 97"/>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83">
                  <a:moveTo>
                    <a:pt x="67" y="0"/>
                  </a:moveTo>
                  <a:cubicBezTo>
                    <a:pt x="97" y="0"/>
                    <a:pt x="97" y="0"/>
                    <a:pt x="97" y="0"/>
                  </a:cubicBezTo>
                  <a:cubicBezTo>
                    <a:pt x="97" y="114"/>
                    <a:pt x="97" y="114"/>
                    <a:pt x="97" y="114"/>
                  </a:cubicBezTo>
                  <a:cubicBezTo>
                    <a:pt x="97" y="128"/>
                    <a:pt x="96" y="140"/>
                    <a:pt x="94" y="148"/>
                  </a:cubicBezTo>
                  <a:cubicBezTo>
                    <a:pt x="91" y="158"/>
                    <a:pt x="85" y="167"/>
                    <a:pt x="78" y="173"/>
                  </a:cubicBezTo>
                  <a:cubicBezTo>
                    <a:pt x="70" y="179"/>
                    <a:pt x="59" y="183"/>
                    <a:pt x="47" y="183"/>
                  </a:cubicBezTo>
                  <a:cubicBezTo>
                    <a:pt x="32" y="183"/>
                    <a:pt x="20" y="178"/>
                    <a:pt x="12" y="168"/>
                  </a:cubicBezTo>
                  <a:cubicBezTo>
                    <a:pt x="4" y="158"/>
                    <a:pt x="0" y="143"/>
                    <a:pt x="0" y="124"/>
                  </a:cubicBezTo>
                  <a:cubicBezTo>
                    <a:pt x="29" y="120"/>
                    <a:pt x="29" y="120"/>
                    <a:pt x="29" y="120"/>
                  </a:cubicBezTo>
                  <a:cubicBezTo>
                    <a:pt x="29" y="130"/>
                    <a:pt x="30" y="138"/>
                    <a:pt x="32" y="142"/>
                  </a:cubicBezTo>
                  <a:cubicBezTo>
                    <a:pt x="36" y="148"/>
                    <a:pt x="41" y="152"/>
                    <a:pt x="48" y="152"/>
                  </a:cubicBezTo>
                  <a:cubicBezTo>
                    <a:pt x="55" y="152"/>
                    <a:pt x="59" y="149"/>
                    <a:pt x="62" y="145"/>
                  </a:cubicBezTo>
                  <a:cubicBezTo>
                    <a:pt x="65" y="140"/>
                    <a:pt x="67" y="131"/>
                    <a:pt x="67" y="116"/>
                  </a:cubicBezTo>
                  <a:lnTo>
                    <a:pt x="67"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Rectangle 20"/>
            <p:cNvSpPr>
              <a:spLocks noChangeArrowheads="1"/>
            </p:cNvSpPr>
            <p:nvPr/>
          </p:nvSpPr>
          <p:spPr bwMode="auto">
            <a:xfrm>
              <a:off x="34925" y="17462"/>
              <a:ext cx="22225"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21"/>
            <p:cNvSpPr>
              <a:spLocks/>
            </p:cNvSpPr>
            <p:nvPr/>
          </p:nvSpPr>
          <p:spPr bwMode="auto">
            <a:xfrm>
              <a:off x="793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22"/>
            <p:cNvSpPr>
              <a:spLocks/>
            </p:cNvSpPr>
            <p:nvPr/>
          </p:nvSpPr>
          <p:spPr bwMode="auto">
            <a:xfrm>
              <a:off x="193675" y="15875"/>
              <a:ext cx="107950" cy="142875"/>
            </a:xfrm>
            <a:custGeom>
              <a:avLst/>
              <a:gdLst>
                <a:gd name="T0" fmla="*/ 77 w 143"/>
                <a:gd name="T1" fmla="*/ 117 h 186"/>
                <a:gd name="T2" fmla="*/ 77 w 143"/>
                <a:gd name="T3" fmla="*/ 86 h 186"/>
                <a:gd name="T4" fmla="*/ 143 w 143"/>
                <a:gd name="T5" fmla="*/ 86 h 186"/>
                <a:gd name="T6" fmla="*/ 143 w 143"/>
                <a:gd name="T7" fmla="*/ 158 h 186"/>
                <a:gd name="T8" fmla="*/ 115 w 143"/>
                <a:gd name="T9" fmla="*/ 177 h 186"/>
                <a:gd name="T10" fmla="*/ 78 w 143"/>
                <a:gd name="T11" fmla="*/ 186 h 186"/>
                <a:gd name="T12" fmla="*/ 36 w 143"/>
                <a:gd name="T13" fmla="*/ 174 h 186"/>
                <a:gd name="T14" fmla="*/ 9 w 143"/>
                <a:gd name="T15" fmla="*/ 140 h 186"/>
                <a:gd name="T16" fmla="*/ 0 w 143"/>
                <a:gd name="T17" fmla="*/ 92 h 186"/>
                <a:gd name="T18" fmla="*/ 10 w 143"/>
                <a:gd name="T19" fmla="*/ 42 h 186"/>
                <a:gd name="T20" fmla="*/ 40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6 w 143"/>
                <a:gd name="T41" fmla="*/ 155 h 186"/>
                <a:gd name="T42" fmla="*/ 95 w 143"/>
                <a:gd name="T43" fmla="*/ 150 h 186"/>
                <a:gd name="T44" fmla="*/ 112 w 143"/>
                <a:gd name="T45" fmla="*/ 139 h 186"/>
                <a:gd name="T46" fmla="*/ 112 w 143"/>
                <a:gd name="T47" fmla="*/ 117 h 186"/>
                <a:gd name="T48" fmla="*/ 77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7" y="117"/>
                  </a:moveTo>
                  <a:cubicBezTo>
                    <a:pt x="77" y="86"/>
                    <a:pt x="77" y="86"/>
                    <a:pt x="77" y="86"/>
                  </a:cubicBezTo>
                  <a:cubicBezTo>
                    <a:pt x="143" y="86"/>
                    <a:pt x="143" y="86"/>
                    <a:pt x="143" y="86"/>
                  </a:cubicBezTo>
                  <a:cubicBezTo>
                    <a:pt x="143" y="158"/>
                    <a:pt x="143" y="158"/>
                    <a:pt x="143" y="158"/>
                  </a:cubicBezTo>
                  <a:cubicBezTo>
                    <a:pt x="136" y="165"/>
                    <a:pt x="127" y="172"/>
                    <a:pt x="115" y="177"/>
                  </a:cubicBezTo>
                  <a:cubicBezTo>
                    <a:pt x="103" y="183"/>
                    <a:pt x="90" y="186"/>
                    <a:pt x="78" y="186"/>
                  </a:cubicBezTo>
                  <a:cubicBezTo>
                    <a:pt x="62" y="186"/>
                    <a:pt x="48" y="182"/>
                    <a:pt x="36" y="174"/>
                  </a:cubicBezTo>
                  <a:cubicBezTo>
                    <a:pt x="24" y="166"/>
                    <a:pt x="15" y="155"/>
                    <a:pt x="9" y="140"/>
                  </a:cubicBezTo>
                  <a:cubicBezTo>
                    <a:pt x="3" y="125"/>
                    <a:pt x="0" y="109"/>
                    <a:pt x="0" y="92"/>
                  </a:cubicBezTo>
                  <a:cubicBezTo>
                    <a:pt x="0" y="74"/>
                    <a:pt x="4" y="57"/>
                    <a:pt x="10" y="42"/>
                  </a:cubicBezTo>
                  <a:cubicBezTo>
                    <a:pt x="17" y="28"/>
                    <a:pt x="27" y="17"/>
                    <a:pt x="40" y="9"/>
                  </a:cubicBezTo>
                  <a:cubicBezTo>
                    <a:pt x="49" y="3"/>
                    <a:pt x="61" y="0"/>
                    <a:pt x="76" y="0"/>
                  </a:cubicBezTo>
                  <a:cubicBezTo>
                    <a:pt x="95" y="0"/>
                    <a:pt x="110"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3" y="31"/>
                    <a:pt x="52" y="36"/>
                    <a:pt x="44" y="46"/>
                  </a:cubicBezTo>
                  <a:cubicBezTo>
                    <a:pt x="36" y="56"/>
                    <a:pt x="32" y="71"/>
                    <a:pt x="32" y="91"/>
                  </a:cubicBezTo>
                  <a:cubicBezTo>
                    <a:pt x="32" y="112"/>
                    <a:pt x="36" y="128"/>
                    <a:pt x="44" y="139"/>
                  </a:cubicBezTo>
                  <a:cubicBezTo>
                    <a:pt x="52" y="149"/>
                    <a:pt x="63" y="155"/>
                    <a:pt x="76" y="155"/>
                  </a:cubicBezTo>
                  <a:cubicBezTo>
                    <a:pt x="82" y="155"/>
                    <a:pt x="89" y="153"/>
                    <a:pt x="95" y="150"/>
                  </a:cubicBezTo>
                  <a:cubicBezTo>
                    <a:pt x="102" y="147"/>
                    <a:pt x="107" y="144"/>
                    <a:pt x="112" y="139"/>
                  </a:cubicBezTo>
                  <a:cubicBezTo>
                    <a:pt x="112" y="117"/>
                    <a:pt x="112" y="117"/>
                    <a:pt x="112" y="117"/>
                  </a:cubicBezTo>
                  <a:lnTo>
                    <a:pt x="77" y="11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23"/>
            <p:cNvSpPr>
              <a:spLocks/>
            </p:cNvSpPr>
            <p:nvPr/>
          </p:nvSpPr>
          <p:spPr bwMode="auto">
            <a:xfrm>
              <a:off x="368300" y="17462"/>
              <a:ext cx="93663" cy="141288"/>
            </a:xfrm>
            <a:custGeom>
              <a:avLst/>
              <a:gdLst>
                <a:gd name="T0" fmla="*/ 0 w 122"/>
                <a:gd name="T1" fmla="*/ 0 h 183"/>
                <a:gd name="T2" fmla="*/ 31 w 122"/>
                <a:gd name="T3" fmla="*/ 0 h 183"/>
                <a:gd name="T4" fmla="*/ 31 w 122"/>
                <a:gd name="T5" fmla="*/ 97 h 183"/>
                <a:gd name="T6" fmla="*/ 32 w 122"/>
                <a:gd name="T7" fmla="*/ 127 h 183"/>
                <a:gd name="T8" fmla="*/ 41 w 122"/>
                <a:gd name="T9" fmla="*/ 145 h 183"/>
                <a:gd name="T10" fmla="*/ 62 w 122"/>
                <a:gd name="T11" fmla="*/ 152 h 183"/>
                <a:gd name="T12" fmla="*/ 81 w 122"/>
                <a:gd name="T13" fmla="*/ 145 h 183"/>
                <a:gd name="T14" fmla="*/ 90 w 122"/>
                <a:gd name="T15" fmla="*/ 130 h 183"/>
                <a:gd name="T16" fmla="*/ 91 w 122"/>
                <a:gd name="T17" fmla="*/ 99 h 183"/>
                <a:gd name="T18" fmla="*/ 91 w 122"/>
                <a:gd name="T19" fmla="*/ 0 h 183"/>
                <a:gd name="T20" fmla="*/ 122 w 122"/>
                <a:gd name="T21" fmla="*/ 0 h 183"/>
                <a:gd name="T22" fmla="*/ 122 w 122"/>
                <a:gd name="T23" fmla="*/ 94 h 183"/>
                <a:gd name="T24" fmla="*/ 119 w 122"/>
                <a:gd name="T25" fmla="*/ 140 h 183"/>
                <a:gd name="T26" fmla="*/ 110 w 122"/>
                <a:gd name="T27" fmla="*/ 162 h 183"/>
                <a:gd name="T28" fmla="*/ 92 w 122"/>
                <a:gd name="T29" fmla="*/ 177 h 183"/>
                <a:gd name="T30" fmla="*/ 63 w 122"/>
                <a:gd name="T31" fmla="*/ 183 h 183"/>
                <a:gd name="T32" fmla="*/ 30 w 122"/>
                <a:gd name="T33" fmla="*/ 177 h 183"/>
                <a:gd name="T34" fmla="*/ 12 w 122"/>
                <a:gd name="T35" fmla="*/ 161 h 183"/>
                <a:gd name="T36" fmla="*/ 3 w 122"/>
                <a:gd name="T37" fmla="*/ 141 h 183"/>
                <a:gd name="T38" fmla="*/ 0 w 122"/>
                <a:gd name="T39" fmla="*/ 96 h 183"/>
                <a:gd name="T40" fmla="*/ 0 w 122"/>
                <a:gd name="T4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83">
                  <a:moveTo>
                    <a:pt x="0" y="0"/>
                  </a:moveTo>
                  <a:cubicBezTo>
                    <a:pt x="31" y="0"/>
                    <a:pt x="31" y="0"/>
                    <a:pt x="31" y="0"/>
                  </a:cubicBezTo>
                  <a:cubicBezTo>
                    <a:pt x="31" y="97"/>
                    <a:pt x="31" y="97"/>
                    <a:pt x="31" y="97"/>
                  </a:cubicBezTo>
                  <a:cubicBezTo>
                    <a:pt x="31" y="113"/>
                    <a:pt x="31" y="123"/>
                    <a:pt x="32" y="127"/>
                  </a:cubicBezTo>
                  <a:cubicBezTo>
                    <a:pt x="33" y="135"/>
                    <a:pt x="37" y="140"/>
                    <a:pt x="41" y="145"/>
                  </a:cubicBezTo>
                  <a:cubicBezTo>
                    <a:pt x="46" y="149"/>
                    <a:pt x="53" y="152"/>
                    <a:pt x="62" y="152"/>
                  </a:cubicBezTo>
                  <a:cubicBezTo>
                    <a:pt x="70" y="152"/>
                    <a:pt x="77" y="149"/>
                    <a:pt x="81" y="145"/>
                  </a:cubicBezTo>
                  <a:cubicBezTo>
                    <a:pt x="86" y="141"/>
                    <a:pt x="89" y="136"/>
                    <a:pt x="90" y="130"/>
                  </a:cubicBezTo>
                  <a:cubicBezTo>
                    <a:pt x="90" y="124"/>
                    <a:pt x="91" y="114"/>
                    <a:pt x="91" y="99"/>
                  </a:cubicBezTo>
                  <a:cubicBezTo>
                    <a:pt x="91" y="0"/>
                    <a:pt x="91" y="0"/>
                    <a:pt x="91" y="0"/>
                  </a:cubicBezTo>
                  <a:cubicBezTo>
                    <a:pt x="122" y="0"/>
                    <a:pt x="122" y="0"/>
                    <a:pt x="122" y="0"/>
                  </a:cubicBezTo>
                  <a:cubicBezTo>
                    <a:pt x="122" y="94"/>
                    <a:pt x="122" y="94"/>
                    <a:pt x="122" y="94"/>
                  </a:cubicBezTo>
                  <a:cubicBezTo>
                    <a:pt x="122" y="116"/>
                    <a:pt x="121" y="131"/>
                    <a:pt x="119" y="140"/>
                  </a:cubicBezTo>
                  <a:cubicBezTo>
                    <a:pt x="117" y="149"/>
                    <a:pt x="114" y="156"/>
                    <a:pt x="110" y="162"/>
                  </a:cubicBezTo>
                  <a:cubicBezTo>
                    <a:pt x="105" y="169"/>
                    <a:pt x="100" y="173"/>
                    <a:pt x="92" y="177"/>
                  </a:cubicBezTo>
                  <a:cubicBezTo>
                    <a:pt x="84" y="181"/>
                    <a:pt x="75" y="183"/>
                    <a:pt x="63" y="183"/>
                  </a:cubicBezTo>
                  <a:cubicBezTo>
                    <a:pt x="48" y="183"/>
                    <a:pt x="37" y="181"/>
                    <a:pt x="30" y="177"/>
                  </a:cubicBezTo>
                  <a:cubicBezTo>
                    <a:pt x="22" y="173"/>
                    <a:pt x="16" y="168"/>
                    <a:pt x="12" y="161"/>
                  </a:cubicBezTo>
                  <a:cubicBezTo>
                    <a:pt x="7" y="155"/>
                    <a:pt x="5" y="148"/>
                    <a:pt x="3" y="141"/>
                  </a:cubicBezTo>
                  <a:cubicBezTo>
                    <a:pt x="1" y="131"/>
                    <a:pt x="0" y="116"/>
                    <a:pt x="0" y="96"/>
                  </a:cubicBez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4"/>
            <p:cNvSpPr>
              <a:spLocks/>
            </p:cNvSpPr>
            <p:nvPr/>
          </p:nvSpPr>
          <p:spPr bwMode="auto">
            <a:xfrm>
              <a:off x="4857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Rectangle 25"/>
            <p:cNvSpPr>
              <a:spLocks noChangeArrowheads="1"/>
            </p:cNvSpPr>
            <p:nvPr/>
          </p:nvSpPr>
          <p:spPr bwMode="auto">
            <a:xfrm>
              <a:off x="603250"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26"/>
            <p:cNvSpPr>
              <a:spLocks/>
            </p:cNvSpPr>
            <p:nvPr/>
          </p:nvSpPr>
          <p:spPr bwMode="auto">
            <a:xfrm>
              <a:off x="636587" y="17462"/>
              <a:ext cx="107950" cy="138113"/>
            </a:xfrm>
            <a:custGeom>
              <a:avLst/>
              <a:gdLst>
                <a:gd name="T0" fmla="*/ 27 w 68"/>
                <a:gd name="T1" fmla="*/ 87 h 87"/>
                <a:gd name="T2" fmla="*/ 0 w 68"/>
                <a:gd name="T3" fmla="*/ 0 h 87"/>
                <a:gd name="T4" fmla="*/ 16 w 68"/>
                <a:gd name="T5" fmla="*/ 0 h 87"/>
                <a:gd name="T6" fmla="*/ 35 w 68"/>
                <a:gd name="T7" fmla="*/ 65 h 87"/>
                <a:gd name="T8" fmla="*/ 53 w 68"/>
                <a:gd name="T9" fmla="*/ 0 h 87"/>
                <a:gd name="T10" fmla="*/ 68 w 68"/>
                <a:gd name="T11" fmla="*/ 0 h 87"/>
                <a:gd name="T12" fmla="*/ 42 w 68"/>
                <a:gd name="T13" fmla="*/ 87 h 87"/>
                <a:gd name="T14" fmla="*/ 27 w 68"/>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87">
                  <a:moveTo>
                    <a:pt x="27" y="87"/>
                  </a:moveTo>
                  <a:lnTo>
                    <a:pt x="0" y="0"/>
                  </a:lnTo>
                  <a:lnTo>
                    <a:pt x="16" y="0"/>
                  </a:lnTo>
                  <a:lnTo>
                    <a:pt x="35" y="65"/>
                  </a:lnTo>
                  <a:lnTo>
                    <a:pt x="53" y="0"/>
                  </a:lnTo>
                  <a:lnTo>
                    <a:pt x="68" y="0"/>
                  </a:lnTo>
                  <a:lnTo>
                    <a:pt x="42" y="87"/>
                  </a:lnTo>
                  <a:lnTo>
                    <a:pt x="27"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27"/>
            <p:cNvSpPr>
              <a:spLocks/>
            </p:cNvSpPr>
            <p:nvPr/>
          </p:nvSpPr>
          <p:spPr bwMode="auto">
            <a:xfrm>
              <a:off x="757237"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28"/>
            <p:cNvSpPr>
              <a:spLocks noEditPoints="1"/>
            </p:cNvSpPr>
            <p:nvPr/>
          </p:nvSpPr>
          <p:spPr bwMode="auto">
            <a:xfrm>
              <a:off x="865187" y="17462"/>
              <a:ext cx="104775" cy="138113"/>
            </a:xfrm>
            <a:custGeom>
              <a:avLst/>
              <a:gdLst>
                <a:gd name="T0" fmla="*/ 0 w 137"/>
                <a:gd name="T1" fmla="*/ 179 h 179"/>
                <a:gd name="T2" fmla="*/ 0 w 137"/>
                <a:gd name="T3" fmla="*/ 0 h 179"/>
                <a:gd name="T4" fmla="*/ 65 w 137"/>
                <a:gd name="T5" fmla="*/ 0 h 179"/>
                <a:gd name="T6" fmla="*/ 100 w 137"/>
                <a:gd name="T7" fmla="*/ 5 h 179"/>
                <a:gd name="T8" fmla="*/ 118 w 137"/>
                <a:gd name="T9" fmla="*/ 22 h 179"/>
                <a:gd name="T10" fmla="*/ 124 w 137"/>
                <a:gd name="T11" fmla="*/ 50 h 179"/>
                <a:gd name="T12" fmla="*/ 114 w 137"/>
                <a:gd name="T13" fmla="*/ 84 h 179"/>
                <a:gd name="T14" fmla="*/ 84 w 137"/>
                <a:gd name="T15" fmla="*/ 100 h 179"/>
                <a:gd name="T16" fmla="*/ 101 w 137"/>
                <a:gd name="T17" fmla="*/ 115 h 179"/>
                <a:gd name="T18" fmla="*/ 118 w 137"/>
                <a:gd name="T19" fmla="*/ 144 h 179"/>
                <a:gd name="T20" fmla="*/ 137 w 137"/>
                <a:gd name="T21" fmla="*/ 179 h 179"/>
                <a:gd name="T22" fmla="*/ 100 w 137"/>
                <a:gd name="T23" fmla="*/ 179 h 179"/>
                <a:gd name="T24" fmla="*/ 78 w 137"/>
                <a:gd name="T25" fmla="*/ 140 h 179"/>
                <a:gd name="T26" fmla="*/ 62 w 137"/>
                <a:gd name="T27" fmla="*/ 114 h 179"/>
                <a:gd name="T28" fmla="*/ 52 w 137"/>
                <a:gd name="T29" fmla="*/ 107 h 179"/>
                <a:gd name="T30" fmla="*/ 37 w 137"/>
                <a:gd name="T31" fmla="*/ 105 h 179"/>
                <a:gd name="T32" fmla="*/ 31 w 137"/>
                <a:gd name="T33" fmla="*/ 105 h 179"/>
                <a:gd name="T34" fmla="*/ 31 w 137"/>
                <a:gd name="T35" fmla="*/ 179 h 179"/>
                <a:gd name="T36" fmla="*/ 0 w 137"/>
                <a:gd name="T37" fmla="*/ 179 h 179"/>
                <a:gd name="T38" fmla="*/ 31 w 137"/>
                <a:gd name="T39" fmla="*/ 76 h 179"/>
                <a:gd name="T40" fmla="*/ 53 w 137"/>
                <a:gd name="T41" fmla="*/ 76 h 179"/>
                <a:gd name="T42" fmla="*/ 81 w 137"/>
                <a:gd name="T43" fmla="*/ 74 h 179"/>
                <a:gd name="T44" fmla="*/ 90 w 137"/>
                <a:gd name="T45" fmla="*/ 66 h 179"/>
                <a:gd name="T46" fmla="*/ 93 w 137"/>
                <a:gd name="T47" fmla="*/ 53 h 179"/>
                <a:gd name="T48" fmla="*/ 89 w 137"/>
                <a:gd name="T49" fmla="*/ 38 h 179"/>
                <a:gd name="T50" fmla="*/ 77 w 137"/>
                <a:gd name="T51" fmla="*/ 31 h 179"/>
                <a:gd name="T52" fmla="*/ 55 w 137"/>
                <a:gd name="T53" fmla="*/ 31 h 179"/>
                <a:gd name="T54" fmla="*/ 31 w 137"/>
                <a:gd name="T55" fmla="*/ 31 h 179"/>
                <a:gd name="T56" fmla="*/ 31 w 137"/>
                <a:gd name="T57" fmla="*/ 7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79">
                  <a:moveTo>
                    <a:pt x="0" y="179"/>
                  </a:moveTo>
                  <a:cubicBezTo>
                    <a:pt x="0" y="0"/>
                    <a:pt x="0" y="0"/>
                    <a:pt x="0" y="0"/>
                  </a:cubicBezTo>
                  <a:cubicBezTo>
                    <a:pt x="65" y="0"/>
                    <a:pt x="65" y="0"/>
                    <a:pt x="65" y="0"/>
                  </a:cubicBezTo>
                  <a:cubicBezTo>
                    <a:pt x="81" y="0"/>
                    <a:pt x="93" y="2"/>
                    <a:pt x="100" y="5"/>
                  </a:cubicBezTo>
                  <a:cubicBezTo>
                    <a:pt x="108" y="8"/>
                    <a:pt x="113" y="14"/>
                    <a:pt x="118" y="22"/>
                  </a:cubicBezTo>
                  <a:cubicBezTo>
                    <a:pt x="122" y="30"/>
                    <a:pt x="124" y="40"/>
                    <a:pt x="124" y="50"/>
                  </a:cubicBezTo>
                  <a:cubicBezTo>
                    <a:pt x="124" y="64"/>
                    <a:pt x="121" y="75"/>
                    <a:pt x="114" y="84"/>
                  </a:cubicBezTo>
                  <a:cubicBezTo>
                    <a:pt x="108" y="93"/>
                    <a:pt x="98" y="98"/>
                    <a:pt x="84" y="100"/>
                  </a:cubicBezTo>
                  <a:cubicBezTo>
                    <a:pt x="91" y="105"/>
                    <a:pt x="96" y="110"/>
                    <a:pt x="101" y="115"/>
                  </a:cubicBezTo>
                  <a:cubicBezTo>
                    <a:pt x="105" y="121"/>
                    <a:pt x="111" y="131"/>
                    <a:pt x="118" y="144"/>
                  </a:cubicBezTo>
                  <a:cubicBezTo>
                    <a:pt x="137" y="179"/>
                    <a:pt x="137" y="179"/>
                    <a:pt x="137" y="179"/>
                  </a:cubicBezTo>
                  <a:cubicBezTo>
                    <a:pt x="100" y="179"/>
                    <a:pt x="100" y="179"/>
                    <a:pt x="100" y="179"/>
                  </a:cubicBezTo>
                  <a:cubicBezTo>
                    <a:pt x="78" y="140"/>
                    <a:pt x="78" y="140"/>
                    <a:pt x="78" y="140"/>
                  </a:cubicBezTo>
                  <a:cubicBezTo>
                    <a:pt x="70" y="127"/>
                    <a:pt x="64" y="118"/>
                    <a:pt x="62" y="114"/>
                  </a:cubicBezTo>
                  <a:cubicBezTo>
                    <a:pt x="59" y="110"/>
                    <a:pt x="56" y="108"/>
                    <a:pt x="52" y="107"/>
                  </a:cubicBezTo>
                  <a:cubicBezTo>
                    <a:pt x="49" y="105"/>
                    <a:pt x="44" y="105"/>
                    <a:pt x="37" y="105"/>
                  </a:cubicBezTo>
                  <a:cubicBezTo>
                    <a:pt x="31" y="105"/>
                    <a:pt x="31" y="105"/>
                    <a:pt x="31" y="105"/>
                  </a:cubicBezTo>
                  <a:cubicBezTo>
                    <a:pt x="31" y="179"/>
                    <a:pt x="31" y="179"/>
                    <a:pt x="31" y="179"/>
                  </a:cubicBezTo>
                  <a:lnTo>
                    <a:pt x="0" y="179"/>
                  </a:lnTo>
                  <a:close/>
                  <a:moveTo>
                    <a:pt x="31" y="76"/>
                  </a:moveTo>
                  <a:cubicBezTo>
                    <a:pt x="53" y="76"/>
                    <a:pt x="53" y="76"/>
                    <a:pt x="53" y="76"/>
                  </a:cubicBezTo>
                  <a:cubicBezTo>
                    <a:pt x="68" y="76"/>
                    <a:pt x="77" y="75"/>
                    <a:pt x="81" y="74"/>
                  </a:cubicBezTo>
                  <a:cubicBezTo>
                    <a:pt x="85" y="72"/>
                    <a:pt x="88" y="70"/>
                    <a:pt x="90" y="66"/>
                  </a:cubicBezTo>
                  <a:cubicBezTo>
                    <a:pt x="92" y="63"/>
                    <a:pt x="93" y="58"/>
                    <a:pt x="93" y="53"/>
                  </a:cubicBezTo>
                  <a:cubicBezTo>
                    <a:pt x="93" y="47"/>
                    <a:pt x="91" y="42"/>
                    <a:pt x="89" y="38"/>
                  </a:cubicBezTo>
                  <a:cubicBezTo>
                    <a:pt x="86" y="34"/>
                    <a:pt x="82" y="32"/>
                    <a:pt x="77" y="31"/>
                  </a:cubicBezTo>
                  <a:cubicBezTo>
                    <a:pt x="75" y="31"/>
                    <a:pt x="67" y="31"/>
                    <a:pt x="55" y="31"/>
                  </a:cubicBezTo>
                  <a:cubicBezTo>
                    <a:pt x="31" y="31"/>
                    <a:pt x="31" y="31"/>
                    <a:pt x="31" y="31"/>
                  </a:cubicBezTo>
                  <a:lnTo>
                    <a:pt x="31" y="76"/>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29"/>
            <p:cNvSpPr>
              <a:spLocks/>
            </p:cNvSpPr>
            <p:nvPr/>
          </p:nvSpPr>
          <p:spPr bwMode="auto">
            <a:xfrm>
              <a:off x="977900"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8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3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8"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3"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2" y="30"/>
                    <a:pt x="45"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5" y="175"/>
                    <a:pt x="96" y="179"/>
                  </a:cubicBezTo>
                  <a:cubicBezTo>
                    <a:pt x="87" y="183"/>
                    <a:pt x="76" y="186"/>
                    <a:pt x="63"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Rectangle 30"/>
            <p:cNvSpPr>
              <a:spLocks noChangeArrowheads="1"/>
            </p:cNvSpPr>
            <p:nvPr/>
          </p:nvSpPr>
          <p:spPr bwMode="auto">
            <a:xfrm>
              <a:off x="1090612"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1"/>
            <p:cNvSpPr>
              <a:spLocks/>
            </p:cNvSpPr>
            <p:nvPr/>
          </p:nvSpPr>
          <p:spPr bwMode="auto">
            <a:xfrm>
              <a:off x="1128712"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7 w 58"/>
                <a:gd name="T13" fmla="*/ 15 h 87"/>
                <a:gd name="T14" fmla="*/ 37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7" y="15"/>
                  </a:lnTo>
                  <a:lnTo>
                    <a:pt x="37" y="87"/>
                  </a:lnTo>
                  <a:lnTo>
                    <a:pt x="22"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2"/>
            <p:cNvSpPr>
              <a:spLocks/>
            </p:cNvSpPr>
            <p:nvPr/>
          </p:nvSpPr>
          <p:spPr bwMode="auto">
            <a:xfrm>
              <a:off x="1223962" y="17462"/>
              <a:ext cx="107950" cy="138113"/>
            </a:xfrm>
            <a:custGeom>
              <a:avLst/>
              <a:gdLst>
                <a:gd name="T0" fmla="*/ 27 w 68"/>
                <a:gd name="T1" fmla="*/ 87 h 87"/>
                <a:gd name="T2" fmla="*/ 27 w 68"/>
                <a:gd name="T3" fmla="*/ 51 h 87"/>
                <a:gd name="T4" fmla="*/ 0 w 68"/>
                <a:gd name="T5" fmla="*/ 0 h 87"/>
                <a:gd name="T6" fmla="*/ 17 w 68"/>
                <a:gd name="T7" fmla="*/ 0 h 87"/>
                <a:gd name="T8" fmla="*/ 35 w 68"/>
                <a:gd name="T9" fmla="*/ 35 h 87"/>
                <a:gd name="T10" fmla="*/ 52 w 68"/>
                <a:gd name="T11" fmla="*/ 0 h 87"/>
                <a:gd name="T12" fmla="*/ 68 w 68"/>
                <a:gd name="T13" fmla="*/ 0 h 87"/>
                <a:gd name="T14" fmla="*/ 41 w 68"/>
                <a:gd name="T15" fmla="*/ 51 h 87"/>
                <a:gd name="T16" fmla="*/ 41 w 68"/>
                <a:gd name="T17" fmla="*/ 87 h 87"/>
                <a:gd name="T18" fmla="*/ 27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7" y="87"/>
                  </a:moveTo>
                  <a:lnTo>
                    <a:pt x="27" y="51"/>
                  </a:lnTo>
                  <a:lnTo>
                    <a:pt x="0" y="0"/>
                  </a:lnTo>
                  <a:lnTo>
                    <a:pt x="17" y="0"/>
                  </a:lnTo>
                  <a:lnTo>
                    <a:pt x="35" y="35"/>
                  </a:lnTo>
                  <a:lnTo>
                    <a:pt x="52" y="0"/>
                  </a:lnTo>
                  <a:lnTo>
                    <a:pt x="68" y="0"/>
                  </a:lnTo>
                  <a:lnTo>
                    <a:pt x="41" y="51"/>
                  </a:lnTo>
                  <a:lnTo>
                    <a:pt x="41" y="87"/>
                  </a:lnTo>
                  <a:lnTo>
                    <a:pt x="27"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33"/>
            <p:cNvSpPr>
              <a:spLocks noEditPoints="1"/>
            </p:cNvSpPr>
            <p:nvPr/>
          </p:nvSpPr>
          <p:spPr bwMode="auto">
            <a:xfrm>
              <a:off x="1382712" y="15875"/>
              <a:ext cx="111125" cy="142875"/>
            </a:xfrm>
            <a:custGeom>
              <a:avLst/>
              <a:gdLst>
                <a:gd name="T0" fmla="*/ 0 w 147"/>
                <a:gd name="T1" fmla="*/ 94 h 186"/>
                <a:gd name="T2" fmla="*/ 6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3 w 147"/>
                <a:gd name="T27" fmla="*/ 155 h 186"/>
                <a:gd name="T28" fmla="*/ 104 w 147"/>
                <a:gd name="T29" fmla="*/ 139 h 186"/>
                <a:gd name="T30" fmla="*/ 115 w 147"/>
                <a:gd name="T31" fmla="*/ 92 h 186"/>
                <a:gd name="T32" fmla="*/ 104 w 147"/>
                <a:gd name="T33" fmla="*/ 46 h 186"/>
                <a:gd name="T34" fmla="*/ 73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6"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3" y="155"/>
                  </a:cubicBezTo>
                  <a:cubicBezTo>
                    <a:pt x="86" y="155"/>
                    <a:pt x="96" y="149"/>
                    <a:pt x="104" y="139"/>
                  </a:cubicBezTo>
                  <a:cubicBezTo>
                    <a:pt x="112" y="129"/>
                    <a:pt x="115" y="113"/>
                    <a:pt x="115" y="92"/>
                  </a:cubicBezTo>
                  <a:cubicBezTo>
                    <a:pt x="115" y="72"/>
                    <a:pt x="112" y="56"/>
                    <a:pt x="104" y="46"/>
                  </a:cubicBezTo>
                  <a:cubicBezTo>
                    <a:pt x="96" y="36"/>
                    <a:pt x="86" y="31"/>
                    <a:pt x="73"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34"/>
            <p:cNvSpPr>
              <a:spLocks/>
            </p:cNvSpPr>
            <p:nvPr/>
          </p:nvSpPr>
          <p:spPr bwMode="auto">
            <a:xfrm>
              <a:off x="1512887" y="17462"/>
              <a:ext cx="79375" cy="138113"/>
            </a:xfrm>
            <a:custGeom>
              <a:avLst/>
              <a:gdLst>
                <a:gd name="T0" fmla="*/ 0 w 50"/>
                <a:gd name="T1" fmla="*/ 87 h 87"/>
                <a:gd name="T2" fmla="*/ 0 w 50"/>
                <a:gd name="T3" fmla="*/ 0 h 87"/>
                <a:gd name="T4" fmla="*/ 50 w 50"/>
                <a:gd name="T5" fmla="*/ 0 h 87"/>
                <a:gd name="T6" fmla="*/ 50 w 50"/>
                <a:gd name="T7" fmla="*/ 15 h 87"/>
                <a:gd name="T8" fmla="*/ 15 w 50"/>
                <a:gd name="T9" fmla="*/ 15 h 87"/>
                <a:gd name="T10" fmla="*/ 15 w 50"/>
                <a:gd name="T11" fmla="*/ 36 h 87"/>
                <a:gd name="T12" fmla="*/ 46 w 50"/>
                <a:gd name="T13" fmla="*/ 36 h 87"/>
                <a:gd name="T14" fmla="*/ 46 w 50"/>
                <a:gd name="T15" fmla="*/ 50 h 87"/>
                <a:gd name="T16" fmla="*/ 15 w 50"/>
                <a:gd name="T17" fmla="*/ 50 h 87"/>
                <a:gd name="T18" fmla="*/ 15 w 50"/>
                <a:gd name="T19" fmla="*/ 87 h 87"/>
                <a:gd name="T20" fmla="*/ 0 w 50"/>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87">
                  <a:moveTo>
                    <a:pt x="0" y="87"/>
                  </a:moveTo>
                  <a:lnTo>
                    <a:pt x="0" y="0"/>
                  </a:lnTo>
                  <a:lnTo>
                    <a:pt x="50" y="0"/>
                  </a:lnTo>
                  <a:lnTo>
                    <a:pt x="50" y="15"/>
                  </a:lnTo>
                  <a:lnTo>
                    <a:pt x="15" y="15"/>
                  </a:lnTo>
                  <a:lnTo>
                    <a:pt x="15" y="36"/>
                  </a:lnTo>
                  <a:lnTo>
                    <a:pt x="46" y="36"/>
                  </a:lnTo>
                  <a:lnTo>
                    <a:pt x="46" y="50"/>
                  </a:lnTo>
                  <a:lnTo>
                    <a:pt x="15" y="50"/>
                  </a:lnTo>
                  <a:lnTo>
                    <a:pt x="15"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35"/>
            <p:cNvSpPr>
              <a:spLocks/>
            </p:cNvSpPr>
            <p:nvPr/>
          </p:nvSpPr>
          <p:spPr bwMode="auto">
            <a:xfrm>
              <a:off x="1652587"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9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2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9"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2"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1" y="30"/>
                    <a:pt x="44"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4" y="175"/>
                    <a:pt x="96" y="179"/>
                  </a:cubicBezTo>
                  <a:cubicBezTo>
                    <a:pt x="87" y="183"/>
                    <a:pt x="76" y="186"/>
                    <a:pt x="62"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36"/>
            <p:cNvSpPr>
              <a:spLocks/>
            </p:cNvSpPr>
            <p:nvPr/>
          </p:nvSpPr>
          <p:spPr bwMode="auto">
            <a:xfrm>
              <a:off x="17621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1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99" y="181"/>
                    <a:pt x="86" y="186"/>
                    <a:pt x="69" y="186"/>
                  </a:cubicBezTo>
                  <a:cubicBezTo>
                    <a:pt x="49" y="186"/>
                    <a:pt x="33" y="177"/>
                    <a:pt x="19" y="161"/>
                  </a:cubicBezTo>
                  <a:cubicBezTo>
                    <a:pt x="7"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1"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Rectangle 37"/>
            <p:cNvSpPr>
              <a:spLocks noChangeArrowheads="1"/>
            </p:cNvSpPr>
            <p:nvPr/>
          </p:nvSpPr>
          <p:spPr bwMode="auto">
            <a:xfrm>
              <a:off x="1882775"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38"/>
            <p:cNvSpPr>
              <a:spLocks/>
            </p:cNvSpPr>
            <p:nvPr/>
          </p:nvSpPr>
          <p:spPr bwMode="auto">
            <a:xfrm>
              <a:off x="19288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1 w 56"/>
                <a:gd name="T13" fmla="*/ 34 h 87"/>
                <a:gd name="T14" fmla="*/ 51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1" y="34"/>
                  </a:lnTo>
                  <a:lnTo>
                    <a:pt x="51"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39"/>
            <p:cNvSpPr>
              <a:spLocks/>
            </p:cNvSpPr>
            <p:nvPr/>
          </p:nvSpPr>
          <p:spPr bwMode="auto">
            <a:xfrm>
              <a:off x="2036762" y="17462"/>
              <a:ext cx="92075" cy="138113"/>
            </a:xfrm>
            <a:custGeom>
              <a:avLst/>
              <a:gdLst>
                <a:gd name="T0" fmla="*/ 0 w 58"/>
                <a:gd name="T1" fmla="*/ 87 h 87"/>
                <a:gd name="T2" fmla="*/ 0 w 58"/>
                <a:gd name="T3" fmla="*/ 0 h 87"/>
                <a:gd name="T4" fmla="*/ 14 w 58"/>
                <a:gd name="T5" fmla="*/ 0 h 87"/>
                <a:gd name="T6" fmla="*/ 45 w 58"/>
                <a:gd name="T7" fmla="*/ 58 h 87"/>
                <a:gd name="T8" fmla="*/ 45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5" y="58"/>
                  </a:lnTo>
                  <a:lnTo>
                    <a:pt x="45"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40"/>
            <p:cNvSpPr>
              <a:spLocks/>
            </p:cNvSpPr>
            <p:nvPr/>
          </p:nvSpPr>
          <p:spPr bwMode="auto">
            <a:xfrm>
              <a:off x="2149475" y="15875"/>
              <a:ext cx="101600" cy="142875"/>
            </a:xfrm>
            <a:custGeom>
              <a:avLst/>
              <a:gdLst>
                <a:gd name="T0" fmla="*/ 103 w 133"/>
                <a:gd name="T1" fmla="*/ 117 h 186"/>
                <a:gd name="T2" fmla="*/ 133 w 133"/>
                <a:gd name="T3" fmla="*/ 128 h 186"/>
                <a:gd name="T4" fmla="*/ 110 w 133"/>
                <a:gd name="T5" fmla="*/ 171 h 186"/>
                <a:gd name="T6" fmla="*/ 70 w 133"/>
                <a:gd name="T7" fmla="*/ 186 h 186"/>
                <a:gd name="T8" fmla="*/ 20 w 133"/>
                <a:gd name="T9" fmla="*/ 161 h 186"/>
                <a:gd name="T10" fmla="*/ 0 w 133"/>
                <a:gd name="T11" fmla="*/ 94 h 186"/>
                <a:gd name="T12" fmla="*/ 20 w 133"/>
                <a:gd name="T13" fmla="*/ 25 h 186"/>
                <a:gd name="T14" fmla="*/ 72 w 133"/>
                <a:gd name="T15" fmla="*/ 0 h 186"/>
                <a:gd name="T16" fmla="*/ 117 w 133"/>
                <a:gd name="T17" fmla="*/ 20 h 186"/>
                <a:gd name="T18" fmla="*/ 133 w 133"/>
                <a:gd name="T19" fmla="*/ 53 h 186"/>
                <a:gd name="T20" fmla="*/ 102 w 133"/>
                <a:gd name="T21" fmla="*/ 61 h 186"/>
                <a:gd name="T22" fmla="*/ 91 w 133"/>
                <a:gd name="T23" fmla="*/ 39 h 186"/>
                <a:gd name="T24" fmla="*/ 70 w 133"/>
                <a:gd name="T25" fmla="*/ 31 h 186"/>
                <a:gd name="T26" fmla="*/ 43 w 133"/>
                <a:gd name="T27" fmla="*/ 45 h 186"/>
                <a:gd name="T28" fmla="*/ 32 w 133"/>
                <a:gd name="T29" fmla="*/ 92 h 186"/>
                <a:gd name="T30" fmla="*/ 42 w 133"/>
                <a:gd name="T31" fmla="*/ 140 h 186"/>
                <a:gd name="T32" fmla="*/ 70 w 133"/>
                <a:gd name="T33" fmla="*/ 155 h 186"/>
                <a:gd name="T34" fmla="*/ 91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100" y="181"/>
                    <a:pt x="86" y="186"/>
                    <a:pt x="70" y="186"/>
                  </a:cubicBezTo>
                  <a:cubicBezTo>
                    <a:pt x="50" y="186"/>
                    <a:pt x="33" y="177"/>
                    <a:pt x="20" y="161"/>
                  </a:cubicBezTo>
                  <a:cubicBezTo>
                    <a:pt x="7" y="145"/>
                    <a:pt x="0" y="123"/>
                    <a:pt x="0" y="94"/>
                  </a:cubicBezTo>
                  <a:cubicBezTo>
                    <a:pt x="0" y="65"/>
                    <a:pt x="7" y="41"/>
                    <a:pt x="20" y="25"/>
                  </a:cubicBezTo>
                  <a:cubicBezTo>
                    <a:pt x="33" y="8"/>
                    <a:pt x="50" y="0"/>
                    <a:pt x="72" y="0"/>
                  </a:cubicBezTo>
                  <a:cubicBezTo>
                    <a:pt x="90" y="0"/>
                    <a:pt x="105" y="7"/>
                    <a:pt x="117" y="20"/>
                  </a:cubicBezTo>
                  <a:cubicBezTo>
                    <a:pt x="124" y="27"/>
                    <a:pt x="129" y="38"/>
                    <a:pt x="133" y="53"/>
                  </a:cubicBezTo>
                  <a:cubicBezTo>
                    <a:pt x="102" y="61"/>
                    <a:pt x="102" y="61"/>
                    <a:pt x="102" y="61"/>
                  </a:cubicBezTo>
                  <a:cubicBezTo>
                    <a:pt x="100" y="52"/>
                    <a:pt x="97" y="44"/>
                    <a:pt x="91" y="39"/>
                  </a:cubicBezTo>
                  <a:cubicBezTo>
                    <a:pt x="85" y="34"/>
                    <a:pt x="78" y="31"/>
                    <a:pt x="70" y="31"/>
                  </a:cubicBezTo>
                  <a:cubicBezTo>
                    <a:pt x="59" y="31"/>
                    <a:pt x="50" y="36"/>
                    <a:pt x="43" y="45"/>
                  </a:cubicBezTo>
                  <a:cubicBezTo>
                    <a:pt x="36" y="55"/>
                    <a:pt x="32" y="70"/>
                    <a:pt x="32" y="92"/>
                  </a:cubicBezTo>
                  <a:cubicBezTo>
                    <a:pt x="32" y="114"/>
                    <a:pt x="36" y="130"/>
                    <a:pt x="42" y="140"/>
                  </a:cubicBezTo>
                  <a:cubicBezTo>
                    <a:pt x="49" y="150"/>
                    <a:pt x="58" y="155"/>
                    <a:pt x="70" y="155"/>
                  </a:cubicBezTo>
                  <a:cubicBezTo>
                    <a:pt x="78" y="155"/>
                    <a:pt x="85" y="151"/>
                    <a:pt x="91" y="145"/>
                  </a:cubicBezTo>
                  <a:cubicBezTo>
                    <a:pt x="97" y="139"/>
                    <a:pt x="101"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41"/>
            <p:cNvSpPr>
              <a:spLocks/>
            </p:cNvSpPr>
            <p:nvPr/>
          </p:nvSpPr>
          <p:spPr bwMode="auto">
            <a:xfrm>
              <a:off x="22717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42"/>
            <p:cNvSpPr>
              <a:spLocks noEditPoints="1"/>
            </p:cNvSpPr>
            <p:nvPr/>
          </p:nvSpPr>
          <p:spPr bwMode="auto">
            <a:xfrm>
              <a:off x="2420937" y="15875"/>
              <a:ext cx="106363" cy="142875"/>
            </a:xfrm>
            <a:custGeom>
              <a:avLst/>
              <a:gdLst>
                <a:gd name="T0" fmla="*/ 141 w 141"/>
                <a:gd name="T1" fmla="*/ 161 h 187"/>
                <a:gd name="T2" fmla="*/ 124 w 141"/>
                <a:gd name="T3" fmla="*/ 187 h 187"/>
                <a:gd name="T4" fmla="*/ 99 w 141"/>
                <a:gd name="T5" fmla="*/ 167 h 187"/>
                <a:gd name="T6" fmla="*/ 79 w 141"/>
                <a:gd name="T7" fmla="*/ 181 h 187"/>
                <a:gd name="T8" fmla="*/ 54 w 141"/>
                <a:gd name="T9" fmla="*/ 186 h 187"/>
                <a:gd name="T10" fmla="*/ 12 w 141"/>
                <a:gd name="T11" fmla="*/ 167 h 187"/>
                <a:gd name="T12" fmla="*/ 0 w 141"/>
                <a:gd name="T13" fmla="*/ 133 h 187"/>
                <a:gd name="T14" fmla="*/ 9 w 141"/>
                <a:gd name="T15" fmla="*/ 102 h 187"/>
                <a:gd name="T16" fmla="*/ 35 w 141"/>
                <a:gd name="T17" fmla="*/ 78 h 187"/>
                <a:gd name="T18" fmla="*/ 24 w 141"/>
                <a:gd name="T19" fmla="*/ 58 h 187"/>
                <a:gd name="T20" fmla="*/ 20 w 141"/>
                <a:gd name="T21" fmla="*/ 39 h 187"/>
                <a:gd name="T22" fmla="*/ 31 w 141"/>
                <a:gd name="T23" fmla="*/ 12 h 187"/>
                <a:gd name="T24" fmla="*/ 62 w 141"/>
                <a:gd name="T25" fmla="*/ 0 h 187"/>
                <a:gd name="T26" fmla="*/ 93 w 141"/>
                <a:gd name="T27" fmla="*/ 12 h 187"/>
                <a:gd name="T28" fmla="*/ 104 w 141"/>
                <a:gd name="T29" fmla="*/ 41 h 187"/>
                <a:gd name="T30" fmla="*/ 99 w 141"/>
                <a:gd name="T31" fmla="*/ 62 h 187"/>
                <a:gd name="T32" fmla="*/ 76 w 141"/>
                <a:gd name="T33" fmla="*/ 84 h 187"/>
                <a:gd name="T34" fmla="*/ 98 w 141"/>
                <a:gd name="T35" fmla="*/ 117 h 187"/>
                <a:gd name="T36" fmla="*/ 104 w 141"/>
                <a:gd name="T37" fmla="*/ 96 h 187"/>
                <a:gd name="T38" fmla="*/ 130 w 141"/>
                <a:gd name="T39" fmla="*/ 103 h 187"/>
                <a:gd name="T40" fmla="*/ 124 w 141"/>
                <a:gd name="T41" fmla="*/ 127 h 187"/>
                <a:gd name="T42" fmla="*/ 117 w 141"/>
                <a:gd name="T43" fmla="*/ 140 h 187"/>
                <a:gd name="T44" fmla="*/ 130 w 141"/>
                <a:gd name="T45" fmla="*/ 152 h 187"/>
                <a:gd name="T46" fmla="*/ 141 w 141"/>
                <a:gd name="T47" fmla="*/ 161 h 187"/>
                <a:gd name="T48" fmla="*/ 50 w 141"/>
                <a:gd name="T49" fmla="*/ 100 h 187"/>
                <a:gd name="T50" fmla="*/ 35 w 141"/>
                <a:gd name="T51" fmla="*/ 115 h 187"/>
                <a:gd name="T52" fmla="*/ 30 w 141"/>
                <a:gd name="T53" fmla="*/ 132 h 187"/>
                <a:gd name="T54" fmla="*/ 37 w 141"/>
                <a:gd name="T55" fmla="*/ 150 h 187"/>
                <a:gd name="T56" fmla="*/ 53 w 141"/>
                <a:gd name="T57" fmla="*/ 157 h 187"/>
                <a:gd name="T58" fmla="*/ 66 w 141"/>
                <a:gd name="T59" fmla="*/ 154 h 187"/>
                <a:gd name="T60" fmla="*/ 80 w 141"/>
                <a:gd name="T61" fmla="*/ 144 h 187"/>
                <a:gd name="T62" fmla="*/ 50 w 141"/>
                <a:gd name="T63" fmla="*/ 100 h 187"/>
                <a:gd name="T64" fmla="*/ 62 w 141"/>
                <a:gd name="T65" fmla="*/ 63 h 187"/>
                <a:gd name="T66" fmla="*/ 70 w 141"/>
                <a:gd name="T67" fmla="*/ 56 h 187"/>
                <a:gd name="T68" fmla="*/ 78 w 141"/>
                <a:gd name="T69" fmla="*/ 40 h 187"/>
                <a:gd name="T70" fmla="*/ 74 w 141"/>
                <a:gd name="T71" fmla="*/ 29 h 187"/>
                <a:gd name="T72" fmla="*/ 63 w 141"/>
                <a:gd name="T73" fmla="*/ 24 h 187"/>
                <a:gd name="T74" fmla="*/ 52 w 141"/>
                <a:gd name="T75" fmla="*/ 28 h 187"/>
                <a:gd name="T76" fmla="*/ 48 w 141"/>
                <a:gd name="T77" fmla="*/ 38 h 187"/>
                <a:gd name="T78" fmla="*/ 55 w 141"/>
                <a:gd name="T79" fmla="*/ 53 h 187"/>
                <a:gd name="T80" fmla="*/ 62 w 141"/>
                <a:gd name="T81" fmla="*/ 6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7">
                  <a:moveTo>
                    <a:pt x="141" y="161"/>
                  </a:moveTo>
                  <a:cubicBezTo>
                    <a:pt x="124" y="187"/>
                    <a:pt x="124" y="187"/>
                    <a:pt x="124" y="187"/>
                  </a:cubicBezTo>
                  <a:cubicBezTo>
                    <a:pt x="115" y="182"/>
                    <a:pt x="107" y="175"/>
                    <a:pt x="99" y="167"/>
                  </a:cubicBezTo>
                  <a:cubicBezTo>
                    <a:pt x="93" y="173"/>
                    <a:pt x="86" y="178"/>
                    <a:pt x="79" y="181"/>
                  </a:cubicBezTo>
                  <a:cubicBezTo>
                    <a:pt x="72" y="184"/>
                    <a:pt x="64" y="186"/>
                    <a:pt x="54" y="186"/>
                  </a:cubicBezTo>
                  <a:cubicBezTo>
                    <a:pt x="35" y="186"/>
                    <a:pt x="21" y="179"/>
                    <a:pt x="12" y="167"/>
                  </a:cubicBezTo>
                  <a:cubicBezTo>
                    <a:pt x="4" y="157"/>
                    <a:pt x="0" y="146"/>
                    <a:pt x="0" y="133"/>
                  </a:cubicBezTo>
                  <a:cubicBezTo>
                    <a:pt x="0" y="122"/>
                    <a:pt x="3" y="111"/>
                    <a:pt x="9" y="102"/>
                  </a:cubicBezTo>
                  <a:cubicBezTo>
                    <a:pt x="15" y="93"/>
                    <a:pt x="24" y="85"/>
                    <a:pt x="35" y="78"/>
                  </a:cubicBezTo>
                  <a:cubicBezTo>
                    <a:pt x="30" y="71"/>
                    <a:pt x="26" y="64"/>
                    <a:pt x="24" y="58"/>
                  </a:cubicBezTo>
                  <a:cubicBezTo>
                    <a:pt x="21" y="51"/>
                    <a:pt x="20" y="45"/>
                    <a:pt x="20" y="39"/>
                  </a:cubicBezTo>
                  <a:cubicBezTo>
                    <a:pt x="20" y="28"/>
                    <a:pt x="23" y="19"/>
                    <a:pt x="31" y="12"/>
                  </a:cubicBezTo>
                  <a:cubicBezTo>
                    <a:pt x="38" y="4"/>
                    <a:pt x="49" y="0"/>
                    <a:pt x="62" y="0"/>
                  </a:cubicBezTo>
                  <a:cubicBezTo>
                    <a:pt x="75" y="0"/>
                    <a:pt x="86" y="4"/>
                    <a:pt x="93" y="12"/>
                  </a:cubicBezTo>
                  <a:cubicBezTo>
                    <a:pt x="100" y="20"/>
                    <a:pt x="104" y="30"/>
                    <a:pt x="104" y="41"/>
                  </a:cubicBezTo>
                  <a:cubicBezTo>
                    <a:pt x="104" y="48"/>
                    <a:pt x="102" y="55"/>
                    <a:pt x="99" y="62"/>
                  </a:cubicBezTo>
                  <a:cubicBezTo>
                    <a:pt x="95" y="68"/>
                    <a:pt x="88" y="76"/>
                    <a:pt x="76" y="84"/>
                  </a:cubicBezTo>
                  <a:cubicBezTo>
                    <a:pt x="98" y="117"/>
                    <a:pt x="98" y="117"/>
                    <a:pt x="98" y="117"/>
                  </a:cubicBezTo>
                  <a:cubicBezTo>
                    <a:pt x="100" y="111"/>
                    <a:pt x="102" y="105"/>
                    <a:pt x="104" y="96"/>
                  </a:cubicBezTo>
                  <a:cubicBezTo>
                    <a:pt x="130" y="103"/>
                    <a:pt x="130" y="103"/>
                    <a:pt x="130" y="103"/>
                  </a:cubicBezTo>
                  <a:cubicBezTo>
                    <a:pt x="128" y="114"/>
                    <a:pt x="125" y="122"/>
                    <a:pt x="124" y="127"/>
                  </a:cubicBezTo>
                  <a:cubicBezTo>
                    <a:pt x="122" y="133"/>
                    <a:pt x="120" y="137"/>
                    <a:pt x="117" y="140"/>
                  </a:cubicBezTo>
                  <a:cubicBezTo>
                    <a:pt x="121" y="144"/>
                    <a:pt x="125" y="148"/>
                    <a:pt x="130" y="152"/>
                  </a:cubicBezTo>
                  <a:cubicBezTo>
                    <a:pt x="135" y="156"/>
                    <a:pt x="139" y="159"/>
                    <a:pt x="141" y="161"/>
                  </a:cubicBezTo>
                  <a:close/>
                  <a:moveTo>
                    <a:pt x="50" y="100"/>
                  </a:moveTo>
                  <a:cubicBezTo>
                    <a:pt x="44" y="104"/>
                    <a:pt x="39" y="109"/>
                    <a:pt x="35" y="115"/>
                  </a:cubicBezTo>
                  <a:cubicBezTo>
                    <a:pt x="32" y="120"/>
                    <a:pt x="30" y="126"/>
                    <a:pt x="30" y="132"/>
                  </a:cubicBezTo>
                  <a:cubicBezTo>
                    <a:pt x="30" y="140"/>
                    <a:pt x="32" y="146"/>
                    <a:pt x="37" y="150"/>
                  </a:cubicBezTo>
                  <a:cubicBezTo>
                    <a:pt x="41" y="155"/>
                    <a:pt x="46" y="157"/>
                    <a:pt x="53" y="157"/>
                  </a:cubicBezTo>
                  <a:cubicBezTo>
                    <a:pt x="58" y="157"/>
                    <a:pt x="62" y="156"/>
                    <a:pt x="66" y="154"/>
                  </a:cubicBezTo>
                  <a:cubicBezTo>
                    <a:pt x="71" y="152"/>
                    <a:pt x="75" y="148"/>
                    <a:pt x="80" y="144"/>
                  </a:cubicBezTo>
                  <a:lnTo>
                    <a:pt x="50" y="100"/>
                  </a:lnTo>
                  <a:close/>
                  <a:moveTo>
                    <a:pt x="62" y="63"/>
                  </a:moveTo>
                  <a:cubicBezTo>
                    <a:pt x="70" y="56"/>
                    <a:pt x="70" y="56"/>
                    <a:pt x="70" y="56"/>
                  </a:cubicBezTo>
                  <a:cubicBezTo>
                    <a:pt x="76" y="51"/>
                    <a:pt x="78" y="45"/>
                    <a:pt x="78" y="40"/>
                  </a:cubicBezTo>
                  <a:cubicBezTo>
                    <a:pt x="78" y="36"/>
                    <a:pt x="77" y="32"/>
                    <a:pt x="74" y="29"/>
                  </a:cubicBezTo>
                  <a:cubicBezTo>
                    <a:pt x="71" y="26"/>
                    <a:pt x="68" y="24"/>
                    <a:pt x="63" y="24"/>
                  </a:cubicBezTo>
                  <a:cubicBezTo>
                    <a:pt x="58" y="24"/>
                    <a:pt x="55" y="26"/>
                    <a:pt x="52" y="28"/>
                  </a:cubicBezTo>
                  <a:cubicBezTo>
                    <a:pt x="49" y="31"/>
                    <a:pt x="48" y="34"/>
                    <a:pt x="48" y="38"/>
                  </a:cubicBezTo>
                  <a:cubicBezTo>
                    <a:pt x="48" y="42"/>
                    <a:pt x="50" y="47"/>
                    <a:pt x="55" y="53"/>
                  </a:cubicBezTo>
                  <a:lnTo>
                    <a:pt x="62" y="63"/>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43"/>
            <p:cNvSpPr>
              <a:spLocks/>
            </p:cNvSpPr>
            <p:nvPr/>
          </p:nvSpPr>
          <p:spPr bwMode="auto">
            <a:xfrm>
              <a:off x="2579687"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6 w 58"/>
                <a:gd name="T13" fmla="*/ 15 h 87"/>
                <a:gd name="T14" fmla="*/ 36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6" y="15"/>
                  </a:lnTo>
                  <a:lnTo>
                    <a:pt x="36" y="87"/>
                  </a:lnTo>
                  <a:lnTo>
                    <a:pt x="22"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44"/>
            <p:cNvSpPr>
              <a:spLocks/>
            </p:cNvSpPr>
            <p:nvPr/>
          </p:nvSpPr>
          <p:spPr bwMode="auto">
            <a:xfrm>
              <a:off x="2686050"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45"/>
            <p:cNvSpPr>
              <a:spLocks/>
            </p:cNvSpPr>
            <p:nvPr/>
          </p:nvSpPr>
          <p:spPr bwMode="auto">
            <a:xfrm>
              <a:off x="27908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0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0" y="162"/>
                    <a:pt x="110" y="171"/>
                  </a:cubicBezTo>
                  <a:cubicBezTo>
                    <a:pt x="99" y="181"/>
                    <a:pt x="86" y="186"/>
                    <a:pt x="69" y="186"/>
                  </a:cubicBezTo>
                  <a:cubicBezTo>
                    <a:pt x="49" y="186"/>
                    <a:pt x="32" y="177"/>
                    <a:pt x="19" y="161"/>
                  </a:cubicBezTo>
                  <a:cubicBezTo>
                    <a:pt x="6"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0"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46"/>
            <p:cNvSpPr>
              <a:spLocks/>
            </p:cNvSpPr>
            <p:nvPr/>
          </p:nvSpPr>
          <p:spPr bwMode="auto">
            <a:xfrm>
              <a:off x="2913062" y="17462"/>
              <a:ext cx="93663" cy="138113"/>
            </a:xfrm>
            <a:custGeom>
              <a:avLst/>
              <a:gdLst>
                <a:gd name="T0" fmla="*/ 0 w 59"/>
                <a:gd name="T1" fmla="*/ 87 h 87"/>
                <a:gd name="T2" fmla="*/ 0 w 59"/>
                <a:gd name="T3" fmla="*/ 0 h 87"/>
                <a:gd name="T4" fmla="*/ 15 w 59"/>
                <a:gd name="T5" fmla="*/ 0 h 87"/>
                <a:gd name="T6" fmla="*/ 15 w 59"/>
                <a:gd name="T7" fmla="*/ 35 h 87"/>
                <a:gd name="T8" fmla="*/ 44 w 59"/>
                <a:gd name="T9" fmla="*/ 35 h 87"/>
                <a:gd name="T10" fmla="*/ 44 w 59"/>
                <a:gd name="T11" fmla="*/ 0 h 87"/>
                <a:gd name="T12" fmla="*/ 59 w 59"/>
                <a:gd name="T13" fmla="*/ 0 h 87"/>
                <a:gd name="T14" fmla="*/ 59 w 59"/>
                <a:gd name="T15" fmla="*/ 87 h 87"/>
                <a:gd name="T16" fmla="*/ 44 w 59"/>
                <a:gd name="T17" fmla="*/ 87 h 87"/>
                <a:gd name="T18" fmla="*/ 44 w 59"/>
                <a:gd name="T19" fmla="*/ 49 h 87"/>
                <a:gd name="T20" fmla="*/ 15 w 59"/>
                <a:gd name="T21" fmla="*/ 49 h 87"/>
                <a:gd name="T22" fmla="*/ 15 w 59"/>
                <a:gd name="T23" fmla="*/ 87 h 87"/>
                <a:gd name="T24" fmla="*/ 0 w 59"/>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7">
                  <a:moveTo>
                    <a:pt x="0" y="87"/>
                  </a:moveTo>
                  <a:lnTo>
                    <a:pt x="0" y="0"/>
                  </a:lnTo>
                  <a:lnTo>
                    <a:pt x="15" y="0"/>
                  </a:lnTo>
                  <a:lnTo>
                    <a:pt x="15" y="35"/>
                  </a:lnTo>
                  <a:lnTo>
                    <a:pt x="44" y="35"/>
                  </a:lnTo>
                  <a:lnTo>
                    <a:pt x="44" y="0"/>
                  </a:lnTo>
                  <a:lnTo>
                    <a:pt x="59" y="0"/>
                  </a:lnTo>
                  <a:lnTo>
                    <a:pt x="59" y="87"/>
                  </a:lnTo>
                  <a:lnTo>
                    <a:pt x="44" y="87"/>
                  </a:lnTo>
                  <a:lnTo>
                    <a:pt x="44" y="49"/>
                  </a:lnTo>
                  <a:lnTo>
                    <a:pt x="15" y="49"/>
                  </a:lnTo>
                  <a:lnTo>
                    <a:pt x="15"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47"/>
            <p:cNvSpPr>
              <a:spLocks/>
            </p:cNvSpPr>
            <p:nvPr/>
          </p:nvSpPr>
          <p:spPr bwMode="auto">
            <a:xfrm>
              <a:off x="3030537" y="17462"/>
              <a:ext cx="92075" cy="138113"/>
            </a:xfrm>
            <a:custGeom>
              <a:avLst/>
              <a:gdLst>
                <a:gd name="T0" fmla="*/ 0 w 58"/>
                <a:gd name="T1" fmla="*/ 87 h 87"/>
                <a:gd name="T2" fmla="*/ 0 w 58"/>
                <a:gd name="T3" fmla="*/ 0 h 87"/>
                <a:gd name="T4" fmla="*/ 14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48"/>
            <p:cNvSpPr>
              <a:spLocks noEditPoints="1"/>
            </p:cNvSpPr>
            <p:nvPr/>
          </p:nvSpPr>
          <p:spPr bwMode="auto">
            <a:xfrm>
              <a:off x="3143250" y="15875"/>
              <a:ext cx="112713" cy="142875"/>
            </a:xfrm>
            <a:custGeom>
              <a:avLst/>
              <a:gdLst>
                <a:gd name="T0" fmla="*/ 0 w 148"/>
                <a:gd name="T1" fmla="*/ 94 h 186"/>
                <a:gd name="T2" fmla="*/ 7 w 148"/>
                <a:gd name="T3" fmla="*/ 48 h 186"/>
                <a:gd name="T4" fmla="*/ 21 w 148"/>
                <a:gd name="T5" fmla="*/ 23 h 186"/>
                <a:gd name="T6" fmla="*/ 41 w 148"/>
                <a:gd name="T7" fmla="*/ 7 h 186"/>
                <a:gd name="T8" fmla="*/ 74 w 148"/>
                <a:gd name="T9" fmla="*/ 0 h 186"/>
                <a:gd name="T10" fmla="*/ 128 w 148"/>
                <a:gd name="T11" fmla="*/ 25 h 186"/>
                <a:gd name="T12" fmla="*/ 148 w 148"/>
                <a:gd name="T13" fmla="*/ 93 h 186"/>
                <a:gd name="T14" fmla="*/ 128 w 148"/>
                <a:gd name="T15" fmla="*/ 161 h 186"/>
                <a:gd name="T16" fmla="*/ 74 w 148"/>
                <a:gd name="T17" fmla="*/ 186 h 186"/>
                <a:gd name="T18" fmla="*/ 20 w 148"/>
                <a:gd name="T19" fmla="*/ 161 h 186"/>
                <a:gd name="T20" fmla="*/ 0 w 148"/>
                <a:gd name="T21" fmla="*/ 94 h 186"/>
                <a:gd name="T22" fmla="*/ 32 w 148"/>
                <a:gd name="T23" fmla="*/ 93 h 186"/>
                <a:gd name="T24" fmla="*/ 44 w 148"/>
                <a:gd name="T25" fmla="*/ 139 h 186"/>
                <a:gd name="T26" fmla="*/ 74 w 148"/>
                <a:gd name="T27" fmla="*/ 155 h 186"/>
                <a:gd name="T28" fmla="*/ 104 w 148"/>
                <a:gd name="T29" fmla="*/ 139 h 186"/>
                <a:gd name="T30" fmla="*/ 116 w 148"/>
                <a:gd name="T31" fmla="*/ 92 h 186"/>
                <a:gd name="T32" fmla="*/ 105 w 148"/>
                <a:gd name="T33" fmla="*/ 46 h 186"/>
                <a:gd name="T34" fmla="*/ 74 w 148"/>
                <a:gd name="T35" fmla="*/ 31 h 186"/>
                <a:gd name="T36" fmla="*/ 43 w 148"/>
                <a:gd name="T37" fmla="*/ 46 h 186"/>
                <a:gd name="T38" fmla="*/ 32 w 148"/>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8" h="186">
                  <a:moveTo>
                    <a:pt x="0" y="94"/>
                  </a:moveTo>
                  <a:cubicBezTo>
                    <a:pt x="0" y="76"/>
                    <a:pt x="2" y="60"/>
                    <a:pt x="7" y="48"/>
                  </a:cubicBezTo>
                  <a:cubicBezTo>
                    <a:pt x="11" y="39"/>
                    <a:pt x="15" y="31"/>
                    <a:pt x="21" y="23"/>
                  </a:cubicBezTo>
                  <a:cubicBezTo>
                    <a:pt x="27" y="16"/>
                    <a:pt x="34" y="11"/>
                    <a:pt x="41" y="7"/>
                  </a:cubicBezTo>
                  <a:cubicBezTo>
                    <a:pt x="50" y="3"/>
                    <a:pt x="61" y="0"/>
                    <a:pt x="74" y="0"/>
                  </a:cubicBezTo>
                  <a:cubicBezTo>
                    <a:pt x="96" y="0"/>
                    <a:pt x="114" y="8"/>
                    <a:pt x="128" y="25"/>
                  </a:cubicBezTo>
                  <a:cubicBezTo>
                    <a:pt x="141" y="41"/>
                    <a:pt x="148" y="64"/>
                    <a:pt x="148" y="93"/>
                  </a:cubicBezTo>
                  <a:cubicBezTo>
                    <a:pt x="148" y="122"/>
                    <a:pt x="141" y="145"/>
                    <a:pt x="128" y="161"/>
                  </a:cubicBezTo>
                  <a:cubicBezTo>
                    <a:pt x="115" y="177"/>
                    <a:pt x="97" y="186"/>
                    <a:pt x="74" y="186"/>
                  </a:cubicBezTo>
                  <a:cubicBezTo>
                    <a:pt x="52" y="186"/>
                    <a:pt x="34" y="177"/>
                    <a:pt x="20" y="161"/>
                  </a:cubicBezTo>
                  <a:cubicBezTo>
                    <a:pt x="7" y="145"/>
                    <a:pt x="0" y="122"/>
                    <a:pt x="0" y="94"/>
                  </a:cubicBezTo>
                  <a:close/>
                  <a:moveTo>
                    <a:pt x="32" y="93"/>
                  </a:moveTo>
                  <a:cubicBezTo>
                    <a:pt x="32" y="113"/>
                    <a:pt x="36" y="128"/>
                    <a:pt x="44" y="139"/>
                  </a:cubicBezTo>
                  <a:cubicBezTo>
                    <a:pt x="52" y="149"/>
                    <a:pt x="62" y="155"/>
                    <a:pt x="74" y="155"/>
                  </a:cubicBezTo>
                  <a:cubicBezTo>
                    <a:pt x="86" y="155"/>
                    <a:pt x="97" y="149"/>
                    <a:pt x="104" y="139"/>
                  </a:cubicBezTo>
                  <a:cubicBezTo>
                    <a:pt x="112" y="129"/>
                    <a:pt x="116" y="113"/>
                    <a:pt x="116" y="92"/>
                  </a:cubicBezTo>
                  <a:cubicBezTo>
                    <a:pt x="116" y="72"/>
                    <a:pt x="112" y="56"/>
                    <a:pt x="105" y="46"/>
                  </a:cubicBezTo>
                  <a:cubicBezTo>
                    <a:pt x="97" y="36"/>
                    <a:pt x="87" y="31"/>
                    <a:pt x="74" y="31"/>
                  </a:cubicBezTo>
                  <a:cubicBezTo>
                    <a:pt x="61" y="31"/>
                    <a:pt x="51" y="36"/>
                    <a:pt x="43" y="46"/>
                  </a:cubicBezTo>
                  <a:cubicBezTo>
                    <a:pt x="36" y="57"/>
                    <a:pt x="32" y="72"/>
                    <a:pt x="32"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49"/>
            <p:cNvSpPr>
              <a:spLocks/>
            </p:cNvSpPr>
            <p:nvPr/>
          </p:nvSpPr>
          <p:spPr bwMode="auto">
            <a:xfrm>
              <a:off x="3275012" y="19050"/>
              <a:ext cx="80963" cy="136525"/>
            </a:xfrm>
            <a:custGeom>
              <a:avLst/>
              <a:gdLst>
                <a:gd name="T0" fmla="*/ 0 w 51"/>
                <a:gd name="T1" fmla="*/ 86 h 86"/>
                <a:gd name="T2" fmla="*/ 0 w 51"/>
                <a:gd name="T3" fmla="*/ 0 h 86"/>
                <a:gd name="T4" fmla="*/ 14 w 51"/>
                <a:gd name="T5" fmla="*/ 0 h 86"/>
                <a:gd name="T6" fmla="*/ 14 w 51"/>
                <a:gd name="T7" fmla="*/ 71 h 86"/>
                <a:gd name="T8" fmla="*/ 51 w 51"/>
                <a:gd name="T9" fmla="*/ 71 h 86"/>
                <a:gd name="T10" fmla="*/ 51 w 51"/>
                <a:gd name="T11" fmla="*/ 86 h 86"/>
                <a:gd name="T12" fmla="*/ 0 w 51"/>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51" h="86">
                  <a:moveTo>
                    <a:pt x="0" y="86"/>
                  </a:moveTo>
                  <a:lnTo>
                    <a:pt x="0" y="0"/>
                  </a:lnTo>
                  <a:lnTo>
                    <a:pt x="14" y="0"/>
                  </a:lnTo>
                  <a:lnTo>
                    <a:pt x="14" y="71"/>
                  </a:lnTo>
                  <a:lnTo>
                    <a:pt x="51" y="71"/>
                  </a:lnTo>
                  <a:lnTo>
                    <a:pt x="51" y="86"/>
                  </a:lnTo>
                  <a:lnTo>
                    <a:pt x="0" y="86"/>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50"/>
            <p:cNvSpPr>
              <a:spLocks noEditPoints="1"/>
            </p:cNvSpPr>
            <p:nvPr/>
          </p:nvSpPr>
          <p:spPr bwMode="auto">
            <a:xfrm>
              <a:off x="3368675" y="15875"/>
              <a:ext cx="112713" cy="142875"/>
            </a:xfrm>
            <a:custGeom>
              <a:avLst/>
              <a:gdLst>
                <a:gd name="T0" fmla="*/ 0 w 147"/>
                <a:gd name="T1" fmla="*/ 94 h 186"/>
                <a:gd name="T2" fmla="*/ 7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4 w 147"/>
                <a:gd name="T27" fmla="*/ 155 h 186"/>
                <a:gd name="T28" fmla="*/ 104 w 147"/>
                <a:gd name="T29" fmla="*/ 139 h 186"/>
                <a:gd name="T30" fmla="*/ 116 w 147"/>
                <a:gd name="T31" fmla="*/ 92 h 186"/>
                <a:gd name="T32" fmla="*/ 104 w 147"/>
                <a:gd name="T33" fmla="*/ 46 h 186"/>
                <a:gd name="T34" fmla="*/ 74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7"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4" y="155"/>
                  </a:cubicBezTo>
                  <a:cubicBezTo>
                    <a:pt x="86" y="155"/>
                    <a:pt x="96" y="149"/>
                    <a:pt x="104" y="139"/>
                  </a:cubicBezTo>
                  <a:cubicBezTo>
                    <a:pt x="112" y="129"/>
                    <a:pt x="116" y="113"/>
                    <a:pt x="116" y="92"/>
                  </a:cubicBezTo>
                  <a:cubicBezTo>
                    <a:pt x="116" y="72"/>
                    <a:pt x="112" y="56"/>
                    <a:pt x="104" y="46"/>
                  </a:cubicBezTo>
                  <a:cubicBezTo>
                    <a:pt x="97" y="36"/>
                    <a:pt x="86" y="31"/>
                    <a:pt x="74"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51"/>
            <p:cNvSpPr>
              <a:spLocks/>
            </p:cNvSpPr>
            <p:nvPr/>
          </p:nvSpPr>
          <p:spPr bwMode="auto">
            <a:xfrm>
              <a:off x="3495675" y="15875"/>
              <a:ext cx="109538" cy="142875"/>
            </a:xfrm>
            <a:custGeom>
              <a:avLst/>
              <a:gdLst>
                <a:gd name="T0" fmla="*/ 76 w 143"/>
                <a:gd name="T1" fmla="*/ 117 h 186"/>
                <a:gd name="T2" fmla="*/ 76 w 143"/>
                <a:gd name="T3" fmla="*/ 86 h 186"/>
                <a:gd name="T4" fmla="*/ 143 w 143"/>
                <a:gd name="T5" fmla="*/ 86 h 186"/>
                <a:gd name="T6" fmla="*/ 143 w 143"/>
                <a:gd name="T7" fmla="*/ 158 h 186"/>
                <a:gd name="T8" fmla="*/ 115 w 143"/>
                <a:gd name="T9" fmla="*/ 177 h 186"/>
                <a:gd name="T10" fmla="*/ 77 w 143"/>
                <a:gd name="T11" fmla="*/ 186 h 186"/>
                <a:gd name="T12" fmla="*/ 36 w 143"/>
                <a:gd name="T13" fmla="*/ 174 h 186"/>
                <a:gd name="T14" fmla="*/ 9 w 143"/>
                <a:gd name="T15" fmla="*/ 140 h 186"/>
                <a:gd name="T16" fmla="*/ 0 w 143"/>
                <a:gd name="T17" fmla="*/ 92 h 186"/>
                <a:gd name="T18" fmla="*/ 10 w 143"/>
                <a:gd name="T19" fmla="*/ 42 h 186"/>
                <a:gd name="T20" fmla="*/ 39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5 w 143"/>
                <a:gd name="T41" fmla="*/ 155 h 186"/>
                <a:gd name="T42" fmla="*/ 95 w 143"/>
                <a:gd name="T43" fmla="*/ 150 h 186"/>
                <a:gd name="T44" fmla="*/ 112 w 143"/>
                <a:gd name="T45" fmla="*/ 139 h 186"/>
                <a:gd name="T46" fmla="*/ 112 w 143"/>
                <a:gd name="T47" fmla="*/ 117 h 186"/>
                <a:gd name="T48" fmla="*/ 76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6" y="117"/>
                  </a:moveTo>
                  <a:cubicBezTo>
                    <a:pt x="76" y="86"/>
                    <a:pt x="76" y="86"/>
                    <a:pt x="76" y="86"/>
                  </a:cubicBezTo>
                  <a:cubicBezTo>
                    <a:pt x="143" y="86"/>
                    <a:pt x="143" y="86"/>
                    <a:pt x="143" y="86"/>
                  </a:cubicBezTo>
                  <a:cubicBezTo>
                    <a:pt x="143" y="158"/>
                    <a:pt x="143" y="158"/>
                    <a:pt x="143" y="158"/>
                  </a:cubicBezTo>
                  <a:cubicBezTo>
                    <a:pt x="136" y="165"/>
                    <a:pt x="127" y="172"/>
                    <a:pt x="115" y="177"/>
                  </a:cubicBezTo>
                  <a:cubicBezTo>
                    <a:pt x="102" y="183"/>
                    <a:pt x="90" y="186"/>
                    <a:pt x="77" y="186"/>
                  </a:cubicBezTo>
                  <a:cubicBezTo>
                    <a:pt x="62" y="186"/>
                    <a:pt x="48" y="182"/>
                    <a:pt x="36" y="174"/>
                  </a:cubicBezTo>
                  <a:cubicBezTo>
                    <a:pt x="24" y="166"/>
                    <a:pt x="15" y="155"/>
                    <a:pt x="9" y="140"/>
                  </a:cubicBezTo>
                  <a:cubicBezTo>
                    <a:pt x="3" y="125"/>
                    <a:pt x="0" y="109"/>
                    <a:pt x="0" y="92"/>
                  </a:cubicBezTo>
                  <a:cubicBezTo>
                    <a:pt x="0" y="74"/>
                    <a:pt x="3" y="57"/>
                    <a:pt x="10" y="42"/>
                  </a:cubicBezTo>
                  <a:cubicBezTo>
                    <a:pt x="17" y="28"/>
                    <a:pt x="27" y="17"/>
                    <a:pt x="39" y="9"/>
                  </a:cubicBezTo>
                  <a:cubicBezTo>
                    <a:pt x="49" y="3"/>
                    <a:pt x="61" y="0"/>
                    <a:pt x="76" y="0"/>
                  </a:cubicBezTo>
                  <a:cubicBezTo>
                    <a:pt x="95" y="0"/>
                    <a:pt x="109"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2" y="31"/>
                    <a:pt x="52" y="36"/>
                    <a:pt x="44" y="46"/>
                  </a:cubicBezTo>
                  <a:cubicBezTo>
                    <a:pt x="36" y="56"/>
                    <a:pt x="32" y="71"/>
                    <a:pt x="32" y="91"/>
                  </a:cubicBezTo>
                  <a:cubicBezTo>
                    <a:pt x="32" y="112"/>
                    <a:pt x="36" y="128"/>
                    <a:pt x="44" y="139"/>
                  </a:cubicBezTo>
                  <a:cubicBezTo>
                    <a:pt x="52" y="149"/>
                    <a:pt x="62" y="155"/>
                    <a:pt x="75" y="155"/>
                  </a:cubicBezTo>
                  <a:cubicBezTo>
                    <a:pt x="82" y="155"/>
                    <a:pt x="88" y="153"/>
                    <a:pt x="95" y="150"/>
                  </a:cubicBezTo>
                  <a:cubicBezTo>
                    <a:pt x="101" y="147"/>
                    <a:pt x="107" y="144"/>
                    <a:pt x="112" y="139"/>
                  </a:cubicBezTo>
                  <a:cubicBezTo>
                    <a:pt x="112" y="117"/>
                    <a:pt x="112" y="117"/>
                    <a:pt x="112" y="117"/>
                  </a:cubicBezTo>
                  <a:lnTo>
                    <a:pt x="76" y="11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52"/>
            <p:cNvSpPr>
              <a:spLocks/>
            </p:cNvSpPr>
            <p:nvPr/>
          </p:nvSpPr>
          <p:spPr bwMode="auto">
            <a:xfrm>
              <a:off x="3614737" y="17462"/>
              <a:ext cx="107950" cy="138113"/>
            </a:xfrm>
            <a:custGeom>
              <a:avLst/>
              <a:gdLst>
                <a:gd name="T0" fmla="*/ 26 w 68"/>
                <a:gd name="T1" fmla="*/ 87 h 87"/>
                <a:gd name="T2" fmla="*/ 26 w 68"/>
                <a:gd name="T3" fmla="*/ 51 h 87"/>
                <a:gd name="T4" fmla="*/ 0 w 68"/>
                <a:gd name="T5" fmla="*/ 0 h 87"/>
                <a:gd name="T6" fmla="*/ 17 w 68"/>
                <a:gd name="T7" fmla="*/ 0 h 87"/>
                <a:gd name="T8" fmla="*/ 34 w 68"/>
                <a:gd name="T9" fmla="*/ 35 h 87"/>
                <a:gd name="T10" fmla="*/ 51 w 68"/>
                <a:gd name="T11" fmla="*/ 0 h 87"/>
                <a:gd name="T12" fmla="*/ 68 w 68"/>
                <a:gd name="T13" fmla="*/ 0 h 87"/>
                <a:gd name="T14" fmla="*/ 41 w 68"/>
                <a:gd name="T15" fmla="*/ 51 h 87"/>
                <a:gd name="T16" fmla="*/ 41 w 68"/>
                <a:gd name="T17" fmla="*/ 87 h 87"/>
                <a:gd name="T18" fmla="*/ 26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6" y="87"/>
                  </a:moveTo>
                  <a:lnTo>
                    <a:pt x="26" y="51"/>
                  </a:lnTo>
                  <a:lnTo>
                    <a:pt x="0" y="0"/>
                  </a:lnTo>
                  <a:lnTo>
                    <a:pt x="17" y="0"/>
                  </a:lnTo>
                  <a:lnTo>
                    <a:pt x="34" y="35"/>
                  </a:lnTo>
                  <a:lnTo>
                    <a:pt x="51" y="0"/>
                  </a:lnTo>
                  <a:lnTo>
                    <a:pt x="68" y="0"/>
                  </a:lnTo>
                  <a:lnTo>
                    <a:pt x="41" y="51"/>
                  </a:lnTo>
                  <a:lnTo>
                    <a:pt x="41" y="87"/>
                  </a:lnTo>
                  <a:lnTo>
                    <a:pt x="26"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53"/>
            <p:cNvSpPr>
              <a:spLocks noEditPoints="1"/>
            </p:cNvSpPr>
            <p:nvPr/>
          </p:nvSpPr>
          <p:spPr bwMode="auto">
            <a:xfrm>
              <a:off x="-2189163" y="-1093788"/>
              <a:ext cx="1360488" cy="1363663"/>
            </a:xfrm>
            <a:custGeom>
              <a:avLst/>
              <a:gdLst>
                <a:gd name="T0" fmla="*/ 891 w 1781"/>
                <a:gd name="T1" fmla="*/ 0 h 1781"/>
                <a:gd name="T2" fmla="*/ 0 w 1781"/>
                <a:gd name="T3" fmla="*/ 891 h 1781"/>
                <a:gd name="T4" fmla="*/ 891 w 1781"/>
                <a:gd name="T5" fmla="*/ 1781 h 1781"/>
                <a:gd name="T6" fmla="*/ 1781 w 1781"/>
                <a:gd name="T7" fmla="*/ 891 h 1781"/>
                <a:gd name="T8" fmla="*/ 891 w 1781"/>
                <a:gd name="T9" fmla="*/ 0 h 1781"/>
                <a:gd name="T10" fmla="*/ 891 w 1781"/>
                <a:gd name="T11" fmla="*/ 1762 h 1781"/>
                <a:gd name="T12" fmla="*/ 20 w 1781"/>
                <a:gd name="T13" fmla="*/ 891 h 1781"/>
                <a:gd name="T14" fmla="*/ 891 w 1781"/>
                <a:gd name="T15" fmla="*/ 20 h 1781"/>
                <a:gd name="T16" fmla="*/ 1762 w 1781"/>
                <a:gd name="T17" fmla="*/ 891 h 1781"/>
                <a:gd name="T18" fmla="*/ 891 w 1781"/>
                <a:gd name="T19" fmla="*/ 1762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1" h="1781">
                  <a:moveTo>
                    <a:pt x="891" y="0"/>
                  </a:moveTo>
                  <a:cubicBezTo>
                    <a:pt x="399" y="0"/>
                    <a:pt x="0" y="399"/>
                    <a:pt x="0" y="891"/>
                  </a:cubicBezTo>
                  <a:cubicBezTo>
                    <a:pt x="0" y="1383"/>
                    <a:pt x="399" y="1781"/>
                    <a:pt x="891" y="1781"/>
                  </a:cubicBezTo>
                  <a:cubicBezTo>
                    <a:pt x="1382" y="1781"/>
                    <a:pt x="1781" y="1383"/>
                    <a:pt x="1781" y="891"/>
                  </a:cubicBezTo>
                  <a:cubicBezTo>
                    <a:pt x="1781" y="399"/>
                    <a:pt x="1382" y="0"/>
                    <a:pt x="891" y="0"/>
                  </a:cubicBezTo>
                  <a:close/>
                  <a:moveTo>
                    <a:pt x="891" y="1762"/>
                  </a:moveTo>
                  <a:cubicBezTo>
                    <a:pt x="410" y="1762"/>
                    <a:pt x="20" y="1372"/>
                    <a:pt x="20" y="891"/>
                  </a:cubicBezTo>
                  <a:cubicBezTo>
                    <a:pt x="20" y="410"/>
                    <a:pt x="410" y="20"/>
                    <a:pt x="891" y="20"/>
                  </a:cubicBezTo>
                  <a:cubicBezTo>
                    <a:pt x="1372" y="20"/>
                    <a:pt x="1762" y="410"/>
                    <a:pt x="1762" y="891"/>
                  </a:cubicBezTo>
                  <a:cubicBezTo>
                    <a:pt x="1762" y="1372"/>
                    <a:pt x="1372" y="1762"/>
                    <a:pt x="891" y="176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54"/>
            <p:cNvSpPr>
              <a:spLocks noEditPoints="1"/>
            </p:cNvSpPr>
            <p:nvPr/>
          </p:nvSpPr>
          <p:spPr bwMode="auto">
            <a:xfrm>
              <a:off x="-2103438" y="-561975"/>
              <a:ext cx="1189038" cy="744538"/>
            </a:xfrm>
            <a:custGeom>
              <a:avLst/>
              <a:gdLst>
                <a:gd name="T0" fmla="*/ 41 w 1555"/>
                <a:gd name="T1" fmla="*/ 65 h 973"/>
                <a:gd name="T2" fmla="*/ 7 w 1555"/>
                <a:gd name="T3" fmla="*/ 87 h 973"/>
                <a:gd name="T4" fmla="*/ 88 w 1555"/>
                <a:gd name="T5" fmla="*/ 189 h 973"/>
                <a:gd name="T6" fmla="*/ 39 w 1555"/>
                <a:gd name="T7" fmla="*/ 294 h 973"/>
                <a:gd name="T8" fmla="*/ 8 w 1555"/>
                <a:gd name="T9" fmla="*/ 255 h 973"/>
                <a:gd name="T10" fmla="*/ 96 w 1555"/>
                <a:gd name="T11" fmla="*/ 301 h 973"/>
                <a:gd name="T12" fmla="*/ 29 w 1555"/>
                <a:gd name="T13" fmla="*/ 407 h 973"/>
                <a:gd name="T14" fmla="*/ 62 w 1555"/>
                <a:gd name="T15" fmla="*/ 438 h 973"/>
                <a:gd name="T16" fmla="*/ 121 w 1555"/>
                <a:gd name="T17" fmla="*/ 414 h 973"/>
                <a:gd name="T18" fmla="*/ 91 w 1555"/>
                <a:gd name="T19" fmla="*/ 444 h 973"/>
                <a:gd name="T20" fmla="*/ 109 w 1555"/>
                <a:gd name="T21" fmla="*/ 539 h 973"/>
                <a:gd name="T22" fmla="*/ 101 w 1555"/>
                <a:gd name="T23" fmla="*/ 576 h 973"/>
                <a:gd name="T24" fmla="*/ 126 w 1555"/>
                <a:gd name="T25" fmla="*/ 620 h 973"/>
                <a:gd name="T26" fmla="*/ 242 w 1555"/>
                <a:gd name="T27" fmla="*/ 629 h 973"/>
                <a:gd name="T28" fmla="*/ 280 w 1555"/>
                <a:gd name="T29" fmla="*/ 673 h 973"/>
                <a:gd name="T30" fmla="*/ 235 w 1555"/>
                <a:gd name="T31" fmla="*/ 753 h 973"/>
                <a:gd name="T32" fmla="*/ 331 w 1555"/>
                <a:gd name="T33" fmla="*/ 832 h 973"/>
                <a:gd name="T34" fmla="*/ 369 w 1555"/>
                <a:gd name="T35" fmla="*/ 751 h 973"/>
                <a:gd name="T36" fmla="*/ 367 w 1555"/>
                <a:gd name="T37" fmla="*/ 773 h 973"/>
                <a:gd name="T38" fmla="*/ 401 w 1555"/>
                <a:gd name="T39" fmla="*/ 805 h 973"/>
                <a:gd name="T40" fmla="*/ 411 w 1555"/>
                <a:gd name="T41" fmla="*/ 781 h 973"/>
                <a:gd name="T42" fmla="*/ 387 w 1555"/>
                <a:gd name="T43" fmla="*/ 852 h 973"/>
                <a:gd name="T44" fmla="*/ 423 w 1555"/>
                <a:gd name="T45" fmla="*/ 843 h 973"/>
                <a:gd name="T46" fmla="*/ 533 w 1555"/>
                <a:gd name="T47" fmla="*/ 841 h 973"/>
                <a:gd name="T48" fmla="*/ 533 w 1555"/>
                <a:gd name="T49" fmla="*/ 843 h 973"/>
                <a:gd name="T50" fmla="*/ 689 w 1555"/>
                <a:gd name="T51" fmla="*/ 924 h 973"/>
                <a:gd name="T52" fmla="*/ 685 w 1555"/>
                <a:gd name="T53" fmla="*/ 889 h 973"/>
                <a:gd name="T54" fmla="*/ 672 w 1555"/>
                <a:gd name="T55" fmla="*/ 898 h 973"/>
                <a:gd name="T56" fmla="*/ 755 w 1555"/>
                <a:gd name="T57" fmla="*/ 885 h 973"/>
                <a:gd name="T58" fmla="*/ 829 w 1555"/>
                <a:gd name="T59" fmla="*/ 899 h 973"/>
                <a:gd name="T60" fmla="*/ 818 w 1555"/>
                <a:gd name="T61" fmla="*/ 933 h 973"/>
                <a:gd name="T62" fmla="*/ 802 w 1555"/>
                <a:gd name="T63" fmla="*/ 966 h 973"/>
                <a:gd name="T64" fmla="*/ 887 w 1555"/>
                <a:gd name="T65" fmla="*/ 944 h 973"/>
                <a:gd name="T66" fmla="*/ 867 w 1555"/>
                <a:gd name="T67" fmla="*/ 890 h 973"/>
                <a:gd name="T68" fmla="*/ 950 w 1555"/>
                <a:gd name="T69" fmla="*/ 953 h 973"/>
                <a:gd name="T70" fmla="*/ 975 w 1555"/>
                <a:gd name="T71" fmla="*/ 871 h 973"/>
                <a:gd name="T72" fmla="*/ 1084 w 1555"/>
                <a:gd name="T73" fmla="*/ 878 h 973"/>
                <a:gd name="T74" fmla="*/ 1061 w 1555"/>
                <a:gd name="T75" fmla="*/ 824 h 973"/>
                <a:gd name="T76" fmla="*/ 1140 w 1555"/>
                <a:gd name="T77" fmla="*/ 815 h 973"/>
                <a:gd name="T78" fmla="*/ 1169 w 1555"/>
                <a:gd name="T79" fmla="*/ 836 h 973"/>
                <a:gd name="T80" fmla="*/ 1193 w 1555"/>
                <a:gd name="T81" fmla="*/ 746 h 973"/>
                <a:gd name="T82" fmla="*/ 1308 w 1555"/>
                <a:gd name="T83" fmla="*/ 762 h 973"/>
                <a:gd name="T84" fmla="*/ 1242 w 1555"/>
                <a:gd name="T85" fmla="*/ 702 h 973"/>
                <a:gd name="T86" fmla="*/ 1308 w 1555"/>
                <a:gd name="T87" fmla="*/ 734 h 973"/>
                <a:gd name="T88" fmla="*/ 1257 w 1555"/>
                <a:gd name="T89" fmla="*/ 724 h 973"/>
                <a:gd name="T90" fmla="*/ 1294 w 1555"/>
                <a:gd name="T91" fmla="*/ 756 h 973"/>
                <a:gd name="T92" fmla="*/ 1325 w 1555"/>
                <a:gd name="T93" fmla="*/ 637 h 973"/>
                <a:gd name="T94" fmla="*/ 1363 w 1555"/>
                <a:gd name="T95" fmla="*/ 559 h 973"/>
                <a:gd name="T96" fmla="*/ 1449 w 1555"/>
                <a:gd name="T97" fmla="*/ 558 h 973"/>
                <a:gd name="T98" fmla="*/ 1383 w 1555"/>
                <a:gd name="T99" fmla="*/ 521 h 973"/>
                <a:gd name="T100" fmla="*/ 1440 w 1555"/>
                <a:gd name="T101" fmla="*/ 486 h 973"/>
                <a:gd name="T102" fmla="*/ 1425 w 1555"/>
                <a:gd name="T103" fmla="*/ 431 h 973"/>
                <a:gd name="T104" fmla="*/ 1526 w 1555"/>
                <a:gd name="T105" fmla="*/ 402 h 973"/>
                <a:gd name="T106" fmla="*/ 1460 w 1555"/>
                <a:gd name="T107" fmla="*/ 346 h 973"/>
                <a:gd name="T108" fmla="*/ 1478 w 1555"/>
                <a:gd name="T109" fmla="*/ 307 h 973"/>
                <a:gd name="T110" fmla="*/ 1549 w 1555"/>
                <a:gd name="T111" fmla="*/ 281 h 973"/>
                <a:gd name="T112" fmla="*/ 1476 w 1555"/>
                <a:gd name="T113" fmla="*/ 206 h 973"/>
                <a:gd name="T114" fmla="*/ 1486 w 1555"/>
                <a:gd name="T115" fmla="*/ 165 h 973"/>
                <a:gd name="T116" fmla="*/ 1512 w 1555"/>
                <a:gd name="T117" fmla="*/ 78 h 973"/>
                <a:gd name="T118" fmla="*/ 1485 w 1555"/>
                <a:gd name="T119" fmla="*/ 82 h 973"/>
                <a:gd name="T120" fmla="*/ 1548 w 1555"/>
                <a:gd name="T121" fmla="*/ 90 h 973"/>
                <a:gd name="T122" fmla="*/ 1498 w 1555"/>
                <a:gd name="T123" fmla="*/ 2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5" h="973">
                  <a:moveTo>
                    <a:pt x="96" y="90"/>
                  </a:moveTo>
                  <a:cubicBezTo>
                    <a:pt x="10" y="73"/>
                    <a:pt x="10" y="73"/>
                    <a:pt x="10" y="73"/>
                  </a:cubicBezTo>
                  <a:cubicBezTo>
                    <a:pt x="13" y="58"/>
                    <a:pt x="13" y="58"/>
                    <a:pt x="13" y="58"/>
                  </a:cubicBezTo>
                  <a:cubicBezTo>
                    <a:pt x="75" y="40"/>
                    <a:pt x="75" y="40"/>
                    <a:pt x="75" y="40"/>
                  </a:cubicBezTo>
                  <a:cubicBezTo>
                    <a:pt x="19" y="29"/>
                    <a:pt x="19" y="29"/>
                    <a:pt x="19" y="29"/>
                  </a:cubicBezTo>
                  <a:cubicBezTo>
                    <a:pt x="21" y="15"/>
                    <a:pt x="21" y="15"/>
                    <a:pt x="21" y="15"/>
                  </a:cubicBezTo>
                  <a:cubicBezTo>
                    <a:pt x="108" y="32"/>
                    <a:pt x="108" y="32"/>
                    <a:pt x="108" y="32"/>
                  </a:cubicBezTo>
                  <a:cubicBezTo>
                    <a:pt x="105" y="47"/>
                    <a:pt x="105" y="47"/>
                    <a:pt x="105" y="47"/>
                  </a:cubicBezTo>
                  <a:cubicBezTo>
                    <a:pt x="41" y="65"/>
                    <a:pt x="41" y="65"/>
                    <a:pt x="41" y="65"/>
                  </a:cubicBezTo>
                  <a:cubicBezTo>
                    <a:pt x="99" y="77"/>
                    <a:pt x="99" y="77"/>
                    <a:pt x="99" y="77"/>
                  </a:cubicBezTo>
                  <a:lnTo>
                    <a:pt x="96" y="90"/>
                  </a:lnTo>
                  <a:close/>
                  <a:moveTo>
                    <a:pt x="91" y="140"/>
                  </a:moveTo>
                  <a:cubicBezTo>
                    <a:pt x="0" y="162"/>
                    <a:pt x="0" y="162"/>
                    <a:pt x="0" y="162"/>
                  </a:cubicBezTo>
                  <a:cubicBezTo>
                    <a:pt x="2" y="145"/>
                    <a:pt x="2" y="145"/>
                    <a:pt x="2" y="145"/>
                  </a:cubicBezTo>
                  <a:cubicBezTo>
                    <a:pt x="22" y="141"/>
                    <a:pt x="22" y="141"/>
                    <a:pt x="22" y="141"/>
                  </a:cubicBezTo>
                  <a:cubicBezTo>
                    <a:pt x="25" y="111"/>
                    <a:pt x="25" y="111"/>
                    <a:pt x="25" y="111"/>
                  </a:cubicBezTo>
                  <a:cubicBezTo>
                    <a:pt x="6" y="103"/>
                    <a:pt x="6" y="103"/>
                    <a:pt x="6" y="103"/>
                  </a:cubicBezTo>
                  <a:cubicBezTo>
                    <a:pt x="7" y="87"/>
                    <a:pt x="7" y="87"/>
                    <a:pt x="7" y="87"/>
                  </a:cubicBezTo>
                  <a:cubicBezTo>
                    <a:pt x="92" y="124"/>
                    <a:pt x="92" y="124"/>
                    <a:pt x="92" y="124"/>
                  </a:cubicBezTo>
                  <a:lnTo>
                    <a:pt x="91" y="140"/>
                  </a:lnTo>
                  <a:close/>
                  <a:moveTo>
                    <a:pt x="71" y="130"/>
                  </a:moveTo>
                  <a:cubicBezTo>
                    <a:pt x="39" y="117"/>
                    <a:pt x="39" y="117"/>
                    <a:pt x="39" y="117"/>
                  </a:cubicBezTo>
                  <a:cubicBezTo>
                    <a:pt x="38" y="137"/>
                    <a:pt x="38" y="137"/>
                    <a:pt x="38" y="137"/>
                  </a:cubicBezTo>
                  <a:lnTo>
                    <a:pt x="71" y="130"/>
                  </a:lnTo>
                  <a:close/>
                  <a:moveTo>
                    <a:pt x="89" y="220"/>
                  </a:moveTo>
                  <a:cubicBezTo>
                    <a:pt x="30" y="220"/>
                    <a:pt x="30" y="220"/>
                    <a:pt x="30" y="220"/>
                  </a:cubicBezTo>
                  <a:cubicBezTo>
                    <a:pt x="88" y="189"/>
                    <a:pt x="88" y="189"/>
                    <a:pt x="88" y="189"/>
                  </a:cubicBezTo>
                  <a:cubicBezTo>
                    <a:pt x="88" y="174"/>
                    <a:pt x="88" y="174"/>
                    <a:pt x="88" y="174"/>
                  </a:cubicBezTo>
                  <a:cubicBezTo>
                    <a:pt x="0" y="175"/>
                    <a:pt x="0" y="175"/>
                    <a:pt x="0" y="175"/>
                  </a:cubicBezTo>
                  <a:cubicBezTo>
                    <a:pt x="0" y="189"/>
                    <a:pt x="0" y="189"/>
                    <a:pt x="0" y="189"/>
                  </a:cubicBezTo>
                  <a:cubicBezTo>
                    <a:pt x="58" y="189"/>
                    <a:pt x="58" y="189"/>
                    <a:pt x="58" y="189"/>
                  </a:cubicBezTo>
                  <a:cubicBezTo>
                    <a:pt x="1" y="219"/>
                    <a:pt x="1" y="219"/>
                    <a:pt x="1" y="219"/>
                  </a:cubicBezTo>
                  <a:cubicBezTo>
                    <a:pt x="1" y="235"/>
                    <a:pt x="1" y="235"/>
                    <a:pt x="1" y="235"/>
                  </a:cubicBezTo>
                  <a:cubicBezTo>
                    <a:pt x="89" y="234"/>
                    <a:pt x="89" y="234"/>
                    <a:pt x="89" y="234"/>
                  </a:cubicBezTo>
                  <a:lnTo>
                    <a:pt x="89" y="220"/>
                  </a:lnTo>
                  <a:close/>
                  <a:moveTo>
                    <a:pt x="39" y="294"/>
                  </a:moveTo>
                  <a:cubicBezTo>
                    <a:pt x="94" y="288"/>
                    <a:pt x="94" y="288"/>
                    <a:pt x="94" y="288"/>
                  </a:cubicBezTo>
                  <a:cubicBezTo>
                    <a:pt x="93" y="273"/>
                    <a:pt x="93" y="273"/>
                    <a:pt x="93" y="273"/>
                  </a:cubicBezTo>
                  <a:cubicBezTo>
                    <a:pt x="36" y="279"/>
                    <a:pt x="36" y="279"/>
                    <a:pt x="36" y="279"/>
                  </a:cubicBezTo>
                  <a:cubicBezTo>
                    <a:pt x="29" y="280"/>
                    <a:pt x="24" y="280"/>
                    <a:pt x="22" y="278"/>
                  </a:cubicBezTo>
                  <a:cubicBezTo>
                    <a:pt x="20" y="277"/>
                    <a:pt x="18" y="275"/>
                    <a:pt x="18" y="272"/>
                  </a:cubicBezTo>
                  <a:cubicBezTo>
                    <a:pt x="18" y="268"/>
                    <a:pt x="19" y="266"/>
                    <a:pt x="22" y="264"/>
                  </a:cubicBezTo>
                  <a:cubicBezTo>
                    <a:pt x="24" y="262"/>
                    <a:pt x="27" y="262"/>
                    <a:pt x="32" y="261"/>
                  </a:cubicBezTo>
                  <a:cubicBezTo>
                    <a:pt x="29" y="247"/>
                    <a:pt x="29" y="247"/>
                    <a:pt x="29" y="247"/>
                  </a:cubicBezTo>
                  <a:cubicBezTo>
                    <a:pt x="20" y="248"/>
                    <a:pt x="13" y="251"/>
                    <a:pt x="8" y="255"/>
                  </a:cubicBezTo>
                  <a:cubicBezTo>
                    <a:pt x="4" y="260"/>
                    <a:pt x="2" y="265"/>
                    <a:pt x="3" y="273"/>
                  </a:cubicBezTo>
                  <a:cubicBezTo>
                    <a:pt x="3" y="279"/>
                    <a:pt x="5" y="284"/>
                    <a:pt x="9" y="287"/>
                  </a:cubicBezTo>
                  <a:cubicBezTo>
                    <a:pt x="12" y="291"/>
                    <a:pt x="17" y="293"/>
                    <a:pt x="22" y="294"/>
                  </a:cubicBezTo>
                  <a:cubicBezTo>
                    <a:pt x="26" y="295"/>
                    <a:pt x="32" y="295"/>
                    <a:pt x="39" y="294"/>
                  </a:cubicBezTo>
                  <a:close/>
                  <a:moveTo>
                    <a:pt x="96" y="301"/>
                  </a:moveTo>
                  <a:cubicBezTo>
                    <a:pt x="10" y="316"/>
                    <a:pt x="10" y="316"/>
                    <a:pt x="10" y="316"/>
                  </a:cubicBezTo>
                  <a:cubicBezTo>
                    <a:pt x="12" y="331"/>
                    <a:pt x="12" y="331"/>
                    <a:pt x="12" y="331"/>
                  </a:cubicBezTo>
                  <a:cubicBezTo>
                    <a:pt x="99" y="316"/>
                    <a:pt x="99" y="316"/>
                    <a:pt x="99" y="316"/>
                  </a:cubicBezTo>
                  <a:lnTo>
                    <a:pt x="96" y="301"/>
                  </a:lnTo>
                  <a:close/>
                  <a:moveTo>
                    <a:pt x="111" y="372"/>
                  </a:moveTo>
                  <a:cubicBezTo>
                    <a:pt x="54" y="386"/>
                    <a:pt x="54" y="386"/>
                    <a:pt x="54" y="386"/>
                  </a:cubicBezTo>
                  <a:cubicBezTo>
                    <a:pt x="104" y="343"/>
                    <a:pt x="104" y="343"/>
                    <a:pt x="104" y="343"/>
                  </a:cubicBezTo>
                  <a:cubicBezTo>
                    <a:pt x="100" y="328"/>
                    <a:pt x="100" y="328"/>
                    <a:pt x="100" y="328"/>
                  </a:cubicBezTo>
                  <a:cubicBezTo>
                    <a:pt x="15" y="349"/>
                    <a:pt x="15" y="349"/>
                    <a:pt x="15" y="349"/>
                  </a:cubicBezTo>
                  <a:cubicBezTo>
                    <a:pt x="18" y="363"/>
                    <a:pt x="18" y="363"/>
                    <a:pt x="18" y="363"/>
                  </a:cubicBezTo>
                  <a:cubicBezTo>
                    <a:pt x="74" y="349"/>
                    <a:pt x="74" y="349"/>
                    <a:pt x="74" y="349"/>
                  </a:cubicBezTo>
                  <a:cubicBezTo>
                    <a:pt x="25" y="392"/>
                    <a:pt x="25" y="392"/>
                    <a:pt x="25" y="392"/>
                  </a:cubicBezTo>
                  <a:cubicBezTo>
                    <a:pt x="29" y="407"/>
                    <a:pt x="29" y="407"/>
                    <a:pt x="29" y="407"/>
                  </a:cubicBezTo>
                  <a:cubicBezTo>
                    <a:pt x="114" y="386"/>
                    <a:pt x="114" y="386"/>
                    <a:pt x="114" y="386"/>
                  </a:cubicBezTo>
                  <a:lnTo>
                    <a:pt x="111" y="372"/>
                  </a:lnTo>
                  <a:close/>
                  <a:moveTo>
                    <a:pt x="91" y="444"/>
                  </a:moveTo>
                  <a:cubicBezTo>
                    <a:pt x="77" y="449"/>
                    <a:pt x="77" y="449"/>
                    <a:pt x="77" y="449"/>
                  </a:cubicBezTo>
                  <a:cubicBezTo>
                    <a:pt x="83" y="466"/>
                    <a:pt x="83" y="466"/>
                    <a:pt x="83" y="466"/>
                  </a:cubicBezTo>
                  <a:cubicBezTo>
                    <a:pt x="72" y="469"/>
                    <a:pt x="72" y="469"/>
                    <a:pt x="72" y="469"/>
                  </a:cubicBezTo>
                  <a:cubicBezTo>
                    <a:pt x="70" y="468"/>
                    <a:pt x="67" y="466"/>
                    <a:pt x="65" y="463"/>
                  </a:cubicBezTo>
                  <a:cubicBezTo>
                    <a:pt x="62" y="461"/>
                    <a:pt x="61" y="458"/>
                    <a:pt x="59" y="455"/>
                  </a:cubicBezTo>
                  <a:cubicBezTo>
                    <a:pt x="57" y="449"/>
                    <a:pt x="58" y="443"/>
                    <a:pt x="62" y="438"/>
                  </a:cubicBezTo>
                  <a:cubicBezTo>
                    <a:pt x="65" y="433"/>
                    <a:pt x="72" y="428"/>
                    <a:pt x="82" y="424"/>
                  </a:cubicBezTo>
                  <a:cubicBezTo>
                    <a:pt x="91" y="421"/>
                    <a:pt x="98" y="420"/>
                    <a:pt x="104" y="422"/>
                  </a:cubicBezTo>
                  <a:cubicBezTo>
                    <a:pt x="110" y="424"/>
                    <a:pt x="114" y="429"/>
                    <a:pt x="116" y="435"/>
                  </a:cubicBezTo>
                  <a:cubicBezTo>
                    <a:pt x="118" y="439"/>
                    <a:pt x="118" y="443"/>
                    <a:pt x="117" y="446"/>
                  </a:cubicBezTo>
                  <a:cubicBezTo>
                    <a:pt x="115" y="450"/>
                    <a:pt x="113" y="453"/>
                    <a:pt x="109" y="455"/>
                  </a:cubicBezTo>
                  <a:cubicBezTo>
                    <a:pt x="117" y="468"/>
                    <a:pt x="117" y="468"/>
                    <a:pt x="117" y="468"/>
                  </a:cubicBezTo>
                  <a:cubicBezTo>
                    <a:pt x="124" y="464"/>
                    <a:pt x="129" y="459"/>
                    <a:pt x="132" y="452"/>
                  </a:cubicBezTo>
                  <a:cubicBezTo>
                    <a:pt x="134" y="446"/>
                    <a:pt x="134" y="438"/>
                    <a:pt x="131" y="430"/>
                  </a:cubicBezTo>
                  <a:cubicBezTo>
                    <a:pt x="128" y="423"/>
                    <a:pt x="125" y="418"/>
                    <a:pt x="121" y="414"/>
                  </a:cubicBezTo>
                  <a:cubicBezTo>
                    <a:pt x="115" y="410"/>
                    <a:pt x="108" y="407"/>
                    <a:pt x="100" y="406"/>
                  </a:cubicBezTo>
                  <a:cubicBezTo>
                    <a:pt x="93" y="406"/>
                    <a:pt x="84" y="407"/>
                    <a:pt x="76" y="410"/>
                  </a:cubicBezTo>
                  <a:cubicBezTo>
                    <a:pt x="68" y="413"/>
                    <a:pt x="61" y="417"/>
                    <a:pt x="55" y="422"/>
                  </a:cubicBezTo>
                  <a:cubicBezTo>
                    <a:pt x="49" y="427"/>
                    <a:pt x="46" y="433"/>
                    <a:pt x="44" y="440"/>
                  </a:cubicBezTo>
                  <a:cubicBezTo>
                    <a:pt x="42" y="447"/>
                    <a:pt x="43" y="454"/>
                    <a:pt x="46" y="461"/>
                  </a:cubicBezTo>
                  <a:cubicBezTo>
                    <a:pt x="48" y="467"/>
                    <a:pt x="51" y="472"/>
                    <a:pt x="56" y="477"/>
                  </a:cubicBezTo>
                  <a:cubicBezTo>
                    <a:pt x="60" y="482"/>
                    <a:pt x="65" y="485"/>
                    <a:pt x="69" y="487"/>
                  </a:cubicBezTo>
                  <a:cubicBezTo>
                    <a:pt x="102" y="475"/>
                    <a:pt x="102" y="475"/>
                    <a:pt x="102" y="475"/>
                  </a:cubicBezTo>
                  <a:lnTo>
                    <a:pt x="91" y="444"/>
                  </a:lnTo>
                  <a:close/>
                  <a:moveTo>
                    <a:pt x="144" y="570"/>
                  </a:moveTo>
                  <a:cubicBezTo>
                    <a:pt x="184" y="548"/>
                    <a:pt x="184" y="548"/>
                    <a:pt x="184" y="548"/>
                  </a:cubicBezTo>
                  <a:cubicBezTo>
                    <a:pt x="177" y="535"/>
                    <a:pt x="177" y="535"/>
                    <a:pt x="177" y="535"/>
                  </a:cubicBezTo>
                  <a:cubicBezTo>
                    <a:pt x="135" y="558"/>
                    <a:pt x="135" y="558"/>
                    <a:pt x="135" y="558"/>
                  </a:cubicBezTo>
                  <a:cubicBezTo>
                    <a:pt x="128" y="561"/>
                    <a:pt x="124" y="563"/>
                    <a:pt x="121" y="564"/>
                  </a:cubicBezTo>
                  <a:cubicBezTo>
                    <a:pt x="118" y="565"/>
                    <a:pt x="115" y="565"/>
                    <a:pt x="112" y="564"/>
                  </a:cubicBezTo>
                  <a:cubicBezTo>
                    <a:pt x="110" y="563"/>
                    <a:pt x="107" y="561"/>
                    <a:pt x="105" y="557"/>
                  </a:cubicBezTo>
                  <a:cubicBezTo>
                    <a:pt x="103" y="553"/>
                    <a:pt x="102" y="550"/>
                    <a:pt x="103" y="547"/>
                  </a:cubicBezTo>
                  <a:cubicBezTo>
                    <a:pt x="104" y="544"/>
                    <a:pt x="106" y="541"/>
                    <a:pt x="109" y="539"/>
                  </a:cubicBezTo>
                  <a:cubicBezTo>
                    <a:pt x="110" y="537"/>
                    <a:pt x="115" y="535"/>
                    <a:pt x="121" y="531"/>
                  </a:cubicBezTo>
                  <a:cubicBezTo>
                    <a:pt x="163" y="509"/>
                    <a:pt x="163" y="509"/>
                    <a:pt x="163" y="509"/>
                  </a:cubicBezTo>
                  <a:cubicBezTo>
                    <a:pt x="156" y="495"/>
                    <a:pt x="156" y="495"/>
                    <a:pt x="156" y="495"/>
                  </a:cubicBezTo>
                  <a:cubicBezTo>
                    <a:pt x="115" y="518"/>
                    <a:pt x="115" y="518"/>
                    <a:pt x="115" y="518"/>
                  </a:cubicBezTo>
                  <a:cubicBezTo>
                    <a:pt x="106" y="522"/>
                    <a:pt x="100" y="526"/>
                    <a:pt x="96" y="529"/>
                  </a:cubicBezTo>
                  <a:cubicBezTo>
                    <a:pt x="93" y="532"/>
                    <a:pt x="91" y="534"/>
                    <a:pt x="89" y="538"/>
                  </a:cubicBezTo>
                  <a:cubicBezTo>
                    <a:pt x="88" y="541"/>
                    <a:pt x="87" y="545"/>
                    <a:pt x="87" y="549"/>
                  </a:cubicBezTo>
                  <a:cubicBezTo>
                    <a:pt x="87" y="553"/>
                    <a:pt x="89" y="558"/>
                    <a:pt x="92" y="565"/>
                  </a:cubicBezTo>
                  <a:cubicBezTo>
                    <a:pt x="95" y="570"/>
                    <a:pt x="98" y="574"/>
                    <a:pt x="101" y="576"/>
                  </a:cubicBezTo>
                  <a:cubicBezTo>
                    <a:pt x="104" y="579"/>
                    <a:pt x="108" y="580"/>
                    <a:pt x="112" y="581"/>
                  </a:cubicBezTo>
                  <a:cubicBezTo>
                    <a:pt x="115" y="581"/>
                    <a:pt x="119" y="581"/>
                    <a:pt x="123" y="579"/>
                  </a:cubicBezTo>
                  <a:cubicBezTo>
                    <a:pt x="128" y="578"/>
                    <a:pt x="135" y="575"/>
                    <a:pt x="144" y="570"/>
                  </a:cubicBezTo>
                  <a:close/>
                  <a:moveTo>
                    <a:pt x="216" y="596"/>
                  </a:moveTo>
                  <a:cubicBezTo>
                    <a:pt x="168" y="629"/>
                    <a:pt x="168" y="629"/>
                    <a:pt x="168" y="629"/>
                  </a:cubicBezTo>
                  <a:cubicBezTo>
                    <a:pt x="199" y="571"/>
                    <a:pt x="199" y="571"/>
                    <a:pt x="199" y="571"/>
                  </a:cubicBezTo>
                  <a:cubicBezTo>
                    <a:pt x="191" y="558"/>
                    <a:pt x="191" y="558"/>
                    <a:pt x="191" y="558"/>
                  </a:cubicBezTo>
                  <a:cubicBezTo>
                    <a:pt x="118" y="608"/>
                    <a:pt x="118" y="608"/>
                    <a:pt x="118" y="608"/>
                  </a:cubicBezTo>
                  <a:cubicBezTo>
                    <a:pt x="126" y="620"/>
                    <a:pt x="126" y="620"/>
                    <a:pt x="126" y="620"/>
                  </a:cubicBezTo>
                  <a:cubicBezTo>
                    <a:pt x="173" y="587"/>
                    <a:pt x="173" y="587"/>
                    <a:pt x="173" y="587"/>
                  </a:cubicBezTo>
                  <a:cubicBezTo>
                    <a:pt x="143" y="644"/>
                    <a:pt x="143" y="644"/>
                    <a:pt x="143" y="644"/>
                  </a:cubicBezTo>
                  <a:cubicBezTo>
                    <a:pt x="152" y="657"/>
                    <a:pt x="152" y="657"/>
                    <a:pt x="152" y="657"/>
                  </a:cubicBezTo>
                  <a:cubicBezTo>
                    <a:pt x="224" y="607"/>
                    <a:pt x="224" y="607"/>
                    <a:pt x="224" y="607"/>
                  </a:cubicBezTo>
                  <a:lnTo>
                    <a:pt x="216" y="596"/>
                  </a:lnTo>
                  <a:close/>
                  <a:moveTo>
                    <a:pt x="233" y="617"/>
                  </a:moveTo>
                  <a:cubicBezTo>
                    <a:pt x="163" y="672"/>
                    <a:pt x="163" y="672"/>
                    <a:pt x="163" y="672"/>
                  </a:cubicBezTo>
                  <a:cubicBezTo>
                    <a:pt x="173" y="684"/>
                    <a:pt x="173" y="684"/>
                    <a:pt x="173" y="684"/>
                  </a:cubicBezTo>
                  <a:cubicBezTo>
                    <a:pt x="242" y="629"/>
                    <a:pt x="242" y="629"/>
                    <a:pt x="242" y="629"/>
                  </a:cubicBezTo>
                  <a:lnTo>
                    <a:pt x="233" y="617"/>
                  </a:lnTo>
                  <a:close/>
                  <a:moveTo>
                    <a:pt x="280" y="673"/>
                  </a:moveTo>
                  <a:cubicBezTo>
                    <a:pt x="220" y="703"/>
                    <a:pt x="220" y="703"/>
                    <a:pt x="220" y="703"/>
                  </a:cubicBezTo>
                  <a:cubicBezTo>
                    <a:pt x="255" y="645"/>
                    <a:pt x="255" y="645"/>
                    <a:pt x="255" y="645"/>
                  </a:cubicBezTo>
                  <a:cubicBezTo>
                    <a:pt x="244" y="633"/>
                    <a:pt x="244" y="633"/>
                    <a:pt x="244" y="633"/>
                  </a:cubicBezTo>
                  <a:cubicBezTo>
                    <a:pt x="197" y="712"/>
                    <a:pt x="197" y="712"/>
                    <a:pt x="197" y="712"/>
                  </a:cubicBezTo>
                  <a:cubicBezTo>
                    <a:pt x="208" y="724"/>
                    <a:pt x="208" y="724"/>
                    <a:pt x="208" y="724"/>
                  </a:cubicBezTo>
                  <a:cubicBezTo>
                    <a:pt x="291" y="685"/>
                    <a:pt x="291" y="685"/>
                    <a:pt x="291" y="685"/>
                  </a:cubicBezTo>
                  <a:lnTo>
                    <a:pt x="280" y="673"/>
                  </a:lnTo>
                  <a:close/>
                  <a:moveTo>
                    <a:pt x="272" y="734"/>
                  </a:moveTo>
                  <a:cubicBezTo>
                    <a:pt x="300" y="759"/>
                    <a:pt x="300" y="759"/>
                    <a:pt x="300" y="759"/>
                  </a:cubicBezTo>
                  <a:cubicBezTo>
                    <a:pt x="310" y="748"/>
                    <a:pt x="310" y="748"/>
                    <a:pt x="310" y="748"/>
                  </a:cubicBezTo>
                  <a:cubicBezTo>
                    <a:pt x="282" y="723"/>
                    <a:pt x="282" y="723"/>
                    <a:pt x="282" y="723"/>
                  </a:cubicBezTo>
                  <a:cubicBezTo>
                    <a:pt x="295" y="709"/>
                    <a:pt x="295" y="709"/>
                    <a:pt x="295" y="709"/>
                  </a:cubicBezTo>
                  <a:cubicBezTo>
                    <a:pt x="325" y="736"/>
                    <a:pt x="325" y="736"/>
                    <a:pt x="325" y="736"/>
                  </a:cubicBezTo>
                  <a:cubicBezTo>
                    <a:pt x="335" y="725"/>
                    <a:pt x="335" y="725"/>
                    <a:pt x="335" y="725"/>
                  </a:cubicBezTo>
                  <a:cubicBezTo>
                    <a:pt x="294" y="688"/>
                    <a:pt x="294" y="688"/>
                    <a:pt x="294" y="688"/>
                  </a:cubicBezTo>
                  <a:cubicBezTo>
                    <a:pt x="235" y="753"/>
                    <a:pt x="235" y="753"/>
                    <a:pt x="235" y="753"/>
                  </a:cubicBezTo>
                  <a:cubicBezTo>
                    <a:pt x="277" y="791"/>
                    <a:pt x="277" y="791"/>
                    <a:pt x="277" y="791"/>
                  </a:cubicBezTo>
                  <a:cubicBezTo>
                    <a:pt x="287" y="780"/>
                    <a:pt x="287" y="780"/>
                    <a:pt x="287" y="780"/>
                  </a:cubicBezTo>
                  <a:cubicBezTo>
                    <a:pt x="256" y="752"/>
                    <a:pt x="256" y="752"/>
                    <a:pt x="256" y="752"/>
                  </a:cubicBezTo>
                  <a:lnTo>
                    <a:pt x="272" y="734"/>
                  </a:lnTo>
                  <a:close/>
                  <a:moveTo>
                    <a:pt x="348" y="796"/>
                  </a:moveTo>
                  <a:cubicBezTo>
                    <a:pt x="349" y="800"/>
                    <a:pt x="350" y="803"/>
                    <a:pt x="350" y="807"/>
                  </a:cubicBezTo>
                  <a:cubicBezTo>
                    <a:pt x="350" y="810"/>
                    <a:pt x="349" y="816"/>
                    <a:pt x="348" y="823"/>
                  </a:cubicBezTo>
                  <a:cubicBezTo>
                    <a:pt x="345" y="843"/>
                    <a:pt x="345" y="843"/>
                    <a:pt x="345" y="843"/>
                  </a:cubicBezTo>
                  <a:cubicBezTo>
                    <a:pt x="331" y="832"/>
                    <a:pt x="331" y="832"/>
                    <a:pt x="331" y="832"/>
                  </a:cubicBezTo>
                  <a:cubicBezTo>
                    <a:pt x="333" y="810"/>
                    <a:pt x="333" y="810"/>
                    <a:pt x="333" y="810"/>
                  </a:cubicBezTo>
                  <a:cubicBezTo>
                    <a:pt x="334" y="802"/>
                    <a:pt x="335" y="797"/>
                    <a:pt x="334" y="795"/>
                  </a:cubicBezTo>
                  <a:cubicBezTo>
                    <a:pt x="334" y="793"/>
                    <a:pt x="334" y="791"/>
                    <a:pt x="333" y="789"/>
                  </a:cubicBezTo>
                  <a:cubicBezTo>
                    <a:pt x="332" y="788"/>
                    <a:pt x="330" y="786"/>
                    <a:pt x="327" y="784"/>
                  </a:cubicBezTo>
                  <a:cubicBezTo>
                    <a:pt x="325" y="782"/>
                    <a:pt x="325" y="782"/>
                    <a:pt x="325" y="782"/>
                  </a:cubicBezTo>
                  <a:cubicBezTo>
                    <a:pt x="303" y="812"/>
                    <a:pt x="303" y="812"/>
                    <a:pt x="303" y="812"/>
                  </a:cubicBezTo>
                  <a:cubicBezTo>
                    <a:pt x="291" y="802"/>
                    <a:pt x="291" y="802"/>
                    <a:pt x="291" y="802"/>
                  </a:cubicBezTo>
                  <a:cubicBezTo>
                    <a:pt x="343" y="732"/>
                    <a:pt x="343" y="732"/>
                    <a:pt x="343" y="732"/>
                  </a:cubicBezTo>
                  <a:cubicBezTo>
                    <a:pt x="369" y="751"/>
                    <a:pt x="369" y="751"/>
                    <a:pt x="369" y="751"/>
                  </a:cubicBezTo>
                  <a:cubicBezTo>
                    <a:pt x="375" y="756"/>
                    <a:pt x="380" y="760"/>
                    <a:pt x="382" y="763"/>
                  </a:cubicBezTo>
                  <a:cubicBezTo>
                    <a:pt x="384" y="766"/>
                    <a:pt x="384" y="770"/>
                    <a:pt x="384" y="775"/>
                  </a:cubicBezTo>
                  <a:cubicBezTo>
                    <a:pt x="383" y="780"/>
                    <a:pt x="381" y="784"/>
                    <a:pt x="378" y="788"/>
                  </a:cubicBezTo>
                  <a:cubicBezTo>
                    <a:pt x="374" y="793"/>
                    <a:pt x="369" y="797"/>
                    <a:pt x="364" y="798"/>
                  </a:cubicBezTo>
                  <a:cubicBezTo>
                    <a:pt x="359" y="800"/>
                    <a:pt x="353" y="799"/>
                    <a:pt x="348" y="796"/>
                  </a:cubicBezTo>
                  <a:close/>
                  <a:moveTo>
                    <a:pt x="354" y="785"/>
                  </a:moveTo>
                  <a:cubicBezTo>
                    <a:pt x="356" y="785"/>
                    <a:pt x="358" y="785"/>
                    <a:pt x="360" y="784"/>
                  </a:cubicBezTo>
                  <a:cubicBezTo>
                    <a:pt x="362" y="783"/>
                    <a:pt x="363" y="782"/>
                    <a:pt x="365" y="780"/>
                  </a:cubicBezTo>
                  <a:cubicBezTo>
                    <a:pt x="366" y="777"/>
                    <a:pt x="367" y="775"/>
                    <a:pt x="367" y="773"/>
                  </a:cubicBezTo>
                  <a:cubicBezTo>
                    <a:pt x="367" y="770"/>
                    <a:pt x="366" y="768"/>
                    <a:pt x="365" y="767"/>
                  </a:cubicBezTo>
                  <a:cubicBezTo>
                    <a:pt x="364" y="766"/>
                    <a:pt x="361" y="763"/>
                    <a:pt x="356" y="760"/>
                  </a:cubicBezTo>
                  <a:cubicBezTo>
                    <a:pt x="347" y="753"/>
                    <a:pt x="347" y="753"/>
                    <a:pt x="347" y="753"/>
                  </a:cubicBezTo>
                  <a:cubicBezTo>
                    <a:pt x="333" y="771"/>
                    <a:pt x="333" y="771"/>
                    <a:pt x="333" y="771"/>
                  </a:cubicBezTo>
                  <a:cubicBezTo>
                    <a:pt x="342" y="777"/>
                    <a:pt x="342" y="777"/>
                    <a:pt x="342" y="777"/>
                  </a:cubicBezTo>
                  <a:cubicBezTo>
                    <a:pt x="348" y="782"/>
                    <a:pt x="352" y="784"/>
                    <a:pt x="354" y="785"/>
                  </a:cubicBezTo>
                  <a:close/>
                  <a:moveTo>
                    <a:pt x="421" y="831"/>
                  </a:moveTo>
                  <a:cubicBezTo>
                    <a:pt x="419" y="828"/>
                    <a:pt x="415" y="823"/>
                    <a:pt x="410" y="818"/>
                  </a:cubicBezTo>
                  <a:cubicBezTo>
                    <a:pt x="405" y="812"/>
                    <a:pt x="402" y="808"/>
                    <a:pt x="401" y="805"/>
                  </a:cubicBezTo>
                  <a:cubicBezTo>
                    <a:pt x="401" y="803"/>
                    <a:pt x="401" y="801"/>
                    <a:pt x="402" y="800"/>
                  </a:cubicBezTo>
                  <a:cubicBezTo>
                    <a:pt x="403" y="798"/>
                    <a:pt x="405" y="796"/>
                    <a:pt x="407" y="796"/>
                  </a:cubicBezTo>
                  <a:cubicBezTo>
                    <a:pt x="410" y="796"/>
                    <a:pt x="413" y="796"/>
                    <a:pt x="417" y="799"/>
                  </a:cubicBezTo>
                  <a:cubicBezTo>
                    <a:pt x="421" y="801"/>
                    <a:pt x="423" y="803"/>
                    <a:pt x="424" y="806"/>
                  </a:cubicBezTo>
                  <a:cubicBezTo>
                    <a:pt x="425" y="809"/>
                    <a:pt x="424" y="812"/>
                    <a:pt x="422" y="817"/>
                  </a:cubicBezTo>
                  <a:cubicBezTo>
                    <a:pt x="436" y="824"/>
                    <a:pt x="436" y="824"/>
                    <a:pt x="436" y="824"/>
                  </a:cubicBezTo>
                  <a:cubicBezTo>
                    <a:pt x="440" y="817"/>
                    <a:pt x="441" y="810"/>
                    <a:pt x="439" y="803"/>
                  </a:cubicBezTo>
                  <a:cubicBezTo>
                    <a:pt x="438" y="797"/>
                    <a:pt x="433" y="791"/>
                    <a:pt x="425" y="786"/>
                  </a:cubicBezTo>
                  <a:cubicBezTo>
                    <a:pt x="420" y="783"/>
                    <a:pt x="415" y="782"/>
                    <a:pt x="411" y="781"/>
                  </a:cubicBezTo>
                  <a:cubicBezTo>
                    <a:pt x="406" y="781"/>
                    <a:pt x="402" y="782"/>
                    <a:pt x="398" y="784"/>
                  </a:cubicBezTo>
                  <a:cubicBezTo>
                    <a:pt x="394" y="786"/>
                    <a:pt x="391" y="789"/>
                    <a:pt x="389" y="793"/>
                  </a:cubicBezTo>
                  <a:cubicBezTo>
                    <a:pt x="385" y="799"/>
                    <a:pt x="384" y="805"/>
                    <a:pt x="386" y="812"/>
                  </a:cubicBezTo>
                  <a:cubicBezTo>
                    <a:pt x="387" y="817"/>
                    <a:pt x="390" y="822"/>
                    <a:pt x="396" y="828"/>
                  </a:cubicBezTo>
                  <a:cubicBezTo>
                    <a:pt x="400" y="833"/>
                    <a:pt x="403" y="836"/>
                    <a:pt x="404" y="838"/>
                  </a:cubicBezTo>
                  <a:cubicBezTo>
                    <a:pt x="406" y="840"/>
                    <a:pt x="407" y="842"/>
                    <a:pt x="407" y="844"/>
                  </a:cubicBezTo>
                  <a:cubicBezTo>
                    <a:pt x="407" y="845"/>
                    <a:pt x="407" y="847"/>
                    <a:pt x="406" y="849"/>
                  </a:cubicBezTo>
                  <a:cubicBezTo>
                    <a:pt x="404" y="852"/>
                    <a:pt x="402" y="854"/>
                    <a:pt x="398" y="854"/>
                  </a:cubicBezTo>
                  <a:cubicBezTo>
                    <a:pt x="395" y="855"/>
                    <a:pt x="391" y="854"/>
                    <a:pt x="387" y="852"/>
                  </a:cubicBezTo>
                  <a:cubicBezTo>
                    <a:pt x="383" y="850"/>
                    <a:pt x="380" y="847"/>
                    <a:pt x="380" y="843"/>
                  </a:cubicBezTo>
                  <a:cubicBezTo>
                    <a:pt x="379" y="839"/>
                    <a:pt x="379" y="835"/>
                    <a:pt x="381" y="829"/>
                  </a:cubicBezTo>
                  <a:cubicBezTo>
                    <a:pt x="368" y="823"/>
                    <a:pt x="368" y="823"/>
                    <a:pt x="368" y="823"/>
                  </a:cubicBezTo>
                  <a:cubicBezTo>
                    <a:pt x="364" y="832"/>
                    <a:pt x="363" y="840"/>
                    <a:pt x="364" y="847"/>
                  </a:cubicBezTo>
                  <a:cubicBezTo>
                    <a:pt x="366" y="854"/>
                    <a:pt x="371" y="860"/>
                    <a:pt x="379" y="865"/>
                  </a:cubicBezTo>
                  <a:cubicBezTo>
                    <a:pt x="385" y="868"/>
                    <a:pt x="390" y="870"/>
                    <a:pt x="395" y="870"/>
                  </a:cubicBezTo>
                  <a:cubicBezTo>
                    <a:pt x="400" y="871"/>
                    <a:pt x="404" y="870"/>
                    <a:pt x="408" y="867"/>
                  </a:cubicBezTo>
                  <a:cubicBezTo>
                    <a:pt x="413" y="865"/>
                    <a:pt x="416" y="861"/>
                    <a:pt x="419" y="857"/>
                  </a:cubicBezTo>
                  <a:cubicBezTo>
                    <a:pt x="421" y="852"/>
                    <a:pt x="423" y="847"/>
                    <a:pt x="423" y="843"/>
                  </a:cubicBezTo>
                  <a:cubicBezTo>
                    <a:pt x="424" y="839"/>
                    <a:pt x="423" y="835"/>
                    <a:pt x="421" y="831"/>
                  </a:cubicBezTo>
                  <a:close/>
                  <a:moveTo>
                    <a:pt x="460" y="807"/>
                  </a:moveTo>
                  <a:cubicBezTo>
                    <a:pt x="420" y="886"/>
                    <a:pt x="420" y="886"/>
                    <a:pt x="420" y="886"/>
                  </a:cubicBezTo>
                  <a:cubicBezTo>
                    <a:pt x="433" y="893"/>
                    <a:pt x="433" y="893"/>
                    <a:pt x="433" y="893"/>
                  </a:cubicBezTo>
                  <a:cubicBezTo>
                    <a:pt x="473" y="814"/>
                    <a:pt x="473" y="814"/>
                    <a:pt x="473" y="814"/>
                  </a:cubicBezTo>
                  <a:lnTo>
                    <a:pt x="460" y="807"/>
                  </a:lnTo>
                  <a:close/>
                  <a:moveTo>
                    <a:pt x="555" y="885"/>
                  </a:moveTo>
                  <a:cubicBezTo>
                    <a:pt x="549" y="846"/>
                    <a:pt x="549" y="846"/>
                    <a:pt x="549" y="846"/>
                  </a:cubicBezTo>
                  <a:cubicBezTo>
                    <a:pt x="533" y="841"/>
                    <a:pt x="533" y="841"/>
                    <a:pt x="533" y="841"/>
                  </a:cubicBezTo>
                  <a:cubicBezTo>
                    <a:pt x="533" y="841"/>
                    <a:pt x="533" y="841"/>
                    <a:pt x="533" y="841"/>
                  </a:cubicBezTo>
                  <a:cubicBezTo>
                    <a:pt x="479" y="818"/>
                    <a:pt x="479" y="818"/>
                    <a:pt x="479" y="818"/>
                  </a:cubicBezTo>
                  <a:cubicBezTo>
                    <a:pt x="473" y="831"/>
                    <a:pt x="473" y="831"/>
                    <a:pt x="473" y="831"/>
                  </a:cubicBezTo>
                  <a:cubicBezTo>
                    <a:pt x="493" y="840"/>
                    <a:pt x="493" y="840"/>
                    <a:pt x="493" y="840"/>
                  </a:cubicBezTo>
                  <a:cubicBezTo>
                    <a:pt x="465" y="907"/>
                    <a:pt x="465" y="907"/>
                    <a:pt x="465" y="907"/>
                  </a:cubicBezTo>
                  <a:cubicBezTo>
                    <a:pt x="479" y="913"/>
                    <a:pt x="479" y="913"/>
                    <a:pt x="479" y="913"/>
                  </a:cubicBezTo>
                  <a:cubicBezTo>
                    <a:pt x="507" y="846"/>
                    <a:pt x="507" y="846"/>
                    <a:pt x="507" y="846"/>
                  </a:cubicBezTo>
                  <a:cubicBezTo>
                    <a:pt x="528" y="855"/>
                    <a:pt x="528" y="855"/>
                    <a:pt x="528" y="855"/>
                  </a:cubicBezTo>
                  <a:cubicBezTo>
                    <a:pt x="533" y="843"/>
                    <a:pt x="533" y="843"/>
                    <a:pt x="533" y="843"/>
                  </a:cubicBezTo>
                  <a:cubicBezTo>
                    <a:pt x="543" y="898"/>
                    <a:pt x="543" y="898"/>
                    <a:pt x="543" y="898"/>
                  </a:cubicBezTo>
                  <a:cubicBezTo>
                    <a:pt x="531" y="933"/>
                    <a:pt x="531" y="933"/>
                    <a:pt x="531" y="933"/>
                  </a:cubicBezTo>
                  <a:cubicBezTo>
                    <a:pt x="546" y="937"/>
                    <a:pt x="546" y="937"/>
                    <a:pt x="546" y="937"/>
                  </a:cubicBezTo>
                  <a:cubicBezTo>
                    <a:pt x="557" y="902"/>
                    <a:pt x="557" y="902"/>
                    <a:pt x="557" y="902"/>
                  </a:cubicBezTo>
                  <a:cubicBezTo>
                    <a:pt x="599" y="862"/>
                    <a:pt x="599" y="862"/>
                    <a:pt x="599" y="862"/>
                  </a:cubicBezTo>
                  <a:cubicBezTo>
                    <a:pt x="582" y="857"/>
                    <a:pt x="582" y="857"/>
                    <a:pt x="582" y="857"/>
                  </a:cubicBezTo>
                  <a:lnTo>
                    <a:pt x="555" y="885"/>
                  </a:lnTo>
                  <a:close/>
                  <a:moveTo>
                    <a:pt x="685" y="889"/>
                  </a:moveTo>
                  <a:cubicBezTo>
                    <a:pt x="690" y="899"/>
                    <a:pt x="691" y="910"/>
                    <a:pt x="689" y="924"/>
                  </a:cubicBezTo>
                  <a:cubicBezTo>
                    <a:pt x="686" y="938"/>
                    <a:pt x="681" y="949"/>
                    <a:pt x="673" y="955"/>
                  </a:cubicBezTo>
                  <a:cubicBezTo>
                    <a:pt x="666" y="962"/>
                    <a:pt x="656" y="965"/>
                    <a:pt x="645" y="963"/>
                  </a:cubicBezTo>
                  <a:cubicBezTo>
                    <a:pt x="635" y="961"/>
                    <a:pt x="626" y="955"/>
                    <a:pt x="621" y="947"/>
                  </a:cubicBezTo>
                  <a:cubicBezTo>
                    <a:pt x="616" y="937"/>
                    <a:pt x="615" y="926"/>
                    <a:pt x="617" y="912"/>
                  </a:cubicBezTo>
                  <a:cubicBezTo>
                    <a:pt x="619" y="904"/>
                    <a:pt x="621" y="896"/>
                    <a:pt x="624" y="891"/>
                  </a:cubicBezTo>
                  <a:cubicBezTo>
                    <a:pt x="627" y="887"/>
                    <a:pt x="630" y="883"/>
                    <a:pt x="633" y="880"/>
                  </a:cubicBezTo>
                  <a:cubicBezTo>
                    <a:pt x="637" y="877"/>
                    <a:pt x="640" y="875"/>
                    <a:pt x="644" y="874"/>
                  </a:cubicBezTo>
                  <a:cubicBezTo>
                    <a:pt x="649" y="872"/>
                    <a:pt x="655" y="872"/>
                    <a:pt x="661" y="873"/>
                  </a:cubicBezTo>
                  <a:cubicBezTo>
                    <a:pt x="671" y="875"/>
                    <a:pt x="679" y="880"/>
                    <a:pt x="685" y="889"/>
                  </a:cubicBezTo>
                  <a:close/>
                  <a:moveTo>
                    <a:pt x="672" y="898"/>
                  </a:moveTo>
                  <a:cubicBezTo>
                    <a:pt x="669" y="892"/>
                    <a:pt x="664" y="889"/>
                    <a:pt x="658" y="888"/>
                  </a:cubicBezTo>
                  <a:cubicBezTo>
                    <a:pt x="652" y="887"/>
                    <a:pt x="647" y="889"/>
                    <a:pt x="642" y="893"/>
                  </a:cubicBezTo>
                  <a:cubicBezTo>
                    <a:pt x="637" y="897"/>
                    <a:pt x="634" y="904"/>
                    <a:pt x="633" y="914"/>
                  </a:cubicBezTo>
                  <a:cubicBezTo>
                    <a:pt x="631" y="924"/>
                    <a:pt x="631" y="932"/>
                    <a:pt x="635" y="938"/>
                  </a:cubicBezTo>
                  <a:cubicBezTo>
                    <a:pt x="637" y="943"/>
                    <a:pt x="642" y="947"/>
                    <a:pt x="648" y="948"/>
                  </a:cubicBezTo>
                  <a:cubicBezTo>
                    <a:pt x="654" y="949"/>
                    <a:pt x="659" y="947"/>
                    <a:pt x="664" y="943"/>
                  </a:cubicBezTo>
                  <a:cubicBezTo>
                    <a:pt x="669" y="938"/>
                    <a:pt x="672" y="931"/>
                    <a:pt x="673" y="921"/>
                  </a:cubicBezTo>
                  <a:cubicBezTo>
                    <a:pt x="675" y="911"/>
                    <a:pt x="675" y="903"/>
                    <a:pt x="672" y="898"/>
                  </a:cubicBezTo>
                  <a:close/>
                  <a:moveTo>
                    <a:pt x="698" y="969"/>
                  </a:moveTo>
                  <a:cubicBezTo>
                    <a:pt x="713" y="970"/>
                    <a:pt x="713" y="970"/>
                    <a:pt x="713" y="970"/>
                  </a:cubicBezTo>
                  <a:cubicBezTo>
                    <a:pt x="716" y="933"/>
                    <a:pt x="716" y="933"/>
                    <a:pt x="716" y="933"/>
                  </a:cubicBezTo>
                  <a:cubicBezTo>
                    <a:pt x="747" y="935"/>
                    <a:pt x="747" y="935"/>
                    <a:pt x="747" y="935"/>
                  </a:cubicBezTo>
                  <a:cubicBezTo>
                    <a:pt x="748" y="920"/>
                    <a:pt x="748" y="920"/>
                    <a:pt x="748" y="920"/>
                  </a:cubicBezTo>
                  <a:cubicBezTo>
                    <a:pt x="717" y="918"/>
                    <a:pt x="717" y="918"/>
                    <a:pt x="717" y="918"/>
                  </a:cubicBezTo>
                  <a:cubicBezTo>
                    <a:pt x="718" y="897"/>
                    <a:pt x="718" y="897"/>
                    <a:pt x="718" y="897"/>
                  </a:cubicBezTo>
                  <a:cubicBezTo>
                    <a:pt x="754" y="900"/>
                    <a:pt x="754" y="900"/>
                    <a:pt x="754" y="900"/>
                  </a:cubicBezTo>
                  <a:cubicBezTo>
                    <a:pt x="755" y="885"/>
                    <a:pt x="755" y="885"/>
                    <a:pt x="755" y="885"/>
                  </a:cubicBezTo>
                  <a:cubicBezTo>
                    <a:pt x="704" y="881"/>
                    <a:pt x="704" y="881"/>
                    <a:pt x="704" y="881"/>
                  </a:cubicBezTo>
                  <a:lnTo>
                    <a:pt x="698" y="969"/>
                  </a:lnTo>
                  <a:close/>
                  <a:moveTo>
                    <a:pt x="840" y="921"/>
                  </a:moveTo>
                  <a:cubicBezTo>
                    <a:pt x="836" y="920"/>
                    <a:pt x="831" y="918"/>
                    <a:pt x="823" y="916"/>
                  </a:cubicBezTo>
                  <a:cubicBezTo>
                    <a:pt x="816" y="915"/>
                    <a:pt x="811" y="913"/>
                    <a:pt x="809" y="911"/>
                  </a:cubicBezTo>
                  <a:cubicBezTo>
                    <a:pt x="808" y="910"/>
                    <a:pt x="807" y="908"/>
                    <a:pt x="807" y="906"/>
                  </a:cubicBezTo>
                  <a:cubicBezTo>
                    <a:pt x="807" y="904"/>
                    <a:pt x="807" y="902"/>
                    <a:pt x="809" y="900"/>
                  </a:cubicBezTo>
                  <a:cubicBezTo>
                    <a:pt x="811" y="898"/>
                    <a:pt x="815" y="897"/>
                    <a:pt x="819" y="897"/>
                  </a:cubicBezTo>
                  <a:cubicBezTo>
                    <a:pt x="823" y="896"/>
                    <a:pt x="826" y="897"/>
                    <a:pt x="829" y="899"/>
                  </a:cubicBezTo>
                  <a:cubicBezTo>
                    <a:pt x="831" y="901"/>
                    <a:pt x="832" y="904"/>
                    <a:pt x="833" y="908"/>
                  </a:cubicBezTo>
                  <a:cubicBezTo>
                    <a:pt x="848" y="907"/>
                    <a:pt x="848" y="907"/>
                    <a:pt x="848" y="907"/>
                  </a:cubicBezTo>
                  <a:cubicBezTo>
                    <a:pt x="848" y="899"/>
                    <a:pt x="845" y="892"/>
                    <a:pt x="840" y="888"/>
                  </a:cubicBezTo>
                  <a:cubicBezTo>
                    <a:pt x="835" y="883"/>
                    <a:pt x="827" y="881"/>
                    <a:pt x="818" y="882"/>
                  </a:cubicBezTo>
                  <a:cubicBezTo>
                    <a:pt x="812" y="882"/>
                    <a:pt x="808" y="884"/>
                    <a:pt x="804" y="886"/>
                  </a:cubicBezTo>
                  <a:cubicBezTo>
                    <a:pt x="800" y="888"/>
                    <a:pt x="797" y="891"/>
                    <a:pt x="795" y="895"/>
                  </a:cubicBezTo>
                  <a:cubicBezTo>
                    <a:pt x="793" y="899"/>
                    <a:pt x="792" y="904"/>
                    <a:pt x="792" y="908"/>
                  </a:cubicBezTo>
                  <a:cubicBezTo>
                    <a:pt x="793" y="915"/>
                    <a:pt x="795" y="921"/>
                    <a:pt x="800" y="925"/>
                  </a:cubicBezTo>
                  <a:cubicBezTo>
                    <a:pt x="804" y="929"/>
                    <a:pt x="810" y="931"/>
                    <a:pt x="818" y="933"/>
                  </a:cubicBezTo>
                  <a:cubicBezTo>
                    <a:pt x="824" y="934"/>
                    <a:pt x="828" y="935"/>
                    <a:pt x="830" y="936"/>
                  </a:cubicBezTo>
                  <a:cubicBezTo>
                    <a:pt x="833" y="937"/>
                    <a:pt x="835" y="938"/>
                    <a:pt x="836" y="940"/>
                  </a:cubicBezTo>
                  <a:cubicBezTo>
                    <a:pt x="837" y="941"/>
                    <a:pt x="838" y="943"/>
                    <a:pt x="838" y="945"/>
                  </a:cubicBezTo>
                  <a:cubicBezTo>
                    <a:pt x="838" y="948"/>
                    <a:pt x="837" y="951"/>
                    <a:pt x="834" y="954"/>
                  </a:cubicBezTo>
                  <a:cubicBezTo>
                    <a:pt x="832" y="956"/>
                    <a:pt x="829" y="958"/>
                    <a:pt x="824" y="958"/>
                  </a:cubicBezTo>
                  <a:cubicBezTo>
                    <a:pt x="819" y="958"/>
                    <a:pt x="815" y="957"/>
                    <a:pt x="813" y="954"/>
                  </a:cubicBezTo>
                  <a:cubicBezTo>
                    <a:pt x="810" y="952"/>
                    <a:pt x="808" y="948"/>
                    <a:pt x="806" y="942"/>
                  </a:cubicBezTo>
                  <a:cubicBezTo>
                    <a:pt x="792" y="944"/>
                    <a:pt x="792" y="944"/>
                    <a:pt x="792" y="944"/>
                  </a:cubicBezTo>
                  <a:cubicBezTo>
                    <a:pt x="793" y="954"/>
                    <a:pt x="797" y="961"/>
                    <a:pt x="802" y="966"/>
                  </a:cubicBezTo>
                  <a:cubicBezTo>
                    <a:pt x="808" y="971"/>
                    <a:pt x="815" y="973"/>
                    <a:pt x="824" y="973"/>
                  </a:cubicBezTo>
                  <a:cubicBezTo>
                    <a:pt x="831" y="972"/>
                    <a:pt x="836" y="971"/>
                    <a:pt x="841" y="969"/>
                  </a:cubicBezTo>
                  <a:cubicBezTo>
                    <a:pt x="845" y="966"/>
                    <a:pt x="848" y="963"/>
                    <a:pt x="850" y="958"/>
                  </a:cubicBezTo>
                  <a:cubicBezTo>
                    <a:pt x="852" y="954"/>
                    <a:pt x="853" y="949"/>
                    <a:pt x="853" y="944"/>
                  </a:cubicBezTo>
                  <a:cubicBezTo>
                    <a:pt x="852" y="938"/>
                    <a:pt x="851" y="934"/>
                    <a:pt x="849" y="930"/>
                  </a:cubicBezTo>
                  <a:cubicBezTo>
                    <a:pt x="847" y="926"/>
                    <a:pt x="844" y="924"/>
                    <a:pt x="840" y="921"/>
                  </a:cubicBezTo>
                  <a:close/>
                  <a:moveTo>
                    <a:pt x="910" y="943"/>
                  </a:moveTo>
                  <a:cubicBezTo>
                    <a:pt x="908" y="946"/>
                    <a:pt x="905" y="948"/>
                    <a:pt x="901" y="949"/>
                  </a:cubicBezTo>
                  <a:cubicBezTo>
                    <a:pt x="896" y="950"/>
                    <a:pt x="891" y="948"/>
                    <a:pt x="887" y="944"/>
                  </a:cubicBezTo>
                  <a:cubicBezTo>
                    <a:pt x="883" y="940"/>
                    <a:pt x="880" y="932"/>
                    <a:pt x="878" y="921"/>
                  </a:cubicBezTo>
                  <a:cubicBezTo>
                    <a:pt x="876" y="911"/>
                    <a:pt x="877" y="903"/>
                    <a:pt x="879" y="898"/>
                  </a:cubicBezTo>
                  <a:cubicBezTo>
                    <a:pt x="882" y="893"/>
                    <a:pt x="886" y="890"/>
                    <a:pt x="892" y="889"/>
                  </a:cubicBezTo>
                  <a:cubicBezTo>
                    <a:pt x="896" y="888"/>
                    <a:pt x="899" y="889"/>
                    <a:pt x="902" y="891"/>
                  </a:cubicBezTo>
                  <a:cubicBezTo>
                    <a:pt x="905" y="893"/>
                    <a:pt x="908" y="897"/>
                    <a:pt x="909" y="901"/>
                  </a:cubicBezTo>
                  <a:cubicBezTo>
                    <a:pt x="923" y="895"/>
                    <a:pt x="923" y="895"/>
                    <a:pt x="923" y="895"/>
                  </a:cubicBezTo>
                  <a:cubicBezTo>
                    <a:pt x="921" y="888"/>
                    <a:pt x="917" y="883"/>
                    <a:pt x="913" y="880"/>
                  </a:cubicBezTo>
                  <a:cubicBezTo>
                    <a:pt x="907" y="874"/>
                    <a:pt x="899" y="872"/>
                    <a:pt x="890" y="874"/>
                  </a:cubicBezTo>
                  <a:cubicBezTo>
                    <a:pt x="879" y="876"/>
                    <a:pt x="872" y="881"/>
                    <a:pt x="867" y="890"/>
                  </a:cubicBezTo>
                  <a:cubicBezTo>
                    <a:pt x="862" y="899"/>
                    <a:pt x="860" y="911"/>
                    <a:pt x="863" y="925"/>
                  </a:cubicBezTo>
                  <a:cubicBezTo>
                    <a:pt x="865" y="939"/>
                    <a:pt x="870" y="949"/>
                    <a:pt x="877" y="956"/>
                  </a:cubicBezTo>
                  <a:cubicBezTo>
                    <a:pt x="885" y="963"/>
                    <a:pt x="894" y="965"/>
                    <a:pt x="904" y="964"/>
                  </a:cubicBezTo>
                  <a:cubicBezTo>
                    <a:pt x="911" y="962"/>
                    <a:pt x="918" y="959"/>
                    <a:pt x="922" y="954"/>
                  </a:cubicBezTo>
                  <a:cubicBezTo>
                    <a:pt x="926" y="948"/>
                    <a:pt x="929" y="941"/>
                    <a:pt x="930" y="931"/>
                  </a:cubicBezTo>
                  <a:cubicBezTo>
                    <a:pt x="914" y="928"/>
                    <a:pt x="914" y="928"/>
                    <a:pt x="914" y="928"/>
                  </a:cubicBezTo>
                  <a:cubicBezTo>
                    <a:pt x="914" y="934"/>
                    <a:pt x="913" y="939"/>
                    <a:pt x="910" y="943"/>
                  </a:cubicBezTo>
                  <a:close/>
                  <a:moveTo>
                    <a:pt x="929" y="868"/>
                  </a:moveTo>
                  <a:cubicBezTo>
                    <a:pt x="950" y="953"/>
                    <a:pt x="950" y="953"/>
                    <a:pt x="950" y="953"/>
                  </a:cubicBezTo>
                  <a:cubicBezTo>
                    <a:pt x="965" y="950"/>
                    <a:pt x="965" y="950"/>
                    <a:pt x="965" y="950"/>
                  </a:cubicBezTo>
                  <a:cubicBezTo>
                    <a:pt x="944" y="864"/>
                    <a:pt x="944" y="864"/>
                    <a:pt x="944" y="864"/>
                  </a:cubicBezTo>
                  <a:lnTo>
                    <a:pt x="929" y="868"/>
                  </a:lnTo>
                  <a:close/>
                  <a:moveTo>
                    <a:pt x="992" y="927"/>
                  </a:moveTo>
                  <a:cubicBezTo>
                    <a:pt x="985" y="904"/>
                    <a:pt x="985" y="904"/>
                    <a:pt x="985" y="904"/>
                  </a:cubicBezTo>
                  <a:cubicBezTo>
                    <a:pt x="1021" y="893"/>
                    <a:pt x="1021" y="893"/>
                    <a:pt x="1021" y="893"/>
                  </a:cubicBezTo>
                  <a:cubicBezTo>
                    <a:pt x="1016" y="879"/>
                    <a:pt x="1016" y="879"/>
                    <a:pt x="1016" y="879"/>
                  </a:cubicBezTo>
                  <a:cubicBezTo>
                    <a:pt x="980" y="890"/>
                    <a:pt x="980" y="890"/>
                    <a:pt x="980" y="890"/>
                  </a:cubicBezTo>
                  <a:cubicBezTo>
                    <a:pt x="975" y="871"/>
                    <a:pt x="975" y="871"/>
                    <a:pt x="975" y="871"/>
                  </a:cubicBezTo>
                  <a:cubicBezTo>
                    <a:pt x="1013" y="859"/>
                    <a:pt x="1013" y="859"/>
                    <a:pt x="1013" y="859"/>
                  </a:cubicBezTo>
                  <a:cubicBezTo>
                    <a:pt x="1009" y="845"/>
                    <a:pt x="1009" y="845"/>
                    <a:pt x="1009" y="845"/>
                  </a:cubicBezTo>
                  <a:cubicBezTo>
                    <a:pt x="956" y="862"/>
                    <a:pt x="956" y="862"/>
                    <a:pt x="956" y="862"/>
                  </a:cubicBezTo>
                  <a:cubicBezTo>
                    <a:pt x="982" y="946"/>
                    <a:pt x="982" y="946"/>
                    <a:pt x="982" y="946"/>
                  </a:cubicBezTo>
                  <a:cubicBezTo>
                    <a:pt x="1036" y="929"/>
                    <a:pt x="1036" y="929"/>
                    <a:pt x="1036" y="929"/>
                  </a:cubicBezTo>
                  <a:cubicBezTo>
                    <a:pt x="1032" y="915"/>
                    <a:pt x="1032" y="915"/>
                    <a:pt x="1032" y="915"/>
                  </a:cubicBezTo>
                  <a:lnTo>
                    <a:pt x="992" y="927"/>
                  </a:lnTo>
                  <a:close/>
                  <a:moveTo>
                    <a:pt x="1061" y="824"/>
                  </a:moveTo>
                  <a:cubicBezTo>
                    <a:pt x="1084" y="878"/>
                    <a:pt x="1084" y="878"/>
                    <a:pt x="1084" y="878"/>
                  </a:cubicBezTo>
                  <a:cubicBezTo>
                    <a:pt x="1032" y="836"/>
                    <a:pt x="1032" y="836"/>
                    <a:pt x="1032" y="836"/>
                  </a:cubicBezTo>
                  <a:cubicBezTo>
                    <a:pt x="1019" y="841"/>
                    <a:pt x="1019" y="841"/>
                    <a:pt x="1019" y="841"/>
                  </a:cubicBezTo>
                  <a:cubicBezTo>
                    <a:pt x="1053" y="922"/>
                    <a:pt x="1053" y="922"/>
                    <a:pt x="1053" y="922"/>
                  </a:cubicBezTo>
                  <a:cubicBezTo>
                    <a:pt x="1066" y="917"/>
                    <a:pt x="1066" y="917"/>
                    <a:pt x="1066" y="917"/>
                  </a:cubicBezTo>
                  <a:cubicBezTo>
                    <a:pt x="1044" y="864"/>
                    <a:pt x="1044" y="864"/>
                    <a:pt x="1044" y="864"/>
                  </a:cubicBezTo>
                  <a:cubicBezTo>
                    <a:pt x="1094" y="905"/>
                    <a:pt x="1094" y="905"/>
                    <a:pt x="1094" y="905"/>
                  </a:cubicBezTo>
                  <a:cubicBezTo>
                    <a:pt x="1108" y="899"/>
                    <a:pt x="1108" y="899"/>
                    <a:pt x="1108" y="899"/>
                  </a:cubicBezTo>
                  <a:cubicBezTo>
                    <a:pt x="1074" y="818"/>
                    <a:pt x="1074" y="818"/>
                    <a:pt x="1074" y="818"/>
                  </a:cubicBezTo>
                  <a:lnTo>
                    <a:pt x="1061" y="824"/>
                  </a:lnTo>
                  <a:close/>
                  <a:moveTo>
                    <a:pt x="1153" y="838"/>
                  </a:moveTo>
                  <a:cubicBezTo>
                    <a:pt x="1155" y="845"/>
                    <a:pt x="1156" y="850"/>
                    <a:pt x="1155" y="854"/>
                  </a:cubicBezTo>
                  <a:cubicBezTo>
                    <a:pt x="1154" y="858"/>
                    <a:pt x="1152" y="861"/>
                    <a:pt x="1148" y="863"/>
                  </a:cubicBezTo>
                  <a:cubicBezTo>
                    <a:pt x="1143" y="865"/>
                    <a:pt x="1138" y="865"/>
                    <a:pt x="1133" y="863"/>
                  </a:cubicBezTo>
                  <a:cubicBezTo>
                    <a:pt x="1128" y="860"/>
                    <a:pt x="1122" y="854"/>
                    <a:pt x="1117" y="845"/>
                  </a:cubicBezTo>
                  <a:cubicBezTo>
                    <a:pt x="1112" y="835"/>
                    <a:pt x="1110" y="828"/>
                    <a:pt x="1110" y="822"/>
                  </a:cubicBezTo>
                  <a:cubicBezTo>
                    <a:pt x="1111" y="816"/>
                    <a:pt x="1114" y="812"/>
                    <a:pt x="1119" y="809"/>
                  </a:cubicBezTo>
                  <a:cubicBezTo>
                    <a:pt x="1122" y="807"/>
                    <a:pt x="1126" y="807"/>
                    <a:pt x="1130" y="808"/>
                  </a:cubicBezTo>
                  <a:cubicBezTo>
                    <a:pt x="1133" y="809"/>
                    <a:pt x="1137" y="811"/>
                    <a:pt x="1140" y="815"/>
                  </a:cubicBezTo>
                  <a:cubicBezTo>
                    <a:pt x="1151" y="804"/>
                    <a:pt x="1151" y="804"/>
                    <a:pt x="1151" y="804"/>
                  </a:cubicBezTo>
                  <a:cubicBezTo>
                    <a:pt x="1146" y="798"/>
                    <a:pt x="1141" y="795"/>
                    <a:pt x="1136" y="793"/>
                  </a:cubicBezTo>
                  <a:cubicBezTo>
                    <a:pt x="1128" y="791"/>
                    <a:pt x="1120" y="791"/>
                    <a:pt x="1112" y="796"/>
                  </a:cubicBezTo>
                  <a:cubicBezTo>
                    <a:pt x="1103" y="801"/>
                    <a:pt x="1098" y="809"/>
                    <a:pt x="1096" y="819"/>
                  </a:cubicBezTo>
                  <a:cubicBezTo>
                    <a:pt x="1094" y="829"/>
                    <a:pt x="1097" y="840"/>
                    <a:pt x="1104" y="853"/>
                  </a:cubicBezTo>
                  <a:cubicBezTo>
                    <a:pt x="1111" y="865"/>
                    <a:pt x="1119" y="873"/>
                    <a:pt x="1128" y="877"/>
                  </a:cubicBezTo>
                  <a:cubicBezTo>
                    <a:pt x="1138" y="881"/>
                    <a:pt x="1147" y="881"/>
                    <a:pt x="1155" y="876"/>
                  </a:cubicBezTo>
                  <a:cubicBezTo>
                    <a:pt x="1163" y="872"/>
                    <a:pt x="1167" y="867"/>
                    <a:pt x="1169" y="860"/>
                  </a:cubicBezTo>
                  <a:cubicBezTo>
                    <a:pt x="1172" y="853"/>
                    <a:pt x="1172" y="845"/>
                    <a:pt x="1169" y="836"/>
                  </a:cubicBezTo>
                  <a:lnTo>
                    <a:pt x="1153" y="838"/>
                  </a:lnTo>
                  <a:close/>
                  <a:moveTo>
                    <a:pt x="1201" y="829"/>
                  </a:moveTo>
                  <a:cubicBezTo>
                    <a:pt x="1188" y="809"/>
                    <a:pt x="1188" y="809"/>
                    <a:pt x="1188" y="809"/>
                  </a:cubicBezTo>
                  <a:cubicBezTo>
                    <a:pt x="1218" y="788"/>
                    <a:pt x="1218" y="788"/>
                    <a:pt x="1218" y="788"/>
                  </a:cubicBezTo>
                  <a:cubicBezTo>
                    <a:pt x="1210" y="775"/>
                    <a:pt x="1210" y="775"/>
                    <a:pt x="1210" y="775"/>
                  </a:cubicBezTo>
                  <a:cubicBezTo>
                    <a:pt x="1179" y="797"/>
                    <a:pt x="1179" y="797"/>
                    <a:pt x="1179" y="797"/>
                  </a:cubicBezTo>
                  <a:cubicBezTo>
                    <a:pt x="1168" y="781"/>
                    <a:pt x="1168" y="781"/>
                    <a:pt x="1168" y="781"/>
                  </a:cubicBezTo>
                  <a:cubicBezTo>
                    <a:pt x="1201" y="758"/>
                    <a:pt x="1201" y="758"/>
                    <a:pt x="1201" y="758"/>
                  </a:cubicBezTo>
                  <a:cubicBezTo>
                    <a:pt x="1193" y="746"/>
                    <a:pt x="1193" y="746"/>
                    <a:pt x="1193" y="746"/>
                  </a:cubicBezTo>
                  <a:cubicBezTo>
                    <a:pt x="1147" y="777"/>
                    <a:pt x="1147" y="777"/>
                    <a:pt x="1147" y="777"/>
                  </a:cubicBezTo>
                  <a:cubicBezTo>
                    <a:pt x="1197" y="849"/>
                    <a:pt x="1197" y="849"/>
                    <a:pt x="1197" y="849"/>
                  </a:cubicBezTo>
                  <a:cubicBezTo>
                    <a:pt x="1244" y="817"/>
                    <a:pt x="1244" y="817"/>
                    <a:pt x="1244" y="817"/>
                  </a:cubicBezTo>
                  <a:cubicBezTo>
                    <a:pt x="1236" y="805"/>
                    <a:pt x="1236" y="805"/>
                    <a:pt x="1236" y="805"/>
                  </a:cubicBezTo>
                  <a:lnTo>
                    <a:pt x="1201" y="829"/>
                  </a:lnTo>
                  <a:close/>
                  <a:moveTo>
                    <a:pt x="1324" y="733"/>
                  </a:moveTo>
                  <a:cubicBezTo>
                    <a:pt x="1326" y="749"/>
                    <a:pt x="1326" y="749"/>
                    <a:pt x="1326" y="749"/>
                  </a:cubicBezTo>
                  <a:cubicBezTo>
                    <a:pt x="1321" y="750"/>
                    <a:pt x="1316" y="750"/>
                    <a:pt x="1310" y="750"/>
                  </a:cubicBezTo>
                  <a:cubicBezTo>
                    <a:pt x="1310" y="754"/>
                    <a:pt x="1310" y="758"/>
                    <a:pt x="1308" y="762"/>
                  </a:cubicBezTo>
                  <a:cubicBezTo>
                    <a:pt x="1307" y="765"/>
                    <a:pt x="1304" y="768"/>
                    <a:pt x="1301" y="771"/>
                  </a:cubicBezTo>
                  <a:cubicBezTo>
                    <a:pt x="1294" y="778"/>
                    <a:pt x="1287" y="780"/>
                    <a:pt x="1279" y="779"/>
                  </a:cubicBezTo>
                  <a:cubicBezTo>
                    <a:pt x="1273" y="778"/>
                    <a:pt x="1268" y="775"/>
                    <a:pt x="1264" y="771"/>
                  </a:cubicBezTo>
                  <a:cubicBezTo>
                    <a:pt x="1260" y="766"/>
                    <a:pt x="1258" y="762"/>
                    <a:pt x="1257" y="757"/>
                  </a:cubicBezTo>
                  <a:cubicBezTo>
                    <a:pt x="1256" y="751"/>
                    <a:pt x="1256" y="746"/>
                    <a:pt x="1258" y="739"/>
                  </a:cubicBezTo>
                  <a:cubicBezTo>
                    <a:pt x="1254" y="738"/>
                    <a:pt x="1250" y="737"/>
                    <a:pt x="1247" y="736"/>
                  </a:cubicBezTo>
                  <a:cubicBezTo>
                    <a:pt x="1244" y="734"/>
                    <a:pt x="1241" y="732"/>
                    <a:pt x="1239" y="730"/>
                  </a:cubicBezTo>
                  <a:cubicBezTo>
                    <a:pt x="1236" y="726"/>
                    <a:pt x="1234" y="722"/>
                    <a:pt x="1234" y="717"/>
                  </a:cubicBezTo>
                  <a:cubicBezTo>
                    <a:pt x="1234" y="711"/>
                    <a:pt x="1237" y="707"/>
                    <a:pt x="1242" y="702"/>
                  </a:cubicBezTo>
                  <a:cubicBezTo>
                    <a:pt x="1246" y="698"/>
                    <a:pt x="1251" y="696"/>
                    <a:pt x="1257" y="696"/>
                  </a:cubicBezTo>
                  <a:cubicBezTo>
                    <a:pt x="1262" y="696"/>
                    <a:pt x="1267" y="699"/>
                    <a:pt x="1270" y="703"/>
                  </a:cubicBezTo>
                  <a:cubicBezTo>
                    <a:pt x="1273" y="705"/>
                    <a:pt x="1275" y="709"/>
                    <a:pt x="1275" y="712"/>
                  </a:cubicBezTo>
                  <a:cubicBezTo>
                    <a:pt x="1276" y="716"/>
                    <a:pt x="1276" y="721"/>
                    <a:pt x="1275" y="727"/>
                  </a:cubicBezTo>
                  <a:cubicBezTo>
                    <a:pt x="1293" y="732"/>
                    <a:pt x="1293" y="732"/>
                    <a:pt x="1293" y="732"/>
                  </a:cubicBezTo>
                  <a:cubicBezTo>
                    <a:pt x="1292" y="730"/>
                    <a:pt x="1291" y="726"/>
                    <a:pt x="1289" y="723"/>
                  </a:cubicBezTo>
                  <a:cubicBezTo>
                    <a:pt x="1301" y="717"/>
                    <a:pt x="1301" y="717"/>
                    <a:pt x="1301" y="717"/>
                  </a:cubicBezTo>
                  <a:cubicBezTo>
                    <a:pt x="1303" y="721"/>
                    <a:pt x="1305" y="725"/>
                    <a:pt x="1306" y="727"/>
                  </a:cubicBezTo>
                  <a:cubicBezTo>
                    <a:pt x="1307" y="730"/>
                    <a:pt x="1308" y="732"/>
                    <a:pt x="1308" y="734"/>
                  </a:cubicBezTo>
                  <a:cubicBezTo>
                    <a:pt x="1311" y="734"/>
                    <a:pt x="1314" y="734"/>
                    <a:pt x="1317" y="734"/>
                  </a:cubicBezTo>
                  <a:cubicBezTo>
                    <a:pt x="1320" y="734"/>
                    <a:pt x="1322" y="734"/>
                    <a:pt x="1324" y="733"/>
                  </a:cubicBezTo>
                  <a:close/>
                  <a:moveTo>
                    <a:pt x="1263" y="720"/>
                  </a:moveTo>
                  <a:cubicBezTo>
                    <a:pt x="1263" y="716"/>
                    <a:pt x="1263" y="713"/>
                    <a:pt x="1261" y="711"/>
                  </a:cubicBezTo>
                  <a:cubicBezTo>
                    <a:pt x="1259" y="709"/>
                    <a:pt x="1258" y="709"/>
                    <a:pt x="1256" y="708"/>
                  </a:cubicBezTo>
                  <a:cubicBezTo>
                    <a:pt x="1254" y="708"/>
                    <a:pt x="1252" y="709"/>
                    <a:pt x="1250" y="711"/>
                  </a:cubicBezTo>
                  <a:cubicBezTo>
                    <a:pt x="1248" y="712"/>
                    <a:pt x="1247" y="714"/>
                    <a:pt x="1247" y="716"/>
                  </a:cubicBezTo>
                  <a:cubicBezTo>
                    <a:pt x="1247" y="718"/>
                    <a:pt x="1248" y="719"/>
                    <a:pt x="1249" y="720"/>
                  </a:cubicBezTo>
                  <a:cubicBezTo>
                    <a:pt x="1251" y="722"/>
                    <a:pt x="1253" y="723"/>
                    <a:pt x="1257" y="724"/>
                  </a:cubicBezTo>
                  <a:cubicBezTo>
                    <a:pt x="1263" y="725"/>
                    <a:pt x="1263" y="725"/>
                    <a:pt x="1263" y="725"/>
                  </a:cubicBezTo>
                  <a:lnTo>
                    <a:pt x="1263" y="720"/>
                  </a:lnTo>
                  <a:close/>
                  <a:moveTo>
                    <a:pt x="1296" y="748"/>
                  </a:moveTo>
                  <a:cubicBezTo>
                    <a:pt x="1271" y="742"/>
                    <a:pt x="1271" y="742"/>
                    <a:pt x="1271" y="742"/>
                  </a:cubicBezTo>
                  <a:cubicBezTo>
                    <a:pt x="1270" y="746"/>
                    <a:pt x="1270" y="749"/>
                    <a:pt x="1270" y="752"/>
                  </a:cubicBezTo>
                  <a:cubicBezTo>
                    <a:pt x="1271" y="756"/>
                    <a:pt x="1272" y="758"/>
                    <a:pt x="1274" y="760"/>
                  </a:cubicBezTo>
                  <a:cubicBezTo>
                    <a:pt x="1277" y="763"/>
                    <a:pt x="1279" y="764"/>
                    <a:pt x="1282" y="765"/>
                  </a:cubicBezTo>
                  <a:cubicBezTo>
                    <a:pt x="1286" y="765"/>
                    <a:pt x="1288" y="764"/>
                    <a:pt x="1291" y="762"/>
                  </a:cubicBezTo>
                  <a:cubicBezTo>
                    <a:pt x="1292" y="760"/>
                    <a:pt x="1294" y="758"/>
                    <a:pt x="1294" y="756"/>
                  </a:cubicBezTo>
                  <a:cubicBezTo>
                    <a:pt x="1295" y="754"/>
                    <a:pt x="1296" y="751"/>
                    <a:pt x="1296" y="748"/>
                  </a:cubicBezTo>
                  <a:close/>
                  <a:moveTo>
                    <a:pt x="1340" y="620"/>
                  </a:moveTo>
                  <a:cubicBezTo>
                    <a:pt x="1328" y="610"/>
                    <a:pt x="1328" y="610"/>
                    <a:pt x="1328" y="610"/>
                  </a:cubicBezTo>
                  <a:cubicBezTo>
                    <a:pt x="1290" y="656"/>
                    <a:pt x="1290" y="656"/>
                    <a:pt x="1290" y="656"/>
                  </a:cubicBezTo>
                  <a:cubicBezTo>
                    <a:pt x="1302" y="665"/>
                    <a:pt x="1302" y="665"/>
                    <a:pt x="1302" y="665"/>
                  </a:cubicBezTo>
                  <a:cubicBezTo>
                    <a:pt x="1316" y="648"/>
                    <a:pt x="1316" y="648"/>
                    <a:pt x="1316" y="648"/>
                  </a:cubicBezTo>
                  <a:cubicBezTo>
                    <a:pt x="1372" y="695"/>
                    <a:pt x="1372" y="695"/>
                    <a:pt x="1372" y="695"/>
                  </a:cubicBezTo>
                  <a:cubicBezTo>
                    <a:pt x="1382" y="683"/>
                    <a:pt x="1382" y="683"/>
                    <a:pt x="1382" y="683"/>
                  </a:cubicBezTo>
                  <a:cubicBezTo>
                    <a:pt x="1325" y="637"/>
                    <a:pt x="1325" y="637"/>
                    <a:pt x="1325" y="637"/>
                  </a:cubicBezTo>
                  <a:lnTo>
                    <a:pt x="1340" y="620"/>
                  </a:lnTo>
                  <a:close/>
                  <a:moveTo>
                    <a:pt x="1401" y="633"/>
                  </a:moveTo>
                  <a:cubicBezTo>
                    <a:pt x="1381" y="620"/>
                    <a:pt x="1381" y="620"/>
                    <a:pt x="1381" y="620"/>
                  </a:cubicBezTo>
                  <a:cubicBezTo>
                    <a:pt x="1402" y="589"/>
                    <a:pt x="1402" y="589"/>
                    <a:pt x="1402" y="589"/>
                  </a:cubicBezTo>
                  <a:cubicBezTo>
                    <a:pt x="1390" y="581"/>
                    <a:pt x="1390" y="581"/>
                    <a:pt x="1390" y="581"/>
                  </a:cubicBezTo>
                  <a:cubicBezTo>
                    <a:pt x="1369" y="612"/>
                    <a:pt x="1369" y="612"/>
                    <a:pt x="1369" y="612"/>
                  </a:cubicBezTo>
                  <a:cubicBezTo>
                    <a:pt x="1353" y="601"/>
                    <a:pt x="1353" y="601"/>
                    <a:pt x="1353" y="601"/>
                  </a:cubicBezTo>
                  <a:cubicBezTo>
                    <a:pt x="1375" y="567"/>
                    <a:pt x="1375" y="567"/>
                    <a:pt x="1375" y="567"/>
                  </a:cubicBezTo>
                  <a:cubicBezTo>
                    <a:pt x="1363" y="559"/>
                    <a:pt x="1363" y="559"/>
                    <a:pt x="1363" y="559"/>
                  </a:cubicBezTo>
                  <a:cubicBezTo>
                    <a:pt x="1332" y="605"/>
                    <a:pt x="1332" y="605"/>
                    <a:pt x="1332" y="605"/>
                  </a:cubicBezTo>
                  <a:cubicBezTo>
                    <a:pt x="1405" y="654"/>
                    <a:pt x="1405" y="654"/>
                    <a:pt x="1405" y="654"/>
                  </a:cubicBezTo>
                  <a:cubicBezTo>
                    <a:pt x="1437" y="607"/>
                    <a:pt x="1437" y="607"/>
                    <a:pt x="1437" y="607"/>
                  </a:cubicBezTo>
                  <a:cubicBezTo>
                    <a:pt x="1424" y="599"/>
                    <a:pt x="1424" y="599"/>
                    <a:pt x="1424" y="599"/>
                  </a:cubicBezTo>
                  <a:lnTo>
                    <a:pt x="1401" y="633"/>
                  </a:lnTo>
                  <a:close/>
                  <a:moveTo>
                    <a:pt x="1452" y="524"/>
                  </a:moveTo>
                  <a:cubicBezTo>
                    <a:pt x="1440" y="534"/>
                    <a:pt x="1440" y="534"/>
                    <a:pt x="1440" y="534"/>
                  </a:cubicBezTo>
                  <a:cubicBezTo>
                    <a:pt x="1445" y="538"/>
                    <a:pt x="1449" y="542"/>
                    <a:pt x="1450" y="546"/>
                  </a:cubicBezTo>
                  <a:cubicBezTo>
                    <a:pt x="1451" y="550"/>
                    <a:pt x="1451" y="554"/>
                    <a:pt x="1449" y="558"/>
                  </a:cubicBezTo>
                  <a:cubicBezTo>
                    <a:pt x="1446" y="562"/>
                    <a:pt x="1442" y="565"/>
                    <a:pt x="1436" y="566"/>
                  </a:cubicBezTo>
                  <a:cubicBezTo>
                    <a:pt x="1431" y="567"/>
                    <a:pt x="1423" y="564"/>
                    <a:pt x="1413" y="559"/>
                  </a:cubicBezTo>
                  <a:cubicBezTo>
                    <a:pt x="1404" y="554"/>
                    <a:pt x="1398" y="549"/>
                    <a:pt x="1396" y="544"/>
                  </a:cubicBezTo>
                  <a:cubicBezTo>
                    <a:pt x="1393" y="538"/>
                    <a:pt x="1393" y="533"/>
                    <a:pt x="1396" y="529"/>
                  </a:cubicBezTo>
                  <a:cubicBezTo>
                    <a:pt x="1398" y="525"/>
                    <a:pt x="1400" y="523"/>
                    <a:pt x="1404" y="521"/>
                  </a:cubicBezTo>
                  <a:cubicBezTo>
                    <a:pt x="1408" y="520"/>
                    <a:pt x="1412" y="520"/>
                    <a:pt x="1416" y="522"/>
                  </a:cubicBezTo>
                  <a:cubicBezTo>
                    <a:pt x="1420" y="507"/>
                    <a:pt x="1420" y="507"/>
                    <a:pt x="1420" y="507"/>
                  </a:cubicBezTo>
                  <a:cubicBezTo>
                    <a:pt x="1413" y="505"/>
                    <a:pt x="1407" y="504"/>
                    <a:pt x="1402" y="506"/>
                  </a:cubicBezTo>
                  <a:cubicBezTo>
                    <a:pt x="1393" y="508"/>
                    <a:pt x="1387" y="513"/>
                    <a:pt x="1383" y="521"/>
                  </a:cubicBezTo>
                  <a:cubicBezTo>
                    <a:pt x="1378" y="530"/>
                    <a:pt x="1377" y="539"/>
                    <a:pt x="1381" y="549"/>
                  </a:cubicBezTo>
                  <a:cubicBezTo>
                    <a:pt x="1385" y="558"/>
                    <a:pt x="1394" y="567"/>
                    <a:pt x="1407" y="574"/>
                  </a:cubicBezTo>
                  <a:cubicBezTo>
                    <a:pt x="1419" y="580"/>
                    <a:pt x="1430" y="582"/>
                    <a:pt x="1440" y="581"/>
                  </a:cubicBezTo>
                  <a:cubicBezTo>
                    <a:pt x="1450" y="579"/>
                    <a:pt x="1458" y="574"/>
                    <a:pt x="1462" y="565"/>
                  </a:cubicBezTo>
                  <a:cubicBezTo>
                    <a:pt x="1466" y="558"/>
                    <a:pt x="1467" y="551"/>
                    <a:pt x="1466" y="544"/>
                  </a:cubicBezTo>
                  <a:cubicBezTo>
                    <a:pt x="1464" y="537"/>
                    <a:pt x="1459" y="530"/>
                    <a:pt x="1452" y="524"/>
                  </a:cubicBezTo>
                  <a:close/>
                  <a:moveTo>
                    <a:pt x="1419" y="445"/>
                  </a:moveTo>
                  <a:cubicBezTo>
                    <a:pt x="1451" y="458"/>
                    <a:pt x="1451" y="458"/>
                    <a:pt x="1451" y="458"/>
                  </a:cubicBezTo>
                  <a:cubicBezTo>
                    <a:pt x="1440" y="486"/>
                    <a:pt x="1440" y="486"/>
                    <a:pt x="1440" y="486"/>
                  </a:cubicBezTo>
                  <a:cubicBezTo>
                    <a:pt x="1408" y="472"/>
                    <a:pt x="1408" y="472"/>
                    <a:pt x="1408" y="472"/>
                  </a:cubicBezTo>
                  <a:cubicBezTo>
                    <a:pt x="1402" y="486"/>
                    <a:pt x="1402" y="486"/>
                    <a:pt x="1402" y="486"/>
                  </a:cubicBezTo>
                  <a:cubicBezTo>
                    <a:pt x="1484" y="520"/>
                    <a:pt x="1484" y="520"/>
                    <a:pt x="1484" y="520"/>
                  </a:cubicBezTo>
                  <a:cubicBezTo>
                    <a:pt x="1489" y="506"/>
                    <a:pt x="1489" y="506"/>
                    <a:pt x="1489" y="506"/>
                  </a:cubicBezTo>
                  <a:cubicBezTo>
                    <a:pt x="1454" y="491"/>
                    <a:pt x="1454" y="491"/>
                    <a:pt x="1454" y="491"/>
                  </a:cubicBezTo>
                  <a:cubicBezTo>
                    <a:pt x="1465" y="464"/>
                    <a:pt x="1465" y="464"/>
                    <a:pt x="1465" y="464"/>
                  </a:cubicBezTo>
                  <a:cubicBezTo>
                    <a:pt x="1501" y="479"/>
                    <a:pt x="1501" y="479"/>
                    <a:pt x="1501" y="479"/>
                  </a:cubicBezTo>
                  <a:cubicBezTo>
                    <a:pt x="1506" y="465"/>
                    <a:pt x="1506" y="465"/>
                    <a:pt x="1506" y="465"/>
                  </a:cubicBezTo>
                  <a:cubicBezTo>
                    <a:pt x="1425" y="431"/>
                    <a:pt x="1425" y="431"/>
                    <a:pt x="1425" y="431"/>
                  </a:cubicBezTo>
                  <a:lnTo>
                    <a:pt x="1419" y="445"/>
                  </a:lnTo>
                  <a:close/>
                  <a:moveTo>
                    <a:pt x="1442" y="376"/>
                  </a:moveTo>
                  <a:cubicBezTo>
                    <a:pt x="1498" y="393"/>
                    <a:pt x="1498" y="393"/>
                    <a:pt x="1498" y="393"/>
                  </a:cubicBezTo>
                  <a:cubicBezTo>
                    <a:pt x="1433" y="406"/>
                    <a:pt x="1433" y="406"/>
                    <a:pt x="1433" y="406"/>
                  </a:cubicBezTo>
                  <a:cubicBezTo>
                    <a:pt x="1429" y="420"/>
                    <a:pt x="1429" y="420"/>
                    <a:pt x="1429" y="420"/>
                  </a:cubicBezTo>
                  <a:cubicBezTo>
                    <a:pt x="1513" y="445"/>
                    <a:pt x="1513" y="445"/>
                    <a:pt x="1513" y="445"/>
                  </a:cubicBezTo>
                  <a:cubicBezTo>
                    <a:pt x="1517" y="431"/>
                    <a:pt x="1517" y="431"/>
                    <a:pt x="1517" y="431"/>
                  </a:cubicBezTo>
                  <a:cubicBezTo>
                    <a:pt x="1462" y="415"/>
                    <a:pt x="1462" y="415"/>
                    <a:pt x="1462" y="415"/>
                  </a:cubicBezTo>
                  <a:cubicBezTo>
                    <a:pt x="1526" y="402"/>
                    <a:pt x="1526" y="402"/>
                    <a:pt x="1526" y="402"/>
                  </a:cubicBezTo>
                  <a:cubicBezTo>
                    <a:pt x="1530" y="388"/>
                    <a:pt x="1530" y="388"/>
                    <a:pt x="1530" y="388"/>
                  </a:cubicBezTo>
                  <a:cubicBezTo>
                    <a:pt x="1446" y="363"/>
                    <a:pt x="1446" y="363"/>
                    <a:pt x="1446" y="363"/>
                  </a:cubicBezTo>
                  <a:lnTo>
                    <a:pt x="1442" y="376"/>
                  </a:lnTo>
                  <a:close/>
                  <a:moveTo>
                    <a:pt x="1536" y="306"/>
                  </a:moveTo>
                  <a:cubicBezTo>
                    <a:pt x="1542" y="314"/>
                    <a:pt x="1545" y="323"/>
                    <a:pt x="1543" y="334"/>
                  </a:cubicBezTo>
                  <a:cubicBezTo>
                    <a:pt x="1541" y="345"/>
                    <a:pt x="1535" y="353"/>
                    <a:pt x="1526" y="358"/>
                  </a:cubicBezTo>
                  <a:cubicBezTo>
                    <a:pt x="1517" y="363"/>
                    <a:pt x="1506" y="364"/>
                    <a:pt x="1492" y="362"/>
                  </a:cubicBezTo>
                  <a:cubicBezTo>
                    <a:pt x="1483" y="360"/>
                    <a:pt x="1476" y="358"/>
                    <a:pt x="1470" y="354"/>
                  </a:cubicBezTo>
                  <a:cubicBezTo>
                    <a:pt x="1466" y="352"/>
                    <a:pt x="1463" y="349"/>
                    <a:pt x="1460" y="346"/>
                  </a:cubicBezTo>
                  <a:cubicBezTo>
                    <a:pt x="1457" y="342"/>
                    <a:pt x="1455" y="338"/>
                    <a:pt x="1454" y="335"/>
                  </a:cubicBezTo>
                  <a:cubicBezTo>
                    <a:pt x="1452" y="330"/>
                    <a:pt x="1452" y="324"/>
                    <a:pt x="1453" y="318"/>
                  </a:cubicBezTo>
                  <a:cubicBezTo>
                    <a:pt x="1455" y="307"/>
                    <a:pt x="1461" y="299"/>
                    <a:pt x="1470" y="294"/>
                  </a:cubicBezTo>
                  <a:cubicBezTo>
                    <a:pt x="1479" y="289"/>
                    <a:pt x="1490" y="288"/>
                    <a:pt x="1505" y="290"/>
                  </a:cubicBezTo>
                  <a:cubicBezTo>
                    <a:pt x="1518" y="293"/>
                    <a:pt x="1529" y="298"/>
                    <a:pt x="1536" y="306"/>
                  </a:cubicBezTo>
                  <a:close/>
                  <a:moveTo>
                    <a:pt x="1528" y="331"/>
                  </a:moveTo>
                  <a:cubicBezTo>
                    <a:pt x="1529" y="326"/>
                    <a:pt x="1527" y="320"/>
                    <a:pt x="1523" y="315"/>
                  </a:cubicBezTo>
                  <a:cubicBezTo>
                    <a:pt x="1518" y="311"/>
                    <a:pt x="1511" y="307"/>
                    <a:pt x="1501" y="306"/>
                  </a:cubicBezTo>
                  <a:cubicBezTo>
                    <a:pt x="1491" y="304"/>
                    <a:pt x="1484" y="304"/>
                    <a:pt x="1478" y="307"/>
                  </a:cubicBezTo>
                  <a:cubicBezTo>
                    <a:pt x="1472" y="310"/>
                    <a:pt x="1469" y="315"/>
                    <a:pt x="1468" y="321"/>
                  </a:cubicBezTo>
                  <a:cubicBezTo>
                    <a:pt x="1467" y="327"/>
                    <a:pt x="1469" y="332"/>
                    <a:pt x="1473" y="337"/>
                  </a:cubicBezTo>
                  <a:cubicBezTo>
                    <a:pt x="1477" y="341"/>
                    <a:pt x="1484" y="345"/>
                    <a:pt x="1494" y="346"/>
                  </a:cubicBezTo>
                  <a:cubicBezTo>
                    <a:pt x="1504" y="348"/>
                    <a:pt x="1512" y="348"/>
                    <a:pt x="1518" y="345"/>
                  </a:cubicBezTo>
                  <a:cubicBezTo>
                    <a:pt x="1523" y="342"/>
                    <a:pt x="1527" y="337"/>
                    <a:pt x="1528" y="331"/>
                  </a:cubicBezTo>
                  <a:close/>
                  <a:moveTo>
                    <a:pt x="1536" y="265"/>
                  </a:moveTo>
                  <a:cubicBezTo>
                    <a:pt x="1463" y="259"/>
                    <a:pt x="1463" y="259"/>
                    <a:pt x="1463" y="259"/>
                  </a:cubicBezTo>
                  <a:cubicBezTo>
                    <a:pt x="1462" y="274"/>
                    <a:pt x="1462" y="274"/>
                    <a:pt x="1462" y="274"/>
                  </a:cubicBezTo>
                  <a:cubicBezTo>
                    <a:pt x="1549" y="281"/>
                    <a:pt x="1549" y="281"/>
                    <a:pt x="1549" y="281"/>
                  </a:cubicBezTo>
                  <a:cubicBezTo>
                    <a:pt x="1553" y="228"/>
                    <a:pt x="1553" y="228"/>
                    <a:pt x="1553" y="228"/>
                  </a:cubicBezTo>
                  <a:cubicBezTo>
                    <a:pt x="1539" y="227"/>
                    <a:pt x="1539" y="227"/>
                    <a:pt x="1539" y="227"/>
                  </a:cubicBezTo>
                  <a:lnTo>
                    <a:pt x="1536" y="265"/>
                  </a:lnTo>
                  <a:close/>
                  <a:moveTo>
                    <a:pt x="1542" y="153"/>
                  </a:moveTo>
                  <a:cubicBezTo>
                    <a:pt x="1551" y="159"/>
                    <a:pt x="1555" y="168"/>
                    <a:pt x="1555" y="179"/>
                  </a:cubicBezTo>
                  <a:cubicBezTo>
                    <a:pt x="1555" y="190"/>
                    <a:pt x="1551" y="199"/>
                    <a:pt x="1544" y="206"/>
                  </a:cubicBezTo>
                  <a:cubicBezTo>
                    <a:pt x="1536" y="212"/>
                    <a:pt x="1525" y="216"/>
                    <a:pt x="1511" y="216"/>
                  </a:cubicBezTo>
                  <a:cubicBezTo>
                    <a:pt x="1502" y="216"/>
                    <a:pt x="1494" y="215"/>
                    <a:pt x="1488" y="213"/>
                  </a:cubicBezTo>
                  <a:cubicBezTo>
                    <a:pt x="1484" y="212"/>
                    <a:pt x="1480" y="209"/>
                    <a:pt x="1476" y="206"/>
                  </a:cubicBezTo>
                  <a:cubicBezTo>
                    <a:pt x="1472" y="204"/>
                    <a:pt x="1470" y="200"/>
                    <a:pt x="1468" y="197"/>
                  </a:cubicBezTo>
                  <a:cubicBezTo>
                    <a:pt x="1465" y="192"/>
                    <a:pt x="1464" y="187"/>
                    <a:pt x="1464" y="181"/>
                  </a:cubicBezTo>
                  <a:cubicBezTo>
                    <a:pt x="1464" y="170"/>
                    <a:pt x="1468" y="161"/>
                    <a:pt x="1476" y="154"/>
                  </a:cubicBezTo>
                  <a:cubicBezTo>
                    <a:pt x="1483" y="147"/>
                    <a:pt x="1495" y="144"/>
                    <a:pt x="1509" y="144"/>
                  </a:cubicBezTo>
                  <a:cubicBezTo>
                    <a:pt x="1523" y="143"/>
                    <a:pt x="1534" y="146"/>
                    <a:pt x="1542" y="153"/>
                  </a:cubicBezTo>
                  <a:close/>
                  <a:moveTo>
                    <a:pt x="1540" y="179"/>
                  </a:moveTo>
                  <a:cubicBezTo>
                    <a:pt x="1540" y="173"/>
                    <a:pt x="1537" y="168"/>
                    <a:pt x="1532" y="165"/>
                  </a:cubicBezTo>
                  <a:cubicBezTo>
                    <a:pt x="1527" y="161"/>
                    <a:pt x="1519" y="159"/>
                    <a:pt x="1509" y="159"/>
                  </a:cubicBezTo>
                  <a:cubicBezTo>
                    <a:pt x="1499" y="160"/>
                    <a:pt x="1491" y="161"/>
                    <a:pt x="1486" y="165"/>
                  </a:cubicBezTo>
                  <a:cubicBezTo>
                    <a:pt x="1481" y="169"/>
                    <a:pt x="1479" y="174"/>
                    <a:pt x="1479" y="181"/>
                  </a:cubicBezTo>
                  <a:cubicBezTo>
                    <a:pt x="1479" y="187"/>
                    <a:pt x="1482" y="192"/>
                    <a:pt x="1487" y="195"/>
                  </a:cubicBezTo>
                  <a:cubicBezTo>
                    <a:pt x="1492" y="199"/>
                    <a:pt x="1500" y="201"/>
                    <a:pt x="1510" y="201"/>
                  </a:cubicBezTo>
                  <a:cubicBezTo>
                    <a:pt x="1520" y="200"/>
                    <a:pt x="1527" y="198"/>
                    <a:pt x="1532" y="194"/>
                  </a:cubicBezTo>
                  <a:cubicBezTo>
                    <a:pt x="1537" y="190"/>
                    <a:pt x="1540" y="185"/>
                    <a:pt x="1540" y="179"/>
                  </a:cubicBezTo>
                  <a:close/>
                  <a:moveTo>
                    <a:pt x="1496" y="65"/>
                  </a:moveTo>
                  <a:cubicBezTo>
                    <a:pt x="1500" y="97"/>
                    <a:pt x="1500" y="97"/>
                    <a:pt x="1500" y="97"/>
                  </a:cubicBezTo>
                  <a:cubicBezTo>
                    <a:pt x="1514" y="95"/>
                    <a:pt x="1514" y="95"/>
                    <a:pt x="1514" y="95"/>
                  </a:cubicBezTo>
                  <a:cubicBezTo>
                    <a:pt x="1512" y="78"/>
                    <a:pt x="1512" y="78"/>
                    <a:pt x="1512" y="78"/>
                  </a:cubicBezTo>
                  <a:cubicBezTo>
                    <a:pt x="1523" y="76"/>
                    <a:pt x="1523" y="76"/>
                    <a:pt x="1523" y="76"/>
                  </a:cubicBezTo>
                  <a:cubicBezTo>
                    <a:pt x="1526" y="78"/>
                    <a:pt x="1528" y="81"/>
                    <a:pt x="1530" y="84"/>
                  </a:cubicBezTo>
                  <a:cubicBezTo>
                    <a:pt x="1531" y="87"/>
                    <a:pt x="1533" y="90"/>
                    <a:pt x="1533" y="93"/>
                  </a:cubicBezTo>
                  <a:cubicBezTo>
                    <a:pt x="1534" y="99"/>
                    <a:pt x="1532" y="105"/>
                    <a:pt x="1527" y="109"/>
                  </a:cubicBezTo>
                  <a:cubicBezTo>
                    <a:pt x="1523" y="114"/>
                    <a:pt x="1515" y="117"/>
                    <a:pt x="1505" y="118"/>
                  </a:cubicBezTo>
                  <a:cubicBezTo>
                    <a:pt x="1495" y="119"/>
                    <a:pt x="1488" y="119"/>
                    <a:pt x="1482" y="115"/>
                  </a:cubicBezTo>
                  <a:cubicBezTo>
                    <a:pt x="1477" y="112"/>
                    <a:pt x="1474" y="107"/>
                    <a:pt x="1473" y="101"/>
                  </a:cubicBezTo>
                  <a:cubicBezTo>
                    <a:pt x="1472" y="96"/>
                    <a:pt x="1473" y="93"/>
                    <a:pt x="1475" y="89"/>
                  </a:cubicBezTo>
                  <a:cubicBezTo>
                    <a:pt x="1477" y="86"/>
                    <a:pt x="1480" y="84"/>
                    <a:pt x="1485" y="82"/>
                  </a:cubicBezTo>
                  <a:cubicBezTo>
                    <a:pt x="1479" y="68"/>
                    <a:pt x="1479" y="68"/>
                    <a:pt x="1479" y="68"/>
                  </a:cubicBezTo>
                  <a:cubicBezTo>
                    <a:pt x="1471" y="70"/>
                    <a:pt x="1466" y="75"/>
                    <a:pt x="1462" y="80"/>
                  </a:cubicBezTo>
                  <a:cubicBezTo>
                    <a:pt x="1458" y="86"/>
                    <a:pt x="1457" y="94"/>
                    <a:pt x="1458" y="103"/>
                  </a:cubicBezTo>
                  <a:cubicBezTo>
                    <a:pt x="1459" y="110"/>
                    <a:pt x="1461" y="116"/>
                    <a:pt x="1465" y="120"/>
                  </a:cubicBezTo>
                  <a:cubicBezTo>
                    <a:pt x="1469" y="126"/>
                    <a:pt x="1475" y="130"/>
                    <a:pt x="1483" y="132"/>
                  </a:cubicBezTo>
                  <a:cubicBezTo>
                    <a:pt x="1490" y="134"/>
                    <a:pt x="1499" y="135"/>
                    <a:pt x="1508" y="134"/>
                  </a:cubicBezTo>
                  <a:cubicBezTo>
                    <a:pt x="1516" y="132"/>
                    <a:pt x="1524" y="130"/>
                    <a:pt x="1530" y="126"/>
                  </a:cubicBezTo>
                  <a:cubicBezTo>
                    <a:pt x="1537" y="122"/>
                    <a:pt x="1542" y="117"/>
                    <a:pt x="1545" y="111"/>
                  </a:cubicBezTo>
                  <a:cubicBezTo>
                    <a:pt x="1548" y="105"/>
                    <a:pt x="1549" y="98"/>
                    <a:pt x="1548" y="90"/>
                  </a:cubicBezTo>
                  <a:cubicBezTo>
                    <a:pt x="1547" y="84"/>
                    <a:pt x="1545" y="78"/>
                    <a:pt x="1541" y="72"/>
                  </a:cubicBezTo>
                  <a:cubicBezTo>
                    <a:pt x="1538" y="67"/>
                    <a:pt x="1534" y="63"/>
                    <a:pt x="1530" y="60"/>
                  </a:cubicBezTo>
                  <a:lnTo>
                    <a:pt x="1496" y="65"/>
                  </a:lnTo>
                  <a:close/>
                  <a:moveTo>
                    <a:pt x="1438" y="0"/>
                  </a:moveTo>
                  <a:cubicBezTo>
                    <a:pt x="1442" y="17"/>
                    <a:pt x="1442" y="17"/>
                    <a:pt x="1442" y="17"/>
                  </a:cubicBezTo>
                  <a:cubicBezTo>
                    <a:pt x="1480" y="25"/>
                    <a:pt x="1480" y="25"/>
                    <a:pt x="1480" y="25"/>
                  </a:cubicBezTo>
                  <a:cubicBezTo>
                    <a:pt x="1450" y="50"/>
                    <a:pt x="1450" y="50"/>
                    <a:pt x="1450" y="50"/>
                  </a:cubicBezTo>
                  <a:cubicBezTo>
                    <a:pt x="1455" y="68"/>
                    <a:pt x="1455" y="68"/>
                    <a:pt x="1455" y="68"/>
                  </a:cubicBezTo>
                  <a:cubicBezTo>
                    <a:pt x="1498" y="29"/>
                    <a:pt x="1498" y="29"/>
                    <a:pt x="1498" y="29"/>
                  </a:cubicBezTo>
                  <a:cubicBezTo>
                    <a:pt x="1534" y="20"/>
                    <a:pt x="1534" y="20"/>
                    <a:pt x="1534" y="20"/>
                  </a:cubicBezTo>
                  <a:cubicBezTo>
                    <a:pt x="1530" y="6"/>
                    <a:pt x="1530" y="6"/>
                    <a:pt x="1530" y="6"/>
                  </a:cubicBezTo>
                  <a:cubicBezTo>
                    <a:pt x="1494" y="14"/>
                    <a:pt x="1494" y="14"/>
                    <a:pt x="1494" y="14"/>
                  </a:cubicBezTo>
                  <a:lnTo>
                    <a:pt x="1438"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55"/>
            <p:cNvSpPr>
              <a:spLocks noEditPoints="1"/>
            </p:cNvSpPr>
            <p:nvPr/>
          </p:nvSpPr>
          <p:spPr bwMode="auto">
            <a:xfrm>
              <a:off x="-1973263" y="-877888"/>
              <a:ext cx="928688" cy="930275"/>
            </a:xfrm>
            <a:custGeom>
              <a:avLst/>
              <a:gdLst>
                <a:gd name="T0" fmla="*/ 1215 w 1215"/>
                <a:gd name="T1" fmla="*/ 608 h 1215"/>
                <a:gd name="T2" fmla="*/ 608 w 1215"/>
                <a:gd name="T3" fmla="*/ 0 h 1215"/>
                <a:gd name="T4" fmla="*/ 0 w 1215"/>
                <a:gd name="T5" fmla="*/ 608 h 1215"/>
                <a:gd name="T6" fmla="*/ 608 w 1215"/>
                <a:gd name="T7" fmla="*/ 1215 h 1215"/>
                <a:gd name="T8" fmla="*/ 1215 w 1215"/>
                <a:gd name="T9" fmla="*/ 608 h 1215"/>
                <a:gd name="T10" fmla="*/ 608 w 1215"/>
                <a:gd name="T11" fmla="*/ 1196 h 1215"/>
                <a:gd name="T12" fmla="*/ 20 w 1215"/>
                <a:gd name="T13" fmla="*/ 608 h 1215"/>
                <a:gd name="T14" fmla="*/ 608 w 1215"/>
                <a:gd name="T15" fmla="*/ 20 h 1215"/>
                <a:gd name="T16" fmla="*/ 1196 w 1215"/>
                <a:gd name="T17" fmla="*/ 608 h 1215"/>
                <a:gd name="T18" fmla="*/ 608 w 1215"/>
                <a:gd name="T19" fmla="*/ 119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5" h="1215">
                  <a:moveTo>
                    <a:pt x="1215" y="608"/>
                  </a:moveTo>
                  <a:cubicBezTo>
                    <a:pt x="1215" y="272"/>
                    <a:pt x="943" y="0"/>
                    <a:pt x="608" y="0"/>
                  </a:cubicBezTo>
                  <a:cubicBezTo>
                    <a:pt x="272" y="0"/>
                    <a:pt x="0" y="272"/>
                    <a:pt x="0" y="608"/>
                  </a:cubicBezTo>
                  <a:cubicBezTo>
                    <a:pt x="0" y="943"/>
                    <a:pt x="272" y="1215"/>
                    <a:pt x="608" y="1215"/>
                  </a:cubicBezTo>
                  <a:cubicBezTo>
                    <a:pt x="943" y="1215"/>
                    <a:pt x="1215" y="943"/>
                    <a:pt x="1215" y="608"/>
                  </a:cubicBezTo>
                  <a:close/>
                  <a:moveTo>
                    <a:pt x="608" y="1196"/>
                  </a:moveTo>
                  <a:cubicBezTo>
                    <a:pt x="283" y="1196"/>
                    <a:pt x="20" y="932"/>
                    <a:pt x="20" y="608"/>
                  </a:cubicBezTo>
                  <a:cubicBezTo>
                    <a:pt x="20" y="283"/>
                    <a:pt x="283" y="20"/>
                    <a:pt x="608" y="20"/>
                  </a:cubicBezTo>
                  <a:cubicBezTo>
                    <a:pt x="932" y="20"/>
                    <a:pt x="1196" y="283"/>
                    <a:pt x="1196" y="608"/>
                  </a:cubicBezTo>
                  <a:cubicBezTo>
                    <a:pt x="1196" y="932"/>
                    <a:pt x="932" y="1196"/>
                    <a:pt x="608" y="119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56"/>
            <p:cNvSpPr>
              <a:spLocks/>
            </p:cNvSpPr>
            <p:nvPr/>
          </p:nvSpPr>
          <p:spPr bwMode="auto">
            <a:xfrm>
              <a:off x="-1925638" y="-785813"/>
              <a:ext cx="831850" cy="763588"/>
            </a:xfrm>
            <a:custGeom>
              <a:avLst/>
              <a:gdLst>
                <a:gd name="T0" fmla="*/ 1033 w 1089"/>
                <a:gd name="T1" fmla="*/ 596 h 998"/>
                <a:gd name="T2" fmla="*/ 1011 w 1089"/>
                <a:gd name="T3" fmla="*/ 563 h 998"/>
                <a:gd name="T4" fmla="*/ 1030 w 1089"/>
                <a:gd name="T5" fmla="*/ 270 h 998"/>
                <a:gd name="T6" fmla="*/ 983 w 1089"/>
                <a:gd name="T7" fmla="*/ 289 h 998"/>
                <a:gd name="T8" fmla="*/ 856 w 1089"/>
                <a:gd name="T9" fmla="*/ 60 h 998"/>
                <a:gd name="T10" fmla="*/ 803 w 1089"/>
                <a:gd name="T11" fmla="*/ 54 h 998"/>
                <a:gd name="T12" fmla="*/ 801 w 1089"/>
                <a:gd name="T13" fmla="*/ 113 h 998"/>
                <a:gd name="T14" fmla="*/ 832 w 1089"/>
                <a:gd name="T15" fmla="*/ 155 h 998"/>
                <a:gd name="T16" fmla="*/ 958 w 1089"/>
                <a:gd name="T17" fmla="*/ 304 h 998"/>
                <a:gd name="T18" fmla="*/ 949 w 1089"/>
                <a:gd name="T19" fmla="*/ 321 h 998"/>
                <a:gd name="T20" fmla="*/ 986 w 1089"/>
                <a:gd name="T21" fmla="*/ 539 h 998"/>
                <a:gd name="T22" fmla="*/ 959 w 1089"/>
                <a:gd name="T23" fmla="*/ 585 h 998"/>
                <a:gd name="T24" fmla="*/ 925 w 1089"/>
                <a:gd name="T25" fmla="*/ 616 h 998"/>
                <a:gd name="T26" fmla="*/ 875 w 1089"/>
                <a:gd name="T27" fmla="*/ 794 h 998"/>
                <a:gd name="T28" fmla="*/ 848 w 1089"/>
                <a:gd name="T29" fmla="*/ 753 h 998"/>
                <a:gd name="T30" fmla="*/ 582 w 1089"/>
                <a:gd name="T31" fmla="*/ 903 h 998"/>
                <a:gd name="T32" fmla="*/ 508 w 1089"/>
                <a:gd name="T33" fmla="*/ 903 h 998"/>
                <a:gd name="T34" fmla="*/ 241 w 1089"/>
                <a:gd name="T35" fmla="*/ 753 h 998"/>
                <a:gd name="T36" fmla="*/ 214 w 1089"/>
                <a:gd name="T37" fmla="*/ 794 h 998"/>
                <a:gd name="T38" fmla="*/ 164 w 1089"/>
                <a:gd name="T39" fmla="*/ 616 h 998"/>
                <a:gd name="T40" fmla="*/ 130 w 1089"/>
                <a:gd name="T41" fmla="*/ 585 h 998"/>
                <a:gd name="T42" fmla="*/ 104 w 1089"/>
                <a:gd name="T43" fmla="*/ 539 h 998"/>
                <a:gd name="T44" fmla="*/ 140 w 1089"/>
                <a:gd name="T45" fmla="*/ 321 h 998"/>
                <a:gd name="T46" fmla="*/ 131 w 1089"/>
                <a:gd name="T47" fmla="*/ 304 h 998"/>
                <a:gd name="T48" fmla="*/ 257 w 1089"/>
                <a:gd name="T49" fmla="*/ 155 h 998"/>
                <a:gd name="T50" fmla="*/ 288 w 1089"/>
                <a:gd name="T51" fmla="*/ 113 h 998"/>
                <a:gd name="T52" fmla="*/ 286 w 1089"/>
                <a:gd name="T53" fmla="*/ 54 h 998"/>
                <a:gd name="T54" fmla="*/ 234 w 1089"/>
                <a:gd name="T55" fmla="*/ 60 h 998"/>
                <a:gd name="T56" fmla="*/ 106 w 1089"/>
                <a:gd name="T57" fmla="*/ 289 h 998"/>
                <a:gd name="T58" fmla="*/ 59 w 1089"/>
                <a:gd name="T59" fmla="*/ 270 h 998"/>
                <a:gd name="T60" fmla="*/ 78 w 1089"/>
                <a:gd name="T61" fmla="*/ 563 h 998"/>
                <a:gd name="T62" fmla="*/ 56 w 1089"/>
                <a:gd name="T63" fmla="*/ 596 h 998"/>
                <a:gd name="T64" fmla="*/ 48 w 1089"/>
                <a:gd name="T65" fmla="*/ 627 h 998"/>
                <a:gd name="T66" fmla="*/ 321 w 1089"/>
                <a:gd name="T67" fmla="*/ 873 h 998"/>
                <a:gd name="T68" fmla="*/ 249 w 1089"/>
                <a:gd name="T69" fmla="*/ 888 h 998"/>
                <a:gd name="T70" fmla="*/ 462 w 1089"/>
                <a:gd name="T71" fmla="*/ 915 h 998"/>
                <a:gd name="T72" fmla="*/ 477 w 1089"/>
                <a:gd name="T73" fmla="*/ 938 h 998"/>
                <a:gd name="T74" fmla="*/ 450 w 1089"/>
                <a:gd name="T75" fmla="*/ 998 h 998"/>
                <a:gd name="T76" fmla="*/ 545 w 1089"/>
                <a:gd name="T77" fmla="*/ 938 h 998"/>
                <a:gd name="T78" fmla="*/ 639 w 1089"/>
                <a:gd name="T79" fmla="*/ 998 h 998"/>
                <a:gd name="T80" fmla="*/ 613 w 1089"/>
                <a:gd name="T81" fmla="*/ 938 h 998"/>
                <a:gd name="T82" fmla="*/ 627 w 1089"/>
                <a:gd name="T83" fmla="*/ 915 h 998"/>
                <a:gd name="T84" fmla="*/ 840 w 1089"/>
                <a:gd name="T85" fmla="*/ 888 h 998"/>
                <a:gd name="T86" fmla="*/ 768 w 1089"/>
                <a:gd name="T87" fmla="*/ 873 h 998"/>
                <a:gd name="T88" fmla="*/ 1041 w 1089"/>
                <a:gd name="T89" fmla="*/ 62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998">
                  <a:moveTo>
                    <a:pt x="949" y="743"/>
                  </a:moveTo>
                  <a:cubicBezTo>
                    <a:pt x="972" y="659"/>
                    <a:pt x="995" y="653"/>
                    <a:pt x="1033" y="596"/>
                  </a:cubicBezTo>
                  <a:cubicBezTo>
                    <a:pt x="1069" y="542"/>
                    <a:pt x="1089" y="435"/>
                    <a:pt x="1052" y="398"/>
                  </a:cubicBezTo>
                  <a:cubicBezTo>
                    <a:pt x="1047" y="476"/>
                    <a:pt x="1021" y="492"/>
                    <a:pt x="1011" y="563"/>
                  </a:cubicBezTo>
                  <a:cubicBezTo>
                    <a:pt x="1005" y="506"/>
                    <a:pt x="1005" y="473"/>
                    <a:pt x="1016" y="435"/>
                  </a:cubicBezTo>
                  <a:cubicBezTo>
                    <a:pt x="1026" y="402"/>
                    <a:pt x="1040" y="326"/>
                    <a:pt x="1030" y="270"/>
                  </a:cubicBezTo>
                  <a:cubicBezTo>
                    <a:pt x="1022" y="226"/>
                    <a:pt x="1003" y="210"/>
                    <a:pt x="979" y="200"/>
                  </a:cubicBezTo>
                  <a:cubicBezTo>
                    <a:pt x="991" y="247"/>
                    <a:pt x="983" y="289"/>
                    <a:pt x="983" y="289"/>
                  </a:cubicBezTo>
                  <a:cubicBezTo>
                    <a:pt x="983" y="289"/>
                    <a:pt x="954" y="258"/>
                    <a:pt x="944" y="179"/>
                  </a:cubicBezTo>
                  <a:cubicBezTo>
                    <a:pt x="935" y="100"/>
                    <a:pt x="880" y="61"/>
                    <a:pt x="856" y="60"/>
                  </a:cubicBezTo>
                  <a:cubicBezTo>
                    <a:pt x="879" y="100"/>
                    <a:pt x="877" y="113"/>
                    <a:pt x="887" y="152"/>
                  </a:cubicBezTo>
                  <a:cubicBezTo>
                    <a:pt x="861" y="137"/>
                    <a:pt x="843" y="90"/>
                    <a:pt x="803" y="54"/>
                  </a:cubicBezTo>
                  <a:cubicBezTo>
                    <a:pt x="745" y="0"/>
                    <a:pt x="699" y="0"/>
                    <a:pt x="671" y="24"/>
                  </a:cubicBezTo>
                  <a:cubicBezTo>
                    <a:pt x="751" y="56"/>
                    <a:pt x="737" y="64"/>
                    <a:pt x="801" y="113"/>
                  </a:cubicBezTo>
                  <a:cubicBezTo>
                    <a:pt x="863" y="154"/>
                    <a:pt x="892" y="158"/>
                    <a:pt x="909" y="212"/>
                  </a:cubicBezTo>
                  <a:cubicBezTo>
                    <a:pt x="882" y="185"/>
                    <a:pt x="865" y="168"/>
                    <a:pt x="832" y="155"/>
                  </a:cubicBezTo>
                  <a:cubicBezTo>
                    <a:pt x="824" y="172"/>
                    <a:pt x="838" y="206"/>
                    <a:pt x="883" y="245"/>
                  </a:cubicBezTo>
                  <a:cubicBezTo>
                    <a:pt x="921" y="282"/>
                    <a:pt x="928" y="266"/>
                    <a:pt x="958" y="304"/>
                  </a:cubicBezTo>
                  <a:cubicBezTo>
                    <a:pt x="980" y="333"/>
                    <a:pt x="1003" y="361"/>
                    <a:pt x="994" y="428"/>
                  </a:cubicBezTo>
                  <a:cubicBezTo>
                    <a:pt x="974" y="380"/>
                    <a:pt x="961" y="374"/>
                    <a:pt x="949" y="321"/>
                  </a:cubicBezTo>
                  <a:cubicBezTo>
                    <a:pt x="937" y="339"/>
                    <a:pt x="928" y="365"/>
                    <a:pt x="934" y="398"/>
                  </a:cubicBezTo>
                  <a:cubicBezTo>
                    <a:pt x="947" y="470"/>
                    <a:pt x="976" y="467"/>
                    <a:pt x="986" y="539"/>
                  </a:cubicBezTo>
                  <a:cubicBezTo>
                    <a:pt x="991" y="578"/>
                    <a:pt x="992" y="629"/>
                    <a:pt x="957" y="667"/>
                  </a:cubicBezTo>
                  <a:cubicBezTo>
                    <a:pt x="950" y="633"/>
                    <a:pt x="953" y="617"/>
                    <a:pt x="959" y="585"/>
                  </a:cubicBezTo>
                  <a:cubicBezTo>
                    <a:pt x="964" y="556"/>
                    <a:pt x="960" y="532"/>
                    <a:pt x="950" y="501"/>
                  </a:cubicBezTo>
                  <a:cubicBezTo>
                    <a:pt x="928" y="521"/>
                    <a:pt x="920" y="570"/>
                    <a:pt x="925" y="616"/>
                  </a:cubicBezTo>
                  <a:cubicBezTo>
                    <a:pt x="930" y="664"/>
                    <a:pt x="964" y="700"/>
                    <a:pt x="912" y="770"/>
                  </a:cubicBezTo>
                  <a:cubicBezTo>
                    <a:pt x="889" y="790"/>
                    <a:pt x="875" y="794"/>
                    <a:pt x="875" y="794"/>
                  </a:cubicBezTo>
                  <a:cubicBezTo>
                    <a:pt x="903" y="761"/>
                    <a:pt x="940" y="684"/>
                    <a:pt x="913" y="643"/>
                  </a:cubicBezTo>
                  <a:cubicBezTo>
                    <a:pt x="903" y="688"/>
                    <a:pt x="876" y="714"/>
                    <a:pt x="848" y="753"/>
                  </a:cubicBezTo>
                  <a:cubicBezTo>
                    <a:pt x="809" y="810"/>
                    <a:pt x="842" y="826"/>
                    <a:pt x="722" y="871"/>
                  </a:cubicBezTo>
                  <a:cubicBezTo>
                    <a:pt x="686" y="885"/>
                    <a:pt x="636" y="889"/>
                    <a:pt x="582" y="903"/>
                  </a:cubicBezTo>
                  <a:cubicBezTo>
                    <a:pt x="568" y="906"/>
                    <a:pt x="556" y="909"/>
                    <a:pt x="545" y="912"/>
                  </a:cubicBezTo>
                  <a:cubicBezTo>
                    <a:pt x="533" y="909"/>
                    <a:pt x="521" y="906"/>
                    <a:pt x="508" y="903"/>
                  </a:cubicBezTo>
                  <a:cubicBezTo>
                    <a:pt x="453" y="889"/>
                    <a:pt x="403" y="885"/>
                    <a:pt x="367" y="871"/>
                  </a:cubicBezTo>
                  <a:cubicBezTo>
                    <a:pt x="247" y="826"/>
                    <a:pt x="280" y="810"/>
                    <a:pt x="241" y="753"/>
                  </a:cubicBezTo>
                  <a:cubicBezTo>
                    <a:pt x="213" y="714"/>
                    <a:pt x="186" y="688"/>
                    <a:pt x="176" y="643"/>
                  </a:cubicBezTo>
                  <a:cubicBezTo>
                    <a:pt x="149" y="684"/>
                    <a:pt x="186" y="761"/>
                    <a:pt x="214" y="794"/>
                  </a:cubicBezTo>
                  <a:cubicBezTo>
                    <a:pt x="214" y="794"/>
                    <a:pt x="201" y="790"/>
                    <a:pt x="177" y="770"/>
                  </a:cubicBezTo>
                  <a:cubicBezTo>
                    <a:pt x="125" y="700"/>
                    <a:pt x="159" y="664"/>
                    <a:pt x="164" y="616"/>
                  </a:cubicBezTo>
                  <a:cubicBezTo>
                    <a:pt x="169" y="570"/>
                    <a:pt x="161" y="521"/>
                    <a:pt x="139" y="501"/>
                  </a:cubicBezTo>
                  <a:cubicBezTo>
                    <a:pt x="129" y="532"/>
                    <a:pt x="125" y="556"/>
                    <a:pt x="130" y="585"/>
                  </a:cubicBezTo>
                  <a:cubicBezTo>
                    <a:pt x="136" y="617"/>
                    <a:pt x="139" y="633"/>
                    <a:pt x="132" y="667"/>
                  </a:cubicBezTo>
                  <a:cubicBezTo>
                    <a:pt x="97" y="629"/>
                    <a:pt x="98" y="578"/>
                    <a:pt x="104" y="539"/>
                  </a:cubicBezTo>
                  <a:cubicBezTo>
                    <a:pt x="113" y="467"/>
                    <a:pt x="142" y="470"/>
                    <a:pt x="155" y="398"/>
                  </a:cubicBezTo>
                  <a:cubicBezTo>
                    <a:pt x="161" y="365"/>
                    <a:pt x="152" y="339"/>
                    <a:pt x="140" y="321"/>
                  </a:cubicBezTo>
                  <a:cubicBezTo>
                    <a:pt x="128" y="374"/>
                    <a:pt x="115" y="380"/>
                    <a:pt x="96" y="428"/>
                  </a:cubicBezTo>
                  <a:cubicBezTo>
                    <a:pt x="87" y="361"/>
                    <a:pt x="109" y="333"/>
                    <a:pt x="131" y="304"/>
                  </a:cubicBezTo>
                  <a:cubicBezTo>
                    <a:pt x="161" y="266"/>
                    <a:pt x="168" y="282"/>
                    <a:pt x="206" y="245"/>
                  </a:cubicBezTo>
                  <a:cubicBezTo>
                    <a:pt x="251" y="206"/>
                    <a:pt x="265" y="172"/>
                    <a:pt x="257" y="155"/>
                  </a:cubicBezTo>
                  <a:cubicBezTo>
                    <a:pt x="224" y="168"/>
                    <a:pt x="207" y="185"/>
                    <a:pt x="181" y="212"/>
                  </a:cubicBezTo>
                  <a:cubicBezTo>
                    <a:pt x="198" y="158"/>
                    <a:pt x="226" y="154"/>
                    <a:pt x="288" y="113"/>
                  </a:cubicBezTo>
                  <a:cubicBezTo>
                    <a:pt x="352" y="64"/>
                    <a:pt x="338" y="56"/>
                    <a:pt x="418" y="24"/>
                  </a:cubicBezTo>
                  <a:cubicBezTo>
                    <a:pt x="390" y="0"/>
                    <a:pt x="344" y="0"/>
                    <a:pt x="286" y="54"/>
                  </a:cubicBezTo>
                  <a:cubicBezTo>
                    <a:pt x="246" y="90"/>
                    <a:pt x="229" y="137"/>
                    <a:pt x="203" y="152"/>
                  </a:cubicBezTo>
                  <a:cubicBezTo>
                    <a:pt x="212" y="113"/>
                    <a:pt x="210" y="100"/>
                    <a:pt x="234" y="60"/>
                  </a:cubicBezTo>
                  <a:cubicBezTo>
                    <a:pt x="209" y="61"/>
                    <a:pt x="154" y="100"/>
                    <a:pt x="145" y="179"/>
                  </a:cubicBezTo>
                  <a:cubicBezTo>
                    <a:pt x="136" y="258"/>
                    <a:pt x="106" y="289"/>
                    <a:pt x="106" y="289"/>
                  </a:cubicBezTo>
                  <a:cubicBezTo>
                    <a:pt x="106" y="289"/>
                    <a:pt x="98" y="247"/>
                    <a:pt x="110" y="200"/>
                  </a:cubicBezTo>
                  <a:cubicBezTo>
                    <a:pt x="86" y="210"/>
                    <a:pt x="67" y="226"/>
                    <a:pt x="59" y="270"/>
                  </a:cubicBezTo>
                  <a:cubicBezTo>
                    <a:pt x="49" y="326"/>
                    <a:pt x="63" y="402"/>
                    <a:pt x="73" y="435"/>
                  </a:cubicBezTo>
                  <a:cubicBezTo>
                    <a:pt x="84" y="473"/>
                    <a:pt x="84" y="506"/>
                    <a:pt x="78" y="563"/>
                  </a:cubicBezTo>
                  <a:cubicBezTo>
                    <a:pt x="68" y="492"/>
                    <a:pt x="42" y="476"/>
                    <a:pt x="37" y="398"/>
                  </a:cubicBezTo>
                  <a:cubicBezTo>
                    <a:pt x="0" y="435"/>
                    <a:pt x="20" y="542"/>
                    <a:pt x="56" y="596"/>
                  </a:cubicBezTo>
                  <a:cubicBezTo>
                    <a:pt x="94" y="653"/>
                    <a:pt x="117" y="659"/>
                    <a:pt x="140" y="743"/>
                  </a:cubicBezTo>
                  <a:cubicBezTo>
                    <a:pt x="104" y="692"/>
                    <a:pt x="76" y="687"/>
                    <a:pt x="48" y="627"/>
                  </a:cubicBezTo>
                  <a:cubicBezTo>
                    <a:pt x="27" y="654"/>
                    <a:pt x="46" y="709"/>
                    <a:pt x="103" y="756"/>
                  </a:cubicBezTo>
                  <a:cubicBezTo>
                    <a:pt x="152" y="803"/>
                    <a:pt x="231" y="799"/>
                    <a:pt x="321" y="873"/>
                  </a:cubicBezTo>
                  <a:cubicBezTo>
                    <a:pt x="248" y="830"/>
                    <a:pt x="172" y="830"/>
                    <a:pt x="132" y="805"/>
                  </a:cubicBezTo>
                  <a:cubicBezTo>
                    <a:pt x="125" y="839"/>
                    <a:pt x="171" y="868"/>
                    <a:pt x="249" y="888"/>
                  </a:cubicBezTo>
                  <a:cubicBezTo>
                    <a:pt x="280" y="896"/>
                    <a:pt x="327" y="897"/>
                    <a:pt x="353" y="898"/>
                  </a:cubicBezTo>
                  <a:cubicBezTo>
                    <a:pt x="403" y="899"/>
                    <a:pt x="430" y="909"/>
                    <a:pt x="462" y="915"/>
                  </a:cubicBezTo>
                  <a:cubicBezTo>
                    <a:pt x="475" y="917"/>
                    <a:pt x="490" y="920"/>
                    <a:pt x="506" y="925"/>
                  </a:cubicBezTo>
                  <a:cubicBezTo>
                    <a:pt x="493" y="930"/>
                    <a:pt x="483" y="934"/>
                    <a:pt x="477" y="938"/>
                  </a:cubicBezTo>
                  <a:cubicBezTo>
                    <a:pt x="453" y="951"/>
                    <a:pt x="455" y="951"/>
                    <a:pt x="408" y="982"/>
                  </a:cubicBezTo>
                  <a:cubicBezTo>
                    <a:pt x="450" y="998"/>
                    <a:pt x="450" y="998"/>
                    <a:pt x="450" y="998"/>
                  </a:cubicBezTo>
                  <a:cubicBezTo>
                    <a:pt x="450" y="998"/>
                    <a:pt x="473" y="971"/>
                    <a:pt x="515" y="951"/>
                  </a:cubicBezTo>
                  <a:cubicBezTo>
                    <a:pt x="524" y="946"/>
                    <a:pt x="534" y="942"/>
                    <a:pt x="545" y="938"/>
                  </a:cubicBezTo>
                  <a:cubicBezTo>
                    <a:pt x="555" y="942"/>
                    <a:pt x="565" y="946"/>
                    <a:pt x="574" y="951"/>
                  </a:cubicBezTo>
                  <a:cubicBezTo>
                    <a:pt x="616" y="971"/>
                    <a:pt x="639" y="998"/>
                    <a:pt x="639" y="998"/>
                  </a:cubicBezTo>
                  <a:cubicBezTo>
                    <a:pt x="681" y="982"/>
                    <a:pt x="681" y="982"/>
                    <a:pt x="681" y="982"/>
                  </a:cubicBezTo>
                  <a:cubicBezTo>
                    <a:pt x="635" y="951"/>
                    <a:pt x="636" y="951"/>
                    <a:pt x="613" y="938"/>
                  </a:cubicBezTo>
                  <a:cubicBezTo>
                    <a:pt x="606" y="934"/>
                    <a:pt x="596" y="930"/>
                    <a:pt x="583" y="925"/>
                  </a:cubicBezTo>
                  <a:cubicBezTo>
                    <a:pt x="599" y="920"/>
                    <a:pt x="614" y="917"/>
                    <a:pt x="627" y="915"/>
                  </a:cubicBezTo>
                  <a:cubicBezTo>
                    <a:pt x="659" y="909"/>
                    <a:pt x="686" y="899"/>
                    <a:pt x="736" y="898"/>
                  </a:cubicBezTo>
                  <a:cubicBezTo>
                    <a:pt x="762" y="897"/>
                    <a:pt x="809" y="896"/>
                    <a:pt x="840" y="888"/>
                  </a:cubicBezTo>
                  <a:cubicBezTo>
                    <a:pt x="919" y="868"/>
                    <a:pt x="965" y="839"/>
                    <a:pt x="957" y="805"/>
                  </a:cubicBezTo>
                  <a:cubicBezTo>
                    <a:pt x="917" y="830"/>
                    <a:pt x="841" y="830"/>
                    <a:pt x="768" y="873"/>
                  </a:cubicBezTo>
                  <a:cubicBezTo>
                    <a:pt x="858" y="799"/>
                    <a:pt x="937" y="803"/>
                    <a:pt x="986" y="756"/>
                  </a:cubicBezTo>
                  <a:cubicBezTo>
                    <a:pt x="1043" y="709"/>
                    <a:pt x="1063" y="654"/>
                    <a:pt x="1041" y="627"/>
                  </a:cubicBezTo>
                  <a:cubicBezTo>
                    <a:pt x="1013" y="687"/>
                    <a:pt x="985" y="692"/>
                    <a:pt x="949" y="74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57"/>
            <p:cNvSpPr>
              <a:spLocks noEditPoints="1"/>
            </p:cNvSpPr>
            <p:nvPr/>
          </p:nvSpPr>
          <p:spPr bwMode="auto">
            <a:xfrm>
              <a:off x="-1698625" y="-652463"/>
              <a:ext cx="379413" cy="509588"/>
            </a:xfrm>
            <a:custGeom>
              <a:avLst/>
              <a:gdLst>
                <a:gd name="T0" fmla="*/ 340 w 496"/>
                <a:gd name="T1" fmla="*/ 373 h 667"/>
                <a:gd name="T2" fmla="*/ 396 w 496"/>
                <a:gd name="T3" fmla="*/ 382 h 667"/>
                <a:gd name="T4" fmla="*/ 187 w 496"/>
                <a:gd name="T5" fmla="*/ 323 h 667"/>
                <a:gd name="T6" fmla="*/ 189 w 496"/>
                <a:gd name="T7" fmla="*/ 334 h 667"/>
                <a:gd name="T8" fmla="*/ 193 w 496"/>
                <a:gd name="T9" fmla="*/ 333 h 667"/>
                <a:gd name="T10" fmla="*/ 113 w 496"/>
                <a:gd name="T11" fmla="*/ 331 h 667"/>
                <a:gd name="T12" fmla="*/ 115 w 496"/>
                <a:gd name="T13" fmla="*/ 317 h 667"/>
                <a:gd name="T14" fmla="*/ 121 w 496"/>
                <a:gd name="T15" fmla="*/ 317 h 667"/>
                <a:gd name="T16" fmla="*/ 117 w 496"/>
                <a:gd name="T17" fmla="*/ 326 h 667"/>
                <a:gd name="T18" fmla="*/ 115 w 496"/>
                <a:gd name="T19" fmla="*/ 330 h 667"/>
                <a:gd name="T20" fmla="*/ 348 w 496"/>
                <a:gd name="T21" fmla="*/ 324 h 667"/>
                <a:gd name="T22" fmla="*/ 53 w 496"/>
                <a:gd name="T23" fmla="*/ 363 h 667"/>
                <a:gd name="T24" fmla="*/ 379 w 496"/>
                <a:gd name="T25" fmla="*/ 313 h 667"/>
                <a:gd name="T26" fmla="*/ 306 w 496"/>
                <a:gd name="T27" fmla="*/ 330 h 667"/>
                <a:gd name="T28" fmla="*/ 305 w 496"/>
                <a:gd name="T29" fmla="*/ 315 h 667"/>
                <a:gd name="T30" fmla="*/ 298 w 496"/>
                <a:gd name="T31" fmla="*/ 314 h 667"/>
                <a:gd name="T32" fmla="*/ 276 w 496"/>
                <a:gd name="T33" fmla="*/ 322 h 667"/>
                <a:gd name="T34" fmla="*/ 203 w 496"/>
                <a:gd name="T35" fmla="*/ 319 h 667"/>
                <a:gd name="T36" fmla="*/ 110 w 496"/>
                <a:gd name="T37" fmla="*/ 316 h 667"/>
                <a:gd name="T38" fmla="*/ 106 w 496"/>
                <a:gd name="T39" fmla="*/ 321 h 667"/>
                <a:gd name="T40" fmla="*/ 119 w 496"/>
                <a:gd name="T41" fmla="*/ 335 h 667"/>
                <a:gd name="T42" fmla="*/ 123 w 496"/>
                <a:gd name="T43" fmla="*/ 338 h 667"/>
                <a:gd name="T44" fmla="*/ 151 w 496"/>
                <a:gd name="T45" fmla="*/ 320 h 667"/>
                <a:gd name="T46" fmla="*/ 144 w 496"/>
                <a:gd name="T47" fmla="*/ 326 h 667"/>
                <a:gd name="T48" fmla="*/ 142 w 496"/>
                <a:gd name="T49" fmla="*/ 316 h 667"/>
                <a:gd name="T50" fmla="*/ 139 w 496"/>
                <a:gd name="T51" fmla="*/ 338 h 667"/>
                <a:gd name="T52" fmla="*/ 152 w 496"/>
                <a:gd name="T53" fmla="*/ 330 h 667"/>
                <a:gd name="T54" fmla="*/ 201 w 496"/>
                <a:gd name="T55" fmla="*/ 317 h 667"/>
                <a:gd name="T56" fmla="*/ 197 w 496"/>
                <a:gd name="T57" fmla="*/ 330 h 667"/>
                <a:gd name="T58" fmla="*/ 190 w 496"/>
                <a:gd name="T59" fmla="*/ 322 h 667"/>
                <a:gd name="T60" fmla="*/ 192 w 496"/>
                <a:gd name="T61" fmla="*/ 318 h 667"/>
                <a:gd name="T62" fmla="*/ 183 w 496"/>
                <a:gd name="T63" fmla="*/ 322 h 667"/>
                <a:gd name="T64" fmla="*/ 188 w 496"/>
                <a:gd name="T65" fmla="*/ 336 h 667"/>
                <a:gd name="T66" fmla="*/ 204 w 496"/>
                <a:gd name="T67" fmla="*/ 338 h 667"/>
                <a:gd name="T68" fmla="*/ 219 w 496"/>
                <a:gd name="T69" fmla="*/ 321 h 667"/>
                <a:gd name="T70" fmla="*/ 218 w 496"/>
                <a:gd name="T71" fmla="*/ 338 h 667"/>
                <a:gd name="T72" fmla="*/ 227 w 496"/>
                <a:gd name="T73" fmla="*/ 341 h 667"/>
                <a:gd name="T74" fmla="*/ 270 w 496"/>
                <a:gd name="T75" fmla="*/ 325 h 667"/>
                <a:gd name="T76" fmla="*/ 266 w 496"/>
                <a:gd name="T77" fmla="*/ 318 h 667"/>
                <a:gd name="T78" fmla="*/ 263 w 496"/>
                <a:gd name="T79" fmla="*/ 329 h 667"/>
                <a:gd name="T80" fmla="*/ 263 w 496"/>
                <a:gd name="T81" fmla="*/ 334 h 667"/>
                <a:gd name="T82" fmla="*/ 278 w 496"/>
                <a:gd name="T83" fmla="*/ 333 h 667"/>
                <a:gd name="T84" fmla="*/ 294 w 496"/>
                <a:gd name="T85" fmla="*/ 324 h 667"/>
                <a:gd name="T86" fmla="*/ 291 w 496"/>
                <a:gd name="T87" fmla="*/ 334 h 667"/>
                <a:gd name="T88" fmla="*/ 354 w 496"/>
                <a:gd name="T89" fmla="*/ 325 h 667"/>
                <a:gd name="T90" fmla="*/ 347 w 496"/>
                <a:gd name="T91" fmla="*/ 313 h 667"/>
                <a:gd name="T92" fmla="*/ 341 w 496"/>
                <a:gd name="T93" fmla="*/ 325 h 667"/>
                <a:gd name="T94" fmla="*/ 340 w 496"/>
                <a:gd name="T95" fmla="*/ 336 h 667"/>
                <a:gd name="T96" fmla="*/ 345 w 496"/>
                <a:gd name="T97" fmla="*/ 330 h 667"/>
                <a:gd name="T98" fmla="*/ 355 w 496"/>
                <a:gd name="T99" fmla="*/ 332 h 667"/>
                <a:gd name="T100" fmla="*/ 388 w 496"/>
                <a:gd name="T101" fmla="*/ 321 h 667"/>
                <a:gd name="T102" fmla="*/ 380 w 496"/>
                <a:gd name="T103" fmla="*/ 315 h 667"/>
                <a:gd name="T104" fmla="*/ 375 w 496"/>
                <a:gd name="T105" fmla="*/ 324 h 667"/>
                <a:gd name="T106" fmla="*/ 372 w 496"/>
                <a:gd name="T107" fmla="*/ 333 h 667"/>
                <a:gd name="T108" fmla="*/ 380 w 496"/>
                <a:gd name="T109" fmla="*/ 325 h 667"/>
                <a:gd name="T110" fmla="*/ 386 w 496"/>
                <a:gd name="T111" fmla="*/ 336 h 667"/>
                <a:gd name="T112" fmla="*/ 300 w 496"/>
                <a:gd name="T113" fmla="*/ 327 h 667"/>
                <a:gd name="T114" fmla="*/ 496 w 496"/>
                <a:gd name="T115" fmla="*/ 1 h 667"/>
                <a:gd name="T116" fmla="*/ 43 w 496"/>
                <a:gd name="T117" fmla="*/ 531 h 667"/>
                <a:gd name="T118" fmla="*/ 224 w 496"/>
                <a:gd name="T119" fmla="*/ 553 h 667"/>
                <a:gd name="T120" fmla="*/ 329 w 496"/>
                <a:gd name="T121" fmla="*/ 551 h 667"/>
                <a:gd name="T122" fmla="*/ 477 w 496"/>
                <a:gd name="T123" fmla="*/ 395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6" h="667">
                  <a:moveTo>
                    <a:pt x="224" y="543"/>
                  </a:moveTo>
                  <a:cubicBezTo>
                    <a:pt x="224" y="545"/>
                    <a:pt x="224" y="545"/>
                    <a:pt x="223" y="546"/>
                  </a:cubicBezTo>
                  <a:cubicBezTo>
                    <a:pt x="222" y="548"/>
                    <a:pt x="220" y="550"/>
                    <a:pt x="216" y="550"/>
                  </a:cubicBezTo>
                  <a:cubicBezTo>
                    <a:pt x="212" y="550"/>
                    <a:pt x="209" y="546"/>
                    <a:pt x="209" y="540"/>
                  </a:cubicBezTo>
                  <a:cubicBezTo>
                    <a:pt x="209" y="535"/>
                    <a:pt x="212" y="531"/>
                    <a:pt x="216" y="531"/>
                  </a:cubicBezTo>
                  <a:cubicBezTo>
                    <a:pt x="221" y="531"/>
                    <a:pt x="224" y="536"/>
                    <a:pt x="224" y="543"/>
                  </a:cubicBezTo>
                  <a:close/>
                  <a:moveTo>
                    <a:pt x="58" y="481"/>
                  </a:moveTo>
                  <a:cubicBezTo>
                    <a:pt x="98" y="481"/>
                    <a:pt x="98" y="481"/>
                    <a:pt x="98" y="481"/>
                  </a:cubicBezTo>
                  <a:cubicBezTo>
                    <a:pt x="98" y="469"/>
                    <a:pt x="98" y="469"/>
                    <a:pt x="98" y="469"/>
                  </a:cubicBezTo>
                  <a:cubicBezTo>
                    <a:pt x="58" y="469"/>
                    <a:pt x="58" y="469"/>
                    <a:pt x="58" y="469"/>
                  </a:cubicBezTo>
                  <a:lnTo>
                    <a:pt x="58" y="481"/>
                  </a:lnTo>
                  <a:close/>
                  <a:moveTo>
                    <a:pt x="396" y="481"/>
                  </a:moveTo>
                  <a:cubicBezTo>
                    <a:pt x="436" y="481"/>
                    <a:pt x="436" y="481"/>
                    <a:pt x="436" y="481"/>
                  </a:cubicBezTo>
                  <a:cubicBezTo>
                    <a:pt x="436" y="469"/>
                    <a:pt x="436" y="469"/>
                    <a:pt x="436" y="469"/>
                  </a:cubicBezTo>
                  <a:cubicBezTo>
                    <a:pt x="396" y="469"/>
                    <a:pt x="396" y="469"/>
                    <a:pt x="396" y="469"/>
                  </a:cubicBezTo>
                  <a:lnTo>
                    <a:pt x="396" y="481"/>
                  </a:lnTo>
                  <a:close/>
                  <a:moveTo>
                    <a:pt x="157" y="481"/>
                  </a:moveTo>
                  <a:cubicBezTo>
                    <a:pt x="198" y="481"/>
                    <a:pt x="198" y="481"/>
                    <a:pt x="198" y="481"/>
                  </a:cubicBezTo>
                  <a:cubicBezTo>
                    <a:pt x="198" y="469"/>
                    <a:pt x="198" y="469"/>
                    <a:pt x="198" y="469"/>
                  </a:cubicBezTo>
                  <a:cubicBezTo>
                    <a:pt x="157" y="469"/>
                    <a:pt x="157" y="469"/>
                    <a:pt x="157" y="469"/>
                  </a:cubicBezTo>
                  <a:lnTo>
                    <a:pt x="157" y="481"/>
                  </a:lnTo>
                  <a:close/>
                  <a:moveTo>
                    <a:pt x="299" y="481"/>
                  </a:moveTo>
                  <a:cubicBezTo>
                    <a:pt x="340" y="481"/>
                    <a:pt x="340" y="481"/>
                    <a:pt x="340" y="481"/>
                  </a:cubicBezTo>
                  <a:cubicBezTo>
                    <a:pt x="340" y="469"/>
                    <a:pt x="340" y="469"/>
                    <a:pt x="340" y="469"/>
                  </a:cubicBezTo>
                  <a:cubicBezTo>
                    <a:pt x="299" y="469"/>
                    <a:pt x="299" y="469"/>
                    <a:pt x="299" y="469"/>
                  </a:cubicBezTo>
                  <a:lnTo>
                    <a:pt x="299" y="481"/>
                  </a:lnTo>
                  <a:close/>
                  <a:moveTo>
                    <a:pt x="435" y="365"/>
                  </a:moveTo>
                  <a:cubicBezTo>
                    <a:pt x="397" y="365"/>
                    <a:pt x="397" y="365"/>
                    <a:pt x="397" y="365"/>
                  </a:cubicBezTo>
                  <a:cubicBezTo>
                    <a:pt x="397" y="373"/>
                    <a:pt x="397" y="373"/>
                    <a:pt x="397" y="373"/>
                  </a:cubicBezTo>
                  <a:cubicBezTo>
                    <a:pt x="396" y="373"/>
                    <a:pt x="396" y="373"/>
                    <a:pt x="396" y="373"/>
                  </a:cubicBezTo>
                  <a:cubicBezTo>
                    <a:pt x="396" y="365"/>
                    <a:pt x="396" y="365"/>
                    <a:pt x="396" y="365"/>
                  </a:cubicBezTo>
                  <a:cubicBezTo>
                    <a:pt x="340" y="365"/>
                    <a:pt x="340" y="365"/>
                    <a:pt x="340" y="365"/>
                  </a:cubicBezTo>
                  <a:cubicBezTo>
                    <a:pt x="340" y="373"/>
                    <a:pt x="340" y="373"/>
                    <a:pt x="340" y="373"/>
                  </a:cubicBezTo>
                  <a:cubicBezTo>
                    <a:pt x="338" y="373"/>
                    <a:pt x="338" y="373"/>
                    <a:pt x="338" y="373"/>
                  </a:cubicBezTo>
                  <a:cubicBezTo>
                    <a:pt x="338" y="365"/>
                    <a:pt x="338" y="365"/>
                    <a:pt x="338" y="365"/>
                  </a:cubicBezTo>
                  <a:cubicBezTo>
                    <a:pt x="301" y="365"/>
                    <a:pt x="301" y="365"/>
                    <a:pt x="301" y="365"/>
                  </a:cubicBezTo>
                  <a:cubicBezTo>
                    <a:pt x="301" y="373"/>
                    <a:pt x="301" y="373"/>
                    <a:pt x="301" y="373"/>
                  </a:cubicBezTo>
                  <a:cubicBezTo>
                    <a:pt x="299" y="373"/>
                    <a:pt x="299" y="373"/>
                    <a:pt x="299" y="373"/>
                  </a:cubicBezTo>
                  <a:cubicBezTo>
                    <a:pt x="299" y="365"/>
                    <a:pt x="299" y="365"/>
                    <a:pt x="299" y="365"/>
                  </a:cubicBezTo>
                  <a:cubicBezTo>
                    <a:pt x="198" y="365"/>
                    <a:pt x="198" y="365"/>
                    <a:pt x="198" y="365"/>
                  </a:cubicBezTo>
                  <a:cubicBezTo>
                    <a:pt x="198" y="373"/>
                    <a:pt x="198" y="373"/>
                    <a:pt x="198" y="373"/>
                  </a:cubicBezTo>
                  <a:cubicBezTo>
                    <a:pt x="196" y="373"/>
                    <a:pt x="196" y="373"/>
                    <a:pt x="196" y="373"/>
                  </a:cubicBezTo>
                  <a:cubicBezTo>
                    <a:pt x="196" y="365"/>
                    <a:pt x="196" y="365"/>
                    <a:pt x="196" y="365"/>
                  </a:cubicBezTo>
                  <a:cubicBezTo>
                    <a:pt x="159" y="365"/>
                    <a:pt x="159" y="365"/>
                    <a:pt x="159" y="365"/>
                  </a:cubicBezTo>
                  <a:cubicBezTo>
                    <a:pt x="159" y="373"/>
                    <a:pt x="159" y="373"/>
                    <a:pt x="159" y="373"/>
                  </a:cubicBezTo>
                  <a:cubicBezTo>
                    <a:pt x="157" y="373"/>
                    <a:pt x="157" y="373"/>
                    <a:pt x="157" y="373"/>
                  </a:cubicBezTo>
                  <a:cubicBezTo>
                    <a:pt x="157" y="365"/>
                    <a:pt x="157" y="365"/>
                    <a:pt x="157" y="365"/>
                  </a:cubicBezTo>
                  <a:cubicBezTo>
                    <a:pt x="98" y="365"/>
                    <a:pt x="98" y="365"/>
                    <a:pt x="98" y="365"/>
                  </a:cubicBezTo>
                  <a:cubicBezTo>
                    <a:pt x="98" y="373"/>
                    <a:pt x="98" y="373"/>
                    <a:pt x="98" y="373"/>
                  </a:cubicBezTo>
                  <a:cubicBezTo>
                    <a:pt x="97" y="373"/>
                    <a:pt x="97" y="373"/>
                    <a:pt x="97" y="373"/>
                  </a:cubicBezTo>
                  <a:cubicBezTo>
                    <a:pt x="97" y="365"/>
                    <a:pt x="97" y="365"/>
                    <a:pt x="97" y="365"/>
                  </a:cubicBezTo>
                  <a:cubicBezTo>
                    <a:pt x="59" y="365"/>
                    <a:pt x="59" y="365"/>
                    <a:pt x="59" y="365"/>
                  </a:cubicBezTo>
                  <a:cubicBezTo>
                    <a:pt x="59" y="373"/>
                    <a:pt x="59" y="373"/>
                    <a:pt x="59" y="373"/>
                  </a:cubicBezTo>
                  <a:cubicBezTo>
                    <a:pt x="58" y="373"/>
                    <a:pt x="58" y="373"/>
                    <a:pt x="58" y="373"/>
                  </a:cubicBezTo>
                  <a:cubicBezTo>
                    <a:pt x="58" y="467"/>
                    <a:pt x="58" y="467"/>
                    <a:pt x="58" y="467"/>
                  </a:cubicBezTo>
                  <a:cubicBezTo>
                    <a:pt x="98" y="467"/>
                    <a:pt x="98" y="467"/>
                    <a:pt x="98" y="467"/>
                  </a:cubicBezTo>
                  <a:cubicBezTo>
                    <a:pt x="98" y="382"/>
                    <a:pt x="98" y="382"/>
                    <a:pt x="98" y="382"/>
                  </a:cubicBezTo>
                  <a:cubicBezTo>
                    <a:pt x="157" y="382"/>
                    <a:pt x="157" y="382"/>
                    <a:pt x="157" y="382"/>
                  </a:cubicBezTo>
                  <a:cubicBezTo>
                    <a:pt x="157" y="467"/>
                    <a:pt x="157" y="467"/>
                    <a:pt x="157" y="467"/>
                  </a:cubicBezTo>
                  <a:cubicBezTo>
                    <a:pt x="198" y="467"/>
                    <a:pt x="198" y="467"/>
                    <a:pt x="198" y="467"/>
                  </a:cubicBezTo>
                  <a:cubicBezTo>
                    <a:pt x="198" y="382"/>
                    <a:pt x="198" y="382"/>
                    <a:pt x="198" y="382"/>
                  </a:cubicBezTo>
                  <a:cubicBezTo>
                    <a:pt x="299" y="382"/>
                    <a:pt x="299" y="382"/>
                    <a:pt x="299" y="382"/>
                  </a:cubicBezTo>
                  <a:cubicBezTo>
                    <a:pt x="299" y="467"/>
                    <a:pt x="299" y="467"/>
                    <a:pt x="299" y="467"/>
                  </a:cubicBezTo>
                  <a:cubicBezTo>
                    <a:pt x="340" y="467"/>
                    <a:pt x="340" y="467"/>
                    <a:pt x="340" y="467"/>
                  </a:cubicBezTo>
                  <a:cubicBezTo>
                    <a:pt x="340" y="382"/>
                    <a:pt x="340" y="382"/>
                    <a:pt x="340" y="382"/>
                  </a:cubicBezTo>
                  <a:cubicBezTo>
                    <a:pt x="396" y="382"/>
                    <a:pt x="396" y="382"/>
                    <a:pt x="396" y="382"/>
                  </a:cubicBezTo>
                  <a:cubicBezTo>
                    <a:pt x="396" y="467"/>
                    <a:pt x="396" y="467"/>
                    <a:pt x="396" y="467"/>
                  </a:cubicBezTo>
                  <a:cubicBezTo>
                    <a:pt x="436" y="467"/>
                    <a:pt x="436" y="467"/>
                    <a:pt x="436" y="467"/>
                  </a:cubicBezTo>
                  <a:cubicBezTo>
                    <a:pt x="436" y="373"/>
                    <a:pt x="436" y="373"/>
                    <a:pt x="436" y="373"/>
                  </a:cubicBezTo>
                  <a:cubicBezTo>
                    <a:pt x="435" y="373"/>
                    <a:pt x="435" y="373"/>
                    <a:pt x="435" y="373"/>
                  </a:cubicBezTo>
                  <a:lnTo>
                    <a:pt x="435" y="365"/>
                  </a:lnTo>
                  <a:close/>
                  <a:moveTo>
                    <a:pt x="188" y="327"/>
                  </a:moveTo>
                  <a:cubicBezTo>
                    <a:pt x="188" y="327"/>
                    <a:pt x="188" y="326"/>
                    <a:pt x="188" y="326"/>
                  </a:cubicBezTo>
                  <a:cubicBezTo>
                    <a:pt x="189" y="326"/>
                    <a:pt x="189" y="326"/>
                    <a:pt x="189" y="326"/>
                  </a:cubicBezTo>
                  <a:cubicBezTo>
                    <a:pt x="189" y="326"/>
                    <a:pt x="189" y="326"/>
                    <a:pt x="189" y="326"/>
                  </a:cubicBezTo>
                  <a:cubicBezTo>
                    <a:pt x="189" y="326"/>
                    <a:pt x="189" y="326"/>
                    <a:pt x="189" y="326"/>
                  </a:cubicBezTo>
                  <a:cubicBezTo>
                    <a:pt x="188" y="326"/>
                    <a:pt x="188" y="326"/>
                    <a:pt x="188" y="326"/>
                  </a:cubicBezTo>
                  <a:cubicBezTo>
                    <a:pt x="188" y="326"/>
                    <a:pt x="188" y="326"/>
                    <a:pt x="188" y="326"/>
                  </a:cubicBezTo>
                  <a:cubicBezTo>
                    <a:pt x="188" y="326"/>
                    <a:pt x="187" y="326"/>
                    <a:pt x="187" y="326"/>
                  </a:cubicBezTo>
                  <a:cubicBezTo>
                    <a:pt x="187" y="326"/>
                    <a:pt x="187" y="326"/>
                    <a:pt x="186" y="326"/>
                  </a:cubicBezTo>
                  <a:cubicBezTo>
                    <a:pt x="186" y="326"/>
                    <a:pt x="186" y="326"/>
                    <a:pt x="186" y="327"/>
                  </a:cubicBezTo>
                  <a:cubicBezTo>
                    <a:pt x="186" y="327"/>
                    <a:pt x="186" y="327"/>
                    <a:pt x="186" y="327"/>
                  </a:cubicBezTo>
                  <a:cubicBezTo>
                    <a:pt x="186" y="327"/>
                    <a:pt x="186" y="327"/>
                    <a:pt x="186" y="327"/>
                  </a:cubicBezTo>
                  <a:cubicBezTo>
                    <a:pt x="187" y="327"/>
                    <a:pt x="187" y="327"/>
                    <a:pt x="187" y="327"/>
                  </a:cubicBezTo>
                  <a:cubicBezTo>
                    <a:pt x="187" y="327"/>
                    <a:pt x="188" y="327"/>
                    <a:pt x="188" y="327"/>
                  </a:cubicBezTo>
                  <a:close/>
                  <a:moveTo>
                    <a:pt x="186" y="328"/>
                  </a:moveTo>
                  <a:cubicBezTo>
                    <a:pt x="186" y="328"/>
                    <a:pt x="186" y="328"/>
                    <a:pt x="186" y="329"/>
                  </a:cubicBezTo>
                  <a:cubicBezTo>
                    <a:pt x="186" y="329"/>
                    <a:pt x="186" y="329"/>
                    <a:pt x="186" y="329"/>
                  </a:cubicBezTo>
                  <a:cubicBezTo>
                    <a:pt x="186" y="329"/>
                    <a:pt x="186" y="329"/>
                    <a:pt x="186" y="329"/>
                  </a:cubicBezTo>
                  <a:cubicBezTo>
                    <a:pt x="186" y="329"/>
                    <a:pt x="186" y="329"/>
                    <a:pt x="186" y="328"/>
                  </a:cubicBezTo>
                  <a:cubicBezTo>
                    <a:pt x="186" y="328"/>
                    <a:pt x="186" y="328"/>
                    <a:pt x="186" y="328"/>
                  </a:cubicBezTo>
                  <a:cubicBezTo>
                    <a:pt x="186" y="328"/>
                    <a:pt x="186" y="328"/>
                    <a:pt x="186" y="328"/>
                  </a:cubicBezTo>
                  <a:close/>
                  <a:moveTo>
                    <a:pt x="188" y="324"/>
                  </a:moveTo>
                  <a:cubicBezTo>
                    <a:pt x="188" y="324"/>
                    <a:pt x="188" y="324"/>
                    <a:pt x="189" y="324"/>
                  </a:cubicBezTo>
                  <a:cubicBezTo>
                    <a:pt x="189" y="324"/>
                    <a:pt x="189" y="323"/>
                    <a:pt x="189" y="323"/>
                  </a:cubicBezTo>
                  <a:cubicBezTo>
                    <a:pt x="189" y="323"/>
                    <a:pt x="189" y="323"/>
                    <a:pt x="189" y="323"/>
                  </a:cubicBezTo>
                  <a:cubicBezTo>
                    <a:pt x="189" y="323"/>
                    <a:pt x="189" y="323"/>
                    <a:pt x="189" y="323"/>
                  </a:cubicBezTo>
                  <a:cubicBezTo>
                    <a:pt x="189" y="323"/>
                    <a:pt x="188" y="323"/>
                    <a:pt x="188" y="323"/>
                  </a:cubicBezTo>
                  <a:cubicBezTo>
                    <a:pt x="188" y="323"/>
                    <a:pt x="188" y="323"/>
                    <a:pt x="187" y="323"/>
                  </a:cubicBezTo>
                  <a:cubicBezTo>
                    <a:pt x="187" y="323"/>
                    <a:pt x="187" y="323"/>
                    <a:pt x="187" y="323"/>
                  </a:cubicBezTo>
                  <a:cubicBezTo>
                    <a:pt x="186" y="323"/>
                    <a:pt x="186" y="324"/>
                    <a:pt x="187" y="324"/>
                  </a:cubicBezTo>
                  <a:cubicBezTo>
                    <a:pt x="187" y="324"/>
                    <a:pt x="187" y="324"/>
                    <a:pt x="187" y="324"/>
                  </a:cubicBezTo>
                  <a:cubicBezTo>
                    <a:pt x="187" y="324"/>
                    <a:pt x="187" y="324"/>
                    <a:pt x="188" y="324"/>
                  </a:cubicBezTo>
                  <a:close/>
                  <a:moveTo>
                    <a:pt x="191" y="330"/>
                  </a:moveTo>
                  <a:cubicBezTo>
                    <a:pt x="190" y="330"/>
                    <a:pt x="190" y="330"/>
                    <a:pt x="190" y="331"/>
                  </a:cubicBezTo>
                  <a:cubicBezTo>
                    <a:pt x="189" y="331"/>
                    <a:pt x="189" y="331"/>
                    <a:pt x="190" y="331"/>
                  </a:cubicBezTo>
                  <a:cubicBezTo>
                    <a:pt x="190" y="332"/>
                    <a:pt x="190" y="332"/>
                    <a:pt x="190" y="332"/>
                  </a:cubicBezTo>
                  <a:cubicBezTo>
                    <a:pt x="190" y="332"/>
                    <a:pt x="190" y="332"/>
                    <a:pt x="190" y="332"/>
                  </a:cubicBezTo>
                  <a:cubicBezTo>
                    <a:pt x="191" y="331"/>
                    <a:pt x="191" y="331"/>
                    <a:pt x="191" y="331"/>
                  </a:cubicBezTo>
                  <a:cubicBezTo>
                    <a:pt x="191" y="331"/>
                    <a:pt x="191" y="331"/>
                    <a:pt x="191" y="331"/>
                  </a:cubicBezTo>
                  <a:cubicBezTo>
                    <a:pt x="191" y="330"/>
                    <a:pt x="191" y="330"/>
                    <a:pt x="191" y="330"/>
                  </a:cubicBezTo>
                  <a:close/>
                  <a:moveTo>
                    <a:pt x="193" y="330"/>
                  </a:moveTo>
                  <a:cubicBezTo>
                    <a:pt x="193" y="330"/>
                    <a:pt x="193" y="330"/>
                    <a:pt x="193" y="331"/>
                  </a:cubicBezTo>
                  <a:cubicBezTo>
                    <a:pt x="193" y="331"/>
                    <a:pt x="193" y="331"/>
                    <a:pt x="192" y="331"/>
                  </a:cubicBezTo>
                  <a:cubicBezTo>
                    <a:pt x="192" y="331"/>
                    <a:pt x="192" y="331"/>
                    <a:pt x="192" y="331"/>
                  </a:cubicBezTo>
                  <a:cubicBezTo>
                    <a:pt x="192" y="332"/>
                    <a:pt x="192" y="332"/>
                    <a:pt x="192" y="332"/>
                  </a:cubicBezTo>
                  <a:cubicBezTo>
                    <a:pt x="193" y="332"/>
                    <a:pt x="193" y="332"/>
                    <a:pt x="194" y="332"/>
                  </a:cubicBezTo>
                  <a:cubicBezTo>
                    <a:pt x="194" y="332"/>
                    <a:pt x="195" y="331"/>
                    <a:pt x="194" y="331"/>
                  </a:cubicBezTo>
                  <a:cubicBezTo>
                    <a:pt x="194" y="331"/>
                    <a:pt x="194" y="331"/>
                    <a:pt x="194" y="331"/>
                  </a:cubicBezTo>
                  <a:cubicBezTo>
                    <a:pt x="194" y="330"/>
                    <a:pt x="194" y="330"/>
                    <a:pt x="193" y="330"/>
                  </a:cubicBezTo>
                  <a:cubicBezTo>
                    <a:pt x="193" y="330"/>
                    <a:pt x="193" y="330"/>
                    <a:pt x="193" y="330"/>
                  </a:cubicBezTo>
                  <a:close/>
                  <a:moveTo>
                    <a:pt x="189" y="334"/>
                  </a:moveTo>
                  <a:cubicBezTo>
                    <a:pt x="188" y="334"/>
                    <a:pt x="188" y="335"/>
                    <a:pt x="187" y="335"/>
                  </a:cubicBezTo>
                  <a:cubicBezTo>
                    <a:pt x="187" y="335"/>
                    <a:pt x="187" y="335"/>
                    <a:pt x="187" y="335"/>
                  </a:cubicBezTo>
                  <a:cubicBezTo>
                    <a:pt x="187" y="335"/>
                    <a:pt x="187" y="335"/>
                    <a:pt x="187" y="336"/>
                  </a:cubicBezTo>
                  <a:cubicBezTo>
                    <a:pt x="187" y="336"/>
                    <a:pt x="187" y="336"/>
                    <a:pt x="187" y="336"/>
                  </a:cubicBezTo>
                  <a:cubicBezTo>
                    <a:pt x="188" y="336"/>
                    <a:pt x="188" y="336"/>
                    <a:pt x="188" y="336"/>
                  </a:cubicBezTo>
                  <a:cubicBezTo>
                    <a:pt x="188" y="335"/>
                    <a:pt x="189" y="335"/>
                    <a:pt x="189" y="335"/>
                  </a:cubicBezTo>
                  <a:cubicBezTo>
                    <a:pt x="189" y="335"/>
                    <a:pt x="189" y="335"/>
                    <a:pt x="189" y="335"/>
                  </a:cubicBezTo>
                  <a:cubicBezTo>
                    <a:pt x="190" y="335"/>
                    <a:pt x="190" y="335"/>
                    <a:pt x="190" y="335"/>
                  </a:cubicBezTo>
                  <a:cubicBezTo>
                    <a:pt x="190" y="335"/>
                    <a:pt x="190" y="335"/>
                    <a:pt x="190" y="335"/>
                  </a:cubicBezTo>
                  <a:cubicBezTo>
                    <a:pt x="189" y="334"/>
                    <a:pt x="189" y="334"/>
                    <a:pt x="189" y="334"/>
                  </a:cubicBezTo>
                  <a:close/>
                  <a:moveTo>
                    <a:pt x="149" y="333"/>
                  </a:moveTo>
                  <a:cubicBezTo>
                    <a:pt x="149" y="333"/>
                    <a:pt x="148" y="333"/>
                    <a:pt x="148" y="333"/>
                  </a:cubicBezTo>
                  <a:cubicBezTo>
                    <a:pt x="148" y="333"/>
                    <a:pt x="148" y="333"/>
                    <a:pt x="148" y="333"/>
                  </a:cubicBezTo>
                  <a:cubicBezTo>
                    <a:pt x="147" y="333"/>
                    <a:pt x="146" y="333"/>
                    <a:pt x="146" y="332"/>
                  </a:cubicBezTo>
                  <a:cubicBezTo>
                    <a:pt x="146" y="332"/>
                    <a:pt x="146" y="332"/>
                    <a:pt x="146" y="332"/>
                  </a:cubicBezTo>
                  <a:cubicBezTo>
                    <a:pt x="146" y="331"/>
                    <a:pt x="146" y="331"/>
                    <a:pt x="146" y="331"/>
                  </a:cubicBezTo>
                  <a:cubicBezTo>
                    <a:pt x="147" y="331"/>
                    <a:pt x="147" y="331"/>
                    <a:pt x="147" y="330"/>
                  </a:cubicBezTo>
                  <a:cubicBezTo>
                    <a:pt x="147" y="330"/>
                    <a:pt x="148" y="330"/>
                    <a:pt x="148" y="330"/>
                  </a:cubicBezTo>
                  <a:cubicBezTo>
                    <a:pt x="148" y="330"/>
                    <a:pt x="148" y="330"/>
                    <a:pt x="148" y="330"/>
                  </a:cubicBezTo>
                  <a:cubicBezTo>
                    <a:pt x="148" y="329"/>
                    <a:pt x="148" y="329"/>
                    <a:pt x="148" y="329"/>
                  </a:cubicBezTo>
                  <a:cubicBezTo>
                    <a:pt x="148" y="329"/>
                    <a:pt x="147" y="329"/>
                    <a:pt x="147" y="329"/>
                  </a:cubicBezTo>
                  <a:cubicBezTo>
                    <a:pt x="147" y="329"/>
                    <a:pt x="147" y="329"/>
                    <a:pt x="147" y="329"/>
                  </a:cubicBezTo>
                  <a:cubicBezTo>
                    <a:pt x="146" y="329"/>
                    <a:pt x="146" y="329"/>
                    <a:pt x="146" y="329"/>
                  </a:cubicBezTo>
                  <a:cubicBezTo>
                    <a:pt x="146" y="329"/>
                    <a:pt x="145" y="329"/>
                    <a:pt x="145" y="329"/>
                  </a:cubicBezTo>
                  <a:cubicBezTo>
                    <a:pt x="145" y="329"/>
                    <a:pt x="145" y="329"/>
                    <a:pt x="145" y="330"/>
                  </a:cubicBezTo>
                  <a:cubicBezTo>
                    <a:pt x="144" y="330"/>
                    <a:pt x="144" y="330"/>
                    <a:pt x="144" y="331"/>
                  </a:cubicBezTo>
                  <a:cubicBezTo>
                    <a:pt x="144" y="331"/>
                    <a:pt x="144" y="331"/>
                    <a:pt x="144" y="331"/>
                  </a:cubicBezTo>
                  <a:cubicBezTo>
                    <a:pt x="144" y="332"/>
                    <a:pt x="144" y="332"/>
                    <a:pt x="145" y="332"/>
                  </a:cubicBezTo>
                  <a:cubicBezTo>
                    <a:pt x="145" y="332"/>
                    <a:pt x="145" y="332"/>
                    <a:pt x="145" y="333"/>
                  </a:cubicBezTo>
                  <a:cubicBezTo>
                    <a:pt x="145" y="333"/>
                    <a:pt x="146" y="333"/>
                    <a:pt x="146" y="334"/>
                  </a:cubicBezTo>
                  <a:cubicBezTo>
                    <a:pt x="146" y="334"/>
                    <a:pt x="146" y="334"/>
                    <a:pt x="146" y="335"/>
                  </a:cubicBezTo>
                  <a:cubicBezTo>
                    <a:pt x="146" y="335"/>
                    <a:pt x="147" y="336"/>
                    <a:pt x="147" y="336"/>
                  </a:cubicBezTo>
                  <a:cubicBezTo>
                    <a:pt x="147" y="336"/>
                    <a:pt x="148" y="335"/>
                    <a:pt x="148" y="335"/>
                  </a:cubicBezTo>
                  <a:cubicBezTo>
                    <a:pt x="148" y="335"/>
                    <a:pt x="149" y="335"/>
                    <a:pt x="150" y="336"/>
                  </a:cubicBezTo>
                  <a:cubicBezTo>
                    <a:pt x="150" y="336"/>
                    <a:pt x="151" y="335"/>
                    <a:pt x="151" y="335"/>
                  </a:cubicBezTo>
                  <a:cubicBezTo>
                    <a:pt x="151" y="335"/>
                    <a:pt x="152" y="335"/>
                    <a:pt x="152" y="334"/>
                  </a:cubicBezTo>
                  <a:cubicBezTo>
                    <a:pt x="152" y="334"/>
                    <a:pt x="152" y="334"/>
                    <a:pt x="152" y="333"/>
                  </a:cubicBezTo>
                  <a:cubicBezTo>
                    <a:pt x="152" y="333"/>
                    <a:pt x="152" y="333"/>
                    <a:pt x="152" y="333"/>
                  </a:cubicBezTo>
                  <a:cubicBezTo>
                    <a:pt x="152" y="333"/>
                    <a:pt x="152" y="333"/>
                    <a:pt x="152" y="333"/>
                  </a:cubicBezTo>
                  <a:cubicBezTo>
                    <a:pt x="152" y="333"/>
                    <a:pt x="152" y="333"/>
                    <a:pt x="152" y="333"/>
                  </a:cubicBezTo>
                  <a:cubicBezTo>
                    <a:pt x="151" y="333"/>
                    <a:pt x="150" y="333"/>
                    <a:pt x="149" y="333"/>
                  </a:cubicBezTo>
                  <a:cubicBezTo>
                    <a:pt x="149" y="333"/>
                    <a:pt x="149" y="333"/>
                    <a:pt x="149" y="333"/>
                  </a:cubicBezTo>
                  <a:close/>
                  <a:moveTo>
                    <a:pt x="193" y="333"/>
                  </a:moveTo>
                  <a:cubicBezTo>
                    <a:pt x="193" y="333"/>
                    <a:pt x="192" y="333"/>
                    <a:pt x="192" y="333"/>
                  </a:cubicBezTo>
                  <a:cubicBezTo>
                    <a:pt x="192" y="334"/>
                    <a:pt x="191" y="334"/>
                    <a:pt x="191" y="334"/>
                  </a:cubicBezTo>
                  <a:cubicBezTo>
                    <a:pt x="191" y="335"/>
                    <a:pt x="191" y="335"/>
                    <a:pt x="191" y="335"/>
                  </a:cubicBezTo>
                  <a:cubicBezTo>
                    <a:pt x="192" y="335"/>
                    <a:pt x="192" y="335"/>
                    <a:pt x="192" y="335"/>
                  </a:cubicBezTo>
                  <a:cubicBezTo>
                    <a:pt x="192" y="335"/>
                    <a:pt x="192" y="335"/>
                    <a:pt x="193" y="335"/>
                  </a:cubicBezTo>
                  <a:cubicBezTo>
                    <a:pt x="193" y="335"/>
                    <a:pt x="193" y="335"/>
                    <a:pt x="193" y="335"/>
                  </a:cubicBezTo>
                  <a:cubicBezTo>
                    <a:pt x="194" y="335"/>
                    <a:pt x="194" y="335"/>
                    <a:pt x="194" y="334"/>
                  </a:cubicBezTo>
                  <a:cubicBezTo>
                    <a:pt x="194" y="334"/>
                    <a:pt x="194" y="334"/>
                    <a:pt x="194" y="334"/>
                  </a:cubicBezTo>
                  <a:cubicBezTo>
                    <a:pt x="194" y="334"/>
                    <a:pt x="194" y="333"/>
                    <a:pt x="194" y="333"/>
                  </a:cubicBezTo>
                  <a:cubicBezTo>
                    <a:pt x="194" y="333"/>
                    <a:pt x="193" y="333"/>
                    <a:pt x="193" y="333"/>
                  </a:cubicBezTo>
                  <a:close/>
                  <a:moveTo>
                    <a:pt x="111" y="326"/>
                  </a:moveTo>
                  <a:cubicBezTo>
                    <a:pt x="111" y="326"/>
                    <a:pt x="111" y="326"/>
                    <a:pt x="112" y="325"/>
                  </a:cubicBezTo>
                  <a:cubicBezTo>
                    <a:pt x="112" y="325"/>
                    <a:pt x="112" y="325"/>
                    <a:pt x="113" y="325"/>
                  </a:cubicBezTo>
                  <a:cubicBezTo>
                    <a:pt x="113" y="325"/>
                    <a:pt x="113" y="325"/>
                    <a:pt x="113" y="325"/>
                  </a:cubicBezTo>
                  <a:cubicBezTo>
                    <a:pt x="113" y="325"/>
                    <a:pt x="113" y="325"/>
                    <a:pt x="113" y="324"/>
                  </a:cubicBezTo>
                  <a:cubicBezTo>
                    <a:pt x="113" y="324"/>
                    <a:pt x="113" y="324"/>
                    <a:pt x="113" y="324"/>
                  </a:cubicBezTo>
                  <a:cubicBezTo>
                    <a:pt x="112" y="324"/>
                    <a:pt x="112" y="324"/>
                    <a:pt x="112" y="324"/>
                  </a:cubicBezTo>
                  <a:cubicBezTo>
                    <a:pt x="111" y="324"/>
                    <a:pt x="111" y="324"/>
                    <a:pt x="111" y="324"/>
                  </a:cubicBezTo>
                  <a:cubicBezTo>
                    <a:pt x="111" y="324"/>
                    <a:pt x="110" y="325"/>
                    <a:pt x="110" y="325"/>
                  </a:cubicBezTo>
                  <a:cubicBezTo>
                    <a:pt x="110" y="325"/>
                    <a:pt x="110" y="325"/>
                    <a:pt x="110" y="325"/>
                  </a:cubicBezTo>
                  <a:cubicBezTo>
                    <a:pt x="109" y="325"/>
                    <a:pt x="109" y="325"/>
                    <a:pt x="109" y="325"/>
                  </a:cubicBezTo>
                  <a:cubicBezTo>
                    <a:pt x="109" y="326"/>
                    <a:pt x="110" y="326"/>
                    <a:pt x="110" y="326"/>
                  </a:cubicBezTo>
                  <a:cubicBezTo>
                    <a:pt x="110" y="326"/>
                    <a:pt x="110" y="326"/>
                    <a:pt x="111" y="326"/>
                  </a:cubicBezTo>
                  <a:close/>
                  <a:moveTo>
                    <a:pt x="107" y="329"/>
                  </a:moveTo>
                  <a:cubicBezTo>
                    <a:pt x="107" y="330"/>
                    <a:pt x="107" y="331"/>
                    <a:pt x="107" y="331"/>
                  </a:cubicBezTo>
                  <a:cubicBezTo>
                    <a:pt x="107" y="332"/>
                    <a:pt x="107" y="332"/>
                    <a:pt x="108" y="332"/>
                  </a:cubicBezTo>
                  <a:cubicBezTo>
                    <a:pt x="108" y="332"/>
                    <a:pt x="108" y="332"/>
                    <a:pt x="108" y="332"/>
                  </a:cubicBezTo>
                  <a:cubicBezTo>
                    <a:pt x="108" y="332"/>
                    <a:pt x="108" y="332"/>
                    <a:pt x="109" y="332"/>
                  </a:cubicBezTo>
                  <a:cubicBezTo>
                    <a:pt x="109" y="332"/>
                    <a:pt x="110" y="332"/>
                    <a:pt x="110" y="332"/>
                  </a:cubicBezTo>
                  <a:cubicBezTo>
                    <a:pt x="111" y="332"/>
                    <a:pt x="111" y="332"/>
                    <a:pt x="111" y="332"/>
                  </a:cubicBezTo>
                  <a:cubicBezTo>
                    <a:pt x="111" y="332"/>
                    <a:pt x="112" y="331"/>
                    <a:pt x="112" y="331"/>
                  </a:cubicBezTo>
                  <a:cubicBezTo>
                    <a:pt x="112" y="331"/>
                    <a:pt x="112" y="331"/>
                    <a:pt x="113" y="331"/>
                  </a:cubicBezTo>
                  <a:cubicBezTo>
                    <a:pt x="113" y="331"/>
                    <a:pt x="113" y="331"/>
                    <a:pt x="113" y="331"/>
                  </a:cubicBezTo>
                  <a:cubicBezTo>
                    <a:pt x="112" y="331"/>
                    <a:pt x="112" y="331"/>
                    <a:pt x="112" y="331"/>
                  </a:cubicBezTo>
                  <a:cubicBezTo>
                    <a:pt x="112" y="330"/>
                    <a:pt x="112" y="330"/>
                    <a:pt x="111" y="331"/>
                  </a:cubicBezTo>
                  <a:cubicBezTo>
                    <a:pt x="111" y="331"/>
                    <a:pt x="111" y="331"/>
                    <a:pt x="111" y="331"/>
                  </a:cubicBezTo>
                  <a:cubicBezTo>
                    <a:pt x="110" y="331"/>
                    <a:pt x="110" y="331"/>
                    <a:pt x="110" y="331"/>
                  </a:cubicBezTo>
                  <a:cubicBezTo>
                    <a:pt x="110" y="331"/>
                    <a:pt x="110" y="331"/>
                    <a:pt x="109" y="331"/>
                  </a:cubicBezTo>
                  <a:cubicBezTo>
                    <a:pt x="109" y="330"/>
                    <a:pt x="109" y="330"/>
                    <a:pt x="109" y="330"/>
                  </a:cubicBezTo>
                  <a:cubicBezTo>
                    <a:pt x="108" y="330"/>
                    <a:pt x="108" y="329"/>
                    <a:pt x="108" y="329"/>
                  </a:cubicBezTo>
                  <a:cubicBezTo>
                    <a:pt x="108" y="329"/>
                    <a:pt x="108" y="329"/>
                    <a:pt x="108" y="328"/>
                  </a:cubicBezTo>
                  <a:cubicBezTo>
                    <a:pt x="108" y="328"/>
                    <a:pt x="108" y="328"/>
                    <a:pt x="108" y="328"/>
                  </a:cubicBezTo>
                  <a:cubicBezTo>
                    <a:pt x="108" y="327"/>
                    <a:pt x="108" y="326"/>
                    <a:pt x="108" y="325"/>
                  </a:cubicBezTo>
                  <a:cubicBezTo>
                    <a:pt x="108" y="325"/>
                    <a:pt x="107" y="324"/>
                    <a:pt x="107" y="324"/>
                  </a:cubicBezTo>
                  <a:cubicBezTo>
                    <a:pt x="107" y="324"/>
                    <a:pt x="107" y="324"/>
                    <a:pt x="107" y="324"/>
                  </a:cubicBezTo>
                  <a:cubicBezTo>
                    <a:pt x="107" y="325"/>
                    <a:pt x="107" y="326"/>
                    <a:pt x="107" y="326"/>
                  </a:cubicBezTo>
                  <a:cubicBezTo>
                    <a:pt x="107" y="327"/>
                    <a:pt x="107" y="328"/>
                    <a:pt x="107" y="329"/>
                  </a:cubicBezTo>
                  <a:close/>
                  <a:moveTo>
                    <a:pt x="112" y="327"/>
                  </a:moveTo>
                  <a:cubicBezTo>
                    <a:pt x="112" y="328"/>
                    <a:pt x="111" y="328"/>
                    <a:pt x="111" y="328"/>
                  </a:cubicBezTo>
                  <a:cubicBezTo>
                    <a:pt x="111" y="328"/>
                    <a:pt x="111" y="328"/>
                    <a:pt x="111" y="328"/>
                  </a:cubicBezTo>
                  <a:cubicBezTo>
                    <a:pt x="110" y="329"/>
                    <a:pt x="111" y="329"/>
                    <a:pt x="111" y="329"/>
                  </a:cubicBezTo>
                  <a:cubicBezTo>
                    <a:pt x="111" y="329"/>
                    <a:pt x="111" y="329"/>
                    <a:pt x="112" y="329"/>
                  </a:cubicBezTo>
                  <a:cubicBezTo>
                    <a:pt x="112" y="329"/>
                    <a:pt x="112" y="329"/>
                    <a:pt x="112" y="329"/>
                  </a:cubicBezTo>
                  <a:cubicBezTo>
                    <a:pt x="112" y="329"/>
                    <a:pt x="113" y="329"/>
                    <a:pt x="113" y="329"/>
                  </a:cubicBezTo>
                  <a:cubicBezTo>
                    <a:pt x="113" y="329"/>
                    <a:pt x="113" y="329"/>
                    <a:pt x="113" y="328"/>
                  </a:cubicBezTo>
                  <a:cubicBezTo>
                    <a:pt x="113" y="328"/>
                    <a:pt x="113" y="328"/>
                    <a:pt x="113" y="328"/>
                  </a:cubicBezTo>
                  <a:cubicBezTo>
                    <a:pt x="113" y="328"/>
                    <a:pt x="113" y="328"/>
                    <a:pt x="113" y="327"/>
                  </a:cubicBezTo>
                  <a:cubicBezTo>
                    <a:pt x="112" y="327"/>
                    <a:pt x="112" y="327"/>
                    <a:pt x="112" y="327"/>
                  </a:cubicBezTo>
                  <a:close/>
                  <a:moveTo>
                    <a:pt x="121" y="317"/>
                  </a:moveTo>
                  <a:cubicBezTo>
                    <a:pt x="121" y="317"/>
                    <a:pt x="120" y="317"/>
                    <a:pt x="120" y="317"/>
                  </a:cubicBezTo>
                  <a:cubicBezTo>
                    <a:pt x="119" y="317"/>
                    <a:pt x="119" y="317"/>
                    <a:pt x="118" y="317"/>
                  </a:cubicBezTo>
                  <a:cubicBezTo>
                    <a:pt x="118" y="317"/>
                    <a:pt x="118" y="317"/>
                    <a:pt x="117" y="317"/>
                  </a:cubicBezTo>
                  <a:cubicBezTo>
                    <a:pt x="117" y="317"/>
                    <a:pt x="117" y="317"/>
                    <a:pt x="116" y="317"/>
                  </a:cubicBezTo>
                  <a:cubicBezTo>
                    <a:pt x="116" y="317"/>
                    <a:pt x="116" y="317"/>
                    <a:pt x="116" y="317"/>
                  </a:cubicBezTo>
                  <a:cubicBezTo>
                    <a:pt x="116" y="317"/>
                    <a:pt x="116" y="317"/>
                    <a:pt x="116" y="317"/>
                  </a:cubicBezTo>
                  <a:cubicBezTo>
                    <a:pt x="115" y="317"/>
                    <a:pt x="115" y="317"/>
                    <a:pt x="115" y="317"/>
                  </a:cubicBezTo>
                  <a:cubicBezTo>
                    <a:pt x="115" y="317"/>
                    <a:pt x="115" y="317"/>
                    <a:pt x="115" y="317"/>
                  </a:cubicBezTo>
                  <a:cubicBezTo>
                    <a:pt x="115" y="317"/>
                    <a:pt x="116" y="318"/>
                    <a:pt x="116" y="318"/>
                  </a:cubicBezTo>
                  <a:cubicBezTo>
                    <a:pt x="116" y="318"/>
                    <a:pt x="117" y="318"/>
                    <a:pt x="117" y="318"/>
                  </a:cubicBezTo>
                  <a:cubicBezTo>
                    <a:pt x="118" y="318"/>
                    <a:pt x="118" y="318"/>
                    <a:pt x="118" y="318"/>
                  </a:cubicBezTo>
                  <a:cubicBezTo>
                    <a:pt x="119" y="318"/>
                    <a:pt x="119" y="319"/>
                    <a:pt x="119" y="319"/>
                  </a:cubicBezTo>
                  <a:cubicBezTo>
                    <a:pt x="119" y="319"/>
                    <a:pt x="119" y="320"/>
                    <a:pt x="118" y="320"/>
                  </a:cubicBezTo>
                  <a:cubicBezTo>
                    <a:pt x="118" y="320"/>
                    <a:pt x="117" y="320"/>
                    <a:pt x="117" y="320"/>
                  </a:cubicBezTo>
                  <a:cubicBezTo>
                    <a:pt x="117" y="320"/>
                    <a:pt x="117" y="320"/>
                    <a:pt x="116" y="320"/>
                  </a:cubicBezTo>
                  <a:cubicBezTo>
                    <a:pt x="116" y="320"/>
                    <a:pt x="116" y="321"/>
                    <a:pt x="116" y="321"/>
                  </a:cubicBezTo>
                  <a:cubicBezTo>
                    <a:pt x="116" y="321"/>
                    <a:pt x="116" y="321"/>
                    <a:pt x="116" y="321"/>
                  </a:cubicBezTo>
                  <a:cubicBezTo>
                    <a:pt x="116" y="321"/>
                    <a:pt x="116" y="321"/>
                    <a:pt x="116" y="321"/>
                  </a:cubicBezTo>
                  <a:cubicBezTo>
                    <a:pt x="117" y="321"/>
                    <a:pt x="117" y="321"/>
                    <a:pt x="118" y="321"/>
                  </a:cubicBezTo>
                  <a:cubicBezTo>
                    <a:pt x="118" y="321"/>
                    <a:pt x="118" y="321"/>
                    <a:pt x="118" y="321"/>
                  </a:cubicBezTo>
                  <a:cubicBezTo>
                    <a:pt x="119" y="321"/>
                    <a:pt x="119" y="321"/>
                    <a:pt x="120" y="321"/>
                  </a:cubicBezTo>
                  <a:cubicBezTo>
                    <a:pt x="120" y="321"/>
                    <a:pt x="120" y="321"/>
                    <a:pt x="120" y="321"/>
                  </a:cubicBezTo>
                  <a:cubicBezTo>
                    <a:pt x="120" y="322"/>
                    <a:pt x="120" y="323"/>
                    <a:pt x="120" y="324"/>
                  </a:cubicBezTo>
                  <a:cubicBezTo>
                    <a:pt x="120" y="324"/>
                    <a:pt x="120" y="324"/>
                    <a:pt x="120" y="324"/>
                  </a:cubicBezTo>
                  <a:cubicBezTo>
                    <a:pt x="120" y="324"/>
                    <a:pt x="120" y="325"/>
                    <a:pt x="120" y="325"/>
                  </a:cubicBezTo>
                  <a:cubicBezTo>
                    <a:pt x="119" y="326"/>
                    <a:pt x="119" y="327"/>
                    <a:pt x="119" y="328"/>
                  </a:cubicBezTo>
                  <a:cubicBezTo>
                    <a:pt x="119" y="328"/>
                    <a:pt x="119" y="328"/>
                    <a:pt x="119" y="328"/>
                  </a:cubicBezTo>
                  <a:cubicBezTo>
                    <a:pt x="119" y="328"/>
                    <a:pt x="119" y="328"/>
                    <a:pt x="119" y="329"/>
                  </a:cubicBezTo>
                  <a:cubicBezTo>
                    <a:pt x="119" y="329"/>
                    <a:pt x="119" y="329"/>
                    <a:pt x="119" y="329"/>
                  </a:cubicBezTo>
                  <a:cubicBezTo>
                    <a:pt x="119" y="329"/>
                    <a:pt x="119" y="329"/>
                    <a:pt x="119" y="329"/>
                  </a:cubicBezTo>
                  <a:cubicBezTo>
                    <a:pt x="119" y="330"/>
                    <a:pt x="119" y="330"/>
                    <a:pt x="119" y="330"/>
                  </a:cubicBezTo>
                  <a:cubicBezTo>
                    <a:pt x="120" y="330"/>
                    <a:pt x="120" y="330"/>
                    <a:pt x="121" y="330"/>
                  </a:cubicBezTo>
                  <a:cubicBezTo>
                    <a:pt x="121" y="330"/>
                    <a:pt x="121" y="330"/>
                    <a:pt x="121" y="330"/>
                  </a:cubicBezTo>
                  <a:cubicBezTo>
                    <a:pt x="121" y="329"/>
                    <a:pt x="121" y="328"/>
                    <a:pt x="121" y="327"/>
                  </a:cubicBezTo>
                  <a:cubicBezTo>
                    <a:pt x="121" y="326"/>
                    <a:pt x="121" y="325"/>
                    <a:pt x="121" y="325"/>
                  </a:cubicBezTo>
                  <a:cubicBezTo>
                    <a:pt x="121" y="324"/>
                    <a:pt x="121" y="323"/>
                    <a:pt x="121" y="322"/>
                  </a:cubicBezTo>
                  <a:cubicBezTo>
                    <a:pt x="121" y="322"/>
                    <a:pt x="121" y="321"/>
                    <a:pt x="122" y="320"/>
                  </a:cubicBezTo>
                  <a:cubicBezTo>
                    <a:pt x="122" y="320"/>
                    <a:pt x="122" y="320"/>
                    <a:pt x="122" y="320"/>
                  </a:cubicBezTo>
                  <a:cubicBezTo>
                    <a:pt x="122" y="319"/>
                    <a:pt x="122" y="319"/>
                    <a:pt x="122" y="318"/>
                  </a:cubicBezTo>
                  <a:cubicBezTo>
                    <a:pt x="122" y="318"/>
                    <a:pt x="121" y="317"/>
                    <a:pt x="121" y="317"/>
                  </a:cubicBezTo>
                  <a:close/>
                  <a:moveTo>
                    <a:pt x="113" y="335"/>
                  </a:moveTo>
                  <a:cubicBezTo>
                    <a:pt x="113" y="335"/>
                    <a:pt x="112" y="335"/>
                    <a:pt x="112" y="335"/>
                  </a:cubicBezTo>
                  <a:cubicBezTo>
                    <a:pt x="112" y="335"/>
                    <a:pt x="112" y="334"/>
                    <a:pt x="112" y="334"/>
                  </a:cubicBezTo>
                  <a:cubicBezTo>
                    <a:pt x="112" y="334"/>
                    <a:pt x="112" y="334"/>
                    <a:pt x="112" y="334"/>
                  </a:cubicBezTo>
                  <a:cubicBezTo>
                    <a:pt x="112" y="333"/>
                    <a:pt x="112" y="333"/>
                    <a:pt x="111" y="333"/>
                  </a:cubicBezTo>
                  <a:cubicBezTo>
                    <a:pt x="111" y="333"/>
                    <a:pt x="111" y="333"/>
                    <a:pt x="111" y="333"/>
                  </a:cubicBezTo>
                  <a:cubicBezTo>
                    <a:pt x="111" y="333"/>
                    <a:pt x="111" y="333"/>
                    <a:pt x="110" y="334"/>
                  </a:cubicBezTo>
                  <a:cubicBezTo>
                    <a:pt x="110" y="334"/>
                    <a:pt x="110" y="334"/>
                    <a:pt x="110" y="334"/>
                  </a:cubicBezTo>
                  <a:cubicBezTo>
                    <a:pt x="110" y="333"/>
                    <a:pt x="109" y="333"/>
                    <a:pt x="109" y="333"/>
                  </a:cubicBezTo>
                  <a:cubicBezTo>
                    <a:pt x="109" y="333"/>
                    <a:pt x="109" y="333"/>
                    <a:pt x="108" y="333"/>
                  </a:cubicBezTo>
                  <a:cubicBezTo>
                    <a:pt x="108" y="333"/>
                    <a:pt x="108" y="333"/>
                    <a:pt x="108" y="333"/>
                  </a:cubicBezTo>
                  <a:cubicBezTo>
                    <a:pt x="108" y="333"/>
                    <a:pt x="107" y="333"/>
                    <a:pt x="107" y="333"/>
                  </a:cubicBezTo>
                  <a:cubicBezTo>
                    <a:pt x="107" y="333"/>
                    <a:pt x="107" y="334"/>
                    <a:pt x="107" y="334"/>
                  </a:cubicBezTo>
                  <a:cubicBezTo>
                    <a:pt x="107" y="334"/>
                    <a:pt x="106" y="335"/>
                    <a:pt x="106" y="335"/>
                  </a:cubicBezTo>
                  <a:cubicBezTo>
                    <a:pt x="106" y="335"/>
                    <a:pt x="106" y="335"/>
                    <a:pt x="106" y="335"/>
                  </a:cubicBezTo>
                  <a:cubicBezTo>
                    <a:pt x="106" y="336"/>
                    <a:pt x="107" y="336"/>
                    <a:pt x="107" y="336"/>
                  </a:cubicBezTo>
                  <a:cubicBezTo>
                    <a:pt x="107" y="336"/>
                    <a:pt x="107" y="336"/>
                    <a:pt x="107" y="336"/>
                  </a:cubicBezTo>
                  <a:cubicBezTo>
                    <a:pt x="108" y="336"/>
                    <a:pt x="108" y="336"/>
                    <a:pt x="109" y="336"/>
                  </a:cubicBezTo>
                  <a:cubicBezTo>
                    <a:pt x="109" y="336"/>
                    <a:pt x="109" y="336"/>
                    <a:pt x="109" y="336"/>
                  </a:cubicBezTo>
                  <a:cubicBezTo>
                    <a:pt x="110" y="336"/>
                    <a:pt x="110" y="336"/>
                    <a:pt x="111" y="336"/>
                  </a:cubicBezTo>
                  <a:cubicBezTo>
                    <a:pt x="111" y="336"/>
                    <a:pt x="112" y="336"/>
                    <a:pt x="112" y="336"/>
                  </a:cubicBezTo>
                  <a:cubicBezTo>
                    <a:pt x="112" y="336"/>
                    <a:pt x="112" y="336"/>
                    <a:pt x="113" y="336"/>
                  </a:cubicBezTo>
                  <a:cubicBezTo>
                    <a:pt x="113" y="336"/>
                    <a:pt x="113" y="336"/>
                    <a:pt x="113" y="336"/>
                  </a:cubicBezTo>
                  <a:cubicBezTo>
                    <a:pt x="113" y="336"/>
                    <a:pt x="113" y="336"/>
                    <a:pt x="113" y="336"/>
                  </a:cubicBezTo>
                  <a:cubicBezTo>
                    <a:pt x="113" y="335"/>
                    <a:pt x="113" y="335"/>
                    <a:pt x="113" y="335"/>
                  </a:cubicBezTo>
                  <a:close/>
                  <a:moveTo>
                    <a:pt x="119" y="323"/>
                  </a:moveTo>
                  <a:cubicBezTo>
                    <a:pt x="119" y="323"/>
                    <a:pt x="118" y="322"/>
                    <a:pt x="118" y="323"/>
                  </a:cubicBezTo>
                  <a:cubicBezTo>
                    <a:pt x="118" y="323"/>
                    <a:pt x="117" y="323"/>
                    <a:pt x="117" y="323"/>
                  </a:cubicBezTo>
                  <a:cubicBezTo>
                    <a:pt x="117" y="323"/>
                    <a:pt x="117" y="323"/>
                    <a:pt x="116" y="323"/>
                  </a:cubicBezTo>
                  <a:cubicBezTo>
                    <a:pt x="116" y="323"/>
                    <a:pt x="116" y="323"/>
                    <a:pt x="116" y="324"/>
                  </a:cubicBezTo>
                  <a:cubicBezTo>
                    <a:pt x="116" y="324"/>
                    <a:pt x="116" y="324"/>
                    <a:pt x="116" y="324"/>
                  </a:cubicBezTo>
                  <a:cubicBezTo>
                    <a:pt x="116" y="325"/>
                    <a:pt x="116" y="325"/>
                    <a:pt x="117" y="325"/>
                  </a:cubicBezTo>
                  <a:cubicBezTo>
                    <a:pt x="117" y="325"/>
                    <a:pt x="117" y="326"/>
                    <a:pt x="117" y="326"/>
                  </a:cubicBezTo>
                  <a:cubicBezTo>
                    <a:pt x="117" y="326"/>
                    <a:pt x="116" y="326"/>
                    <a:pt x="116" y="326"/>
                  </a:cubicBezTo>
                  <a:cubicBezTo>
                    <a:pt x="116" y="326"/>
                    <a:pt x="115" y="327"/>
                    <a:pt x="115" y="327"/>
                  </a:cubicBezTo>
                  <a:cubicBezTo>
                    <a:pt x="115" y="327"/>
                    <a:pt x="115" y="328"/>
                    <a:pt x="116" y="328"/>
                  </a:cubicBezTo>
                  <a:cubicBezTo>
                    <a:pt x="116" y="328"/>
                    <a:pt x="116" y="328"/>
                    <a:pt x="116" y="328"/>
                  </a:cubicBezTo>
                  <a:cubicBezTo>
                    <a:pt x="116" y="328"/>
                    <a:pt x="117" y="327"/>
                    <a:pt x="117" y="327"/>
                  </a:cubicBezTo>
                  <a:cubicBezTo>
                    <a:pt x="117" y="327"/>
                    <a:pt x="117" y="327"/>
                    <a:pt x="117" y="327"/>
                  </a:cubicBezTo>
                  <a:cubicBezTo>
                    <a:pt x="117" y="327"/>
                    <a:pt x="118" y="326"/>
                    <a:pt x="118" y="326"/>
                  </a:cubicBezTo>
                  <a:cubicBezTo>
                    <a:pt x="118" y="325"/>
                    <a:pt x="118" y="325"/>
                    <a:pt x="118" y="325"/>
                  </a:cubicBezTo>
                  <a:cubicBezTo>
                    <a:pt x="118" y="325"/>
                    <a:pt x="118" y="324"/>
                    <a:pt x="119" y="324"/>
                  </a:cubicBezTo>
                  <a:cubicBezTo>
                    <a:pt x="119" y="324"/>
                    <a:pt x="119" y="324"/>
                    <a:pt x="119" y="323"/>
                  </a:cubicBezTo>
                  <a:cubicBezTo>
                    <a:pt x="119" y="323"/>
                    <a:pt x="119" y="323"/>
                    <a:pt x="119" y="323"/>
                  </a:cubicBezTo>
                  <a:close/>
                  <a:moveTo>
                    <a:pt x="116" y="333"/>
                  </a:moveTo>
                  <a:cubicBezTo>
                    <a:pt x="116" y="333"/>
                    <a:pt x="116" y="333"/>
                    <a:pt x="115" y="333"/>
                  </a:cubicBezTo>
                  <a:cubicBezTo>
                    <a:pt x="115" y="333"/>
                    <a:pt x="115" y="333"/>
                    <a:pt x="115" y="333"/>
                  </a:cubicBezTo>
                  <a:cubicBezTo>
                    <a:pt x="115" y="333"/>
                    <a:pt x="114" y="333"/>
                    <a:pt x="114" y="333"/>
                  </a:cubicBezTo>
                  <a:cubicBezTo>
                    <a:pt x="114" y="333"/>
                    <a:pt x="113" y="333"/>
                    <a:pt x="113" y="333"/>
                  </a:cubicBezTo>
                  <a:cubicBezTo>
                    <a:pt x="113" y="333"/>
                    <a:pt x="113" y="333"/>
                    <a:pt x="113" y="333"/>
                  </a:cubicBezTo>
                  <a:cubicBezTo>
                    <a:pt x="113" y="334"/>
                    <a:pt x="114" y="334"/>
                    <a:pt x="114" y="334"/>
                  </a:cubicBezTo>
                  <a:cubicBezTo>
                    <a:pt x="114" y="334"/>
                    <a:pt x="114" y="334"/>
                    <a:pt x="114" y="334"/>
                  </a:cubicBezTo>
                  <a:cubicBezTo>
                    <a:pt x="115" y="334"/>
                    <a:pt x="115" y="334"/>
                    <a:pt x="115" y="334"/>
                  </a:cubicBezTo>
                  <a:cubicBezTo>
                    <a:pt x="115" y="335"/>
                    <a:pt x="115" y="335"/>
                    <a:pt x="115" y="335"/>
                  </a:cubicBezTo>
                  <a:cubicBezTo>
                    <a:pt x="114" y="335"/>
                    <a:pt x="114" y="335"/>
                    <a:pt x="114" y="335"/>
                  </a:cubicBezTo>
                  <a:cubicBezTo>
                    <a:pt x="114" y="335"/>
                    <a:pt x="114" y="336"/>
                    <a:pt x="115" y="336"/>
                  </a:cubicBezTo>
                  <a:cubicBezTo>
                    <a:pt x="115" y="336"/>
                    <a:pt x="115" y="336"/>
                    <a:pt x="115" y="335"/>
                  </a:cubicBezTo>
                  <a:cubicBezTo>
                    <a:pt x="116" y="335"/>
                    <a:pt x="116" y="335"/>
                    <a:pt x="116" y="335"/>
                  </a:cubicBezTo>
                  <a:cubicBezTo>
                    <a:pt x="117" y="334"/>
                    <a:pt x="117" y="334"/>
                    <a:pt x="117" y="333"/>
                  </a:cubicBezTo>
                  <a:cubicBezTo>
                    <a:pt x="117" y="333"/>
                    <a:pt x="117" y="333"/>
                    <a:pt x="117" y="333"/>
                  </a:cubicBezTo>
                  <a:cubicBezTo>
                    <a:pt x="116" y="333"/>
                    <a:pt x="116" y="333"/>
                    <a:pt x="116" y="333"/>
                  </a:cubicBezTo>
                  <a:close/>
                  <a:moveTo>
                    <a:pt x="116" y="330"/>
                  </a:moveTo>
                  <a:cubicBezTo>
                    <a:pt x="117" y="330"/>
                    <a:pt x="117" y="330"/>
                    <a:pt x="117" y="330"/>
                  </a:cubicBezTo>
                  <a:cubicBezTo>
                    <a:pt x="117" y="330"/>
                    <a:pt x="117" y="330"/>
                    <a:pt x="117" y="330"/>
                  </a:cubicBezTo>
                  <a:cubicBezTo>
                    <a:pt x="116" y="329"/>
                    <a:pt x="116" y="329"/>
                    <a:pt x="115" y="330"/>
                  </a:cubicBezTo>
                  <a:cubicBezTo>
                    <a:pt x="115" y="330"/>
                    <a:pt x="115" y="330"/>
                    <a:pt x="115" y="330"/>
                  </a:cubicBezTo>
                  <a:cubicBezTo>
                    <a:pt x="116" y="330"/>
                    <a:pt x="116" y="330"/>
                    <a:pt x="116" y="330"/>
                  </a:cubicBezTo>
                  <a:cubicBezTo>
                    <a:pt x="116" y="330"/>
                    <a:pt x="116" y="330"/>
                    <a:pt x="116" y="330"/>
                  </a:cubicBezTo>
                  <a:close/>
                  <a:moveTo>
                    <a:pt x="188" y="333"/>
                  </a:moveTo>
                  <a:cubicBezTo>
                    <a:pt x="188" y="333"/>
                    <a:pt x="188" y="333"/>
                    <a:pt x="189" y="333"/>
                  </a:cubicBezTo>
                  <a:cubicBezTo>
                    <a:pt x="189" y="333"/>
                    <a:pt x="189" y="332"/>
                    <a:pt x="189" y="332"/>
                  </a:cubicBezTo>
                  <a:cubicBezTo>
                    <a:pt x="188" y="332"/>
                    <a:pt x="188" y="332"/>
                    <a:pt x="188" y="331"/>
                  </a:cubicBezTo>
                  <a:cubicBezTo>
                    <a:pt x="188" y="331"/>
                    <a:pt x="187" y="331"/>
                    <a:pt x="187" y="331"/>
                  </a:cubicBezTo>
                  <a:cubicBezTo>
                    <a:pt x="187" y="331"/>
                    <a:pt x="187" y="331"/>
                    <a:pt x="187" y="331"/>
                  </a:cubicBezTo>
                  <a:cubicBezTo>
                    <a:pt x="187" y="331"/>
                    <a:pt x="187" y="332"/>
                    <a:pt x="187" y="332"/>
                  </a:cubicBezTo>
                  <a:cubicBezTo>
                    <a:pt x="187" y="332"/>
                    <a:pt x="187" y="333"/>
                    <a:pt x="187" y="333"/>
                  </a:cubicBezTo>
                  <a:cubicBezTo>
                    <a:pt x="187" y="333"/>
                    <a:pt x="187" y="333"/>
                    <a:pt x="188" y="333"/>
                  </a:cubicBezTo>
                  <a:close/>
                  <a:moveTo>
                    <a:pt x="347" y="327"/>
                  </a:moveTo>
                  <a:cubicBezTo>
                    <a:pt x="347" y="327"/>
                    <a:pt x="346" y="327"/>
                    <a:pt x="346" y="327"/>
                  </a:cubicBezTo>
                  <a:cubicBezTo>
                    <a:pt x="346" y="327"/>
                    <a:pt x="346" y="327"/>
                    <a:pt x="346" y="327"/>
                  </a:cubicBezTo>
                  <a:cubicBezTo>
                    <a:pt x="345" y="327"/>
                    <a:pt x="345" y="328"/>
                    <a:pt x="345" y="328"/>
                  </a:cubicBezTo>
                  <a:cubicBezTo>
                    <a:pt x="345" y="328"/>
                    <a:pt x="345" y="328"/>
                    <a:pt x="345" y="328"/>
                  </a:cubicBezTo>
                  <a:cubicBezTo>
                    <a:pt x="345" y="328"/>
                    <a:pt x="345" y="329"/>
                    <a:pt x="345" y="329"/>
                  </a:cubicBezTo>
                  <a:cubicBezTo>
                    <a:pt x="345" y="329"/>
                    <a:pt x="345" y="329"/>
                    <a:pt x="346" y="329"/>
                  </a:cubicBezTo>
                  <a:cubicBezTo>
                    <a:pt x="346" y="329"/>
                    <a:pt x="346" y="328"/>
                    <a:pt x="347" y="328"/>
                  </a:cubicBezTo>
                  <a:cubicBezTo>
                    <a:pt x="347" y="328"/>
                    <a:pt x="347" y="328"/>
                    <a:pt x="347" y="328"/>
                  </a:cubicBezTo>
                  <a:cubicBezTo>
                    <a:pt x="347" y="328"/>
                    <a:pt x="348" y="327"/>
                    <a:pt x="348" y="327"/>
                  </a:cubicBezTo>
                  <a:cubicBezTo>
                    <a:pt x="348" y="327"/>
                    <a:pt x="348" y="327"/>
                    <a:pt x="348" y="327"/>
                  </a:cubicBezTo>
                  <a:cubicBezTo>
                    <a:pt x="347" y="326"/>
                    <a:pt x="347" y="326"/>
                    <a:pt x="347" y="327"/>
                  </a:cubicBezTo>
                  <a:close/>
                  <a:moveTo>
                    <a:pt x="349" y="323"/>
                  </a:moveTo>
                  <a:cubicBezTo>
                    <a:pt x="349" y="323"/>
                    <a:pt x="348" y="323"/>
                    <a:pt x="348" y="323"/>
                  </a:cubicBezTo>
                  <a:cubicBezTo>
                    <a:pt x="348" y="323"/>
                    <a:pt x="347" y="323"/>
                    <a:pt x="347" y="323"/>
                  </a:cubicBezTo>
                  <a:cubicBezTo>
                    <a:pt x="346" y="323"/>
                    <a:pt x="346" y="324"/>
                    <a:pt x="345" y="324"/>
                  </a:cubicBezTo>
                  <a:cubicBezTo>
                    <a:pt x="345" y="324"/>
                    <a:pt x="345" y="325"/>
                    <a:pt x="345" y="325"/>
                  </a:cubicBezTo>
                  <a:cubicBezTo>
                    <a:pt x="345" y="325"/>
                    <a:pt x="345" y="325"/>
                    <a:pt x="345" y="325"/>
                  </a:cubicBezTo>
                  <a:cubicBezTo>
                    <a:pt x="346" y="325"/>
                    <a:pt x="346" y="325"/>
                    <a:pt x="346" y="325"/>
                  </a:cubicBezTo>
                  <a:cubicBezTo>
                    <a:pt x="346" y="325"/>
                    <a:pt x="346" y="325"/>
                    <a:pt x="346" y="325"/>
                  </a:cubicBezTo>
                  <a:cubicBezTo>
                    <a:pt x="346" y="325"/>
                    <a:pt x="347" y="325"/>
                    <a:pt x="347" y="325"/>
                  </a:cubicBezTo>
                  <a:cubicBezTo>
                    <a:pt x="348" y="324"/>
                    <a:pt x="348" y="324"/>
                    <a:pt x="348" y="324"/>
                  </a:cubicBezTo>
                  <a:cubicBezTo>
                    <a:pt x="349" y="324"/>
                    <a:pt x="349" y="324"/>
                    <a:pt x="350" y="324"/>
                  </a:cubicBezTo>
                  <a:cubicBezTo>
                    <a:pt x="350" y="324"/>
                    <a:pt x="350" y="324"/>
                    <a:pt x="350" y="324"/>
                  </a:cubicBezTo>
                  <a:cubicBezTo>
                    <a:pt x="350" y="323"/>
                    <a:pt x="350" y="323"/>
                    <a:pt x="350" y="323"/>
                  </a:cubicBezTo>
                  <a:cubicBezTo>
                    <a:pt x="350" y="323"/>
                    <a:pt x="350" y="323"/>
                    <a:pt x="349" y="323"/>
                  </a:cubicBezTo>
                  <a:cubicBezTo>
                    <a:pt x="349" y="323"/>
                    <a:pt x="349" y="323"/>
                    <a:pt x="349" y="323"/>
                  </a:cubicBezTo>
                  <a:close/>
                  <a:moveTo>
                    <a:pt x="348" y="334"/>
                  </a:moveTo>
                  <a:cubicBezTo>
                    <a:pt x="348" y="334"/>
                    <a:pt x="348" y="334"/>
                    <a:pt x="348" y="334"/>
                  </a:cubicBezTo>
                  <a:cubicBezTo>
                    <a:pt x="348" y="334"/>
                    <a:pt x="348" y="333"/>
                    <a:pt x="348" y="333"/>
                  </a:cubicBezTo>
                  <a:cubicBezTo>
                    <a:pt x="348" y="333"/>
                    <a:pt x="348" y="333"/>
                    <a:pt x="347" y="333"/>
                  </a:cubicBezTo>
                  <a:cubicBezTo>
                    <a:pt x="347" y="333"/>
                    <a:pt x="347" y="333"/>
                    <a:pt x="347" y="333"/>
                  </a:cubicBezTo>
                  <a:cubicBezTo>
                    <a:pt x="346" y="334"/>
                    <a:pt x="346" y="334"/>
                    <a:pt x="346" y="334"/>
                  </a:cubicBezTo>
                  <a:cubicBezTo>
                    <a:pt x="345" y="334"/>
                    <a:pt x="345" y="334"/>
                    <a:pt x="345" y="334"/>
                  </a:cubicBezTo>
                  <a:cubicBezTo>
                    <a:pt x="345" y="334"/>
                    <a:pt x="344" y="335"/>
                    <a:pt x="344" y="335"/>
                  </a:cubicBezTo>
                  <a:cubicBezTo>
                    <a:pt x="345" y="335"/>
                    <a:pt x="345" y="335"/>
                    <a:pt x="345" y="335"/>
                  </a:cubicBezTo>
                  <a:cubicBezTo>
                    <a:pt x="346" y="335"/>
                    <a:pt x="347" y="335"/>
                    <a:pt x="348" y="334"/>
                  </a:cubicBezTo>
                  <a:close/>
                  <a:moveTo>
                    <a:pt x="196" y="331"/>
                  </a:moveTo>
                  <a:cubicBezTo>
                    <a:pt x="196" y="331"/>
                    <a:pt x="196" y="331"/>
                    <a:pt x="196" y="331"/>
                  </a:cubicBezTo>
                  <a:cubicBezTo>
                    <a:pt x="195" y="331"/>
                    <a:pt x="195" y="332"/>
                    <a:pt x="195" y="332"/>
                  </a:cubicBezTo>
                  <a:cubicBezTo>
                    <a:pt x="195" y="333"/>
                    <a:pt x="195" y="333"/>
                    <a:pt x="196" y="333"/>
                  </a:cubicBezTo>
                  <a:cubicBezTo>
                    <a:pt x="196" y="333"/>
                    <a:pt x="196" y="333"/>
                    <a:pt x="196" y="333"/>
                  </a:cubicBezTo>
                  <a:cubicBezTo>
                    <a:pt x="196" y="333"/>
                    <a:pt x="197" y="332"/>
                    <a:pt x="197" y="332"/>
                  </a:cubicBezTo>
                  <a:cubicBezTo>
                    <a:pt x="197" y="332"/>
                    <a:pt x="197" y="332"/>
                    <a:pt x="197" y="332"/>
                  </a:cubicBezTo>
                  <a:cubicBezTo>
                    <a:pt x="196" y="331"/>
                    <a:pt x="196" y="331"/>
                    <a:pt x="196" y="331"/>
                  </a:cubicBezTo>
                  <a:close/>
                  <a:moveTo>
                    <a:pt x="376" y="322"/>
                  </a:moveTo>
                  <a:cubicBezTo>
                    <a:pt x="376" y="322"/>
                    <a:pt x="376" y="322"/>
                    <a:pt x="376" y="322"/>
                  </a:cubicBezTo>
                  <a:cubicBezTo>
                    <a:pt x="376" y="322"/>
                    <a:pt x="376" y="322"/>
                    <a:pt x="376" y="322"/>
                  </a:cubicBezTo>
                  <a:cubicBezTo>
                    <a:pt x="377" y="322"/>
                    <a:pt x="378" y="322"/>
                    <a:pt x="378" y="322"/>
                  </a:cubicBezTo>
                  <a:cubicBezTo>
                    <a:pt x="378" y="322"/>
                    <a:pt x="378" y="322"/>
                    <a:pt x="379" y="322"/>
                  </a:cubicBezTo>
                  <a:cubicBezTo>
                    <a:pt x="379" y="322"/>
                    <a:pt x="379" y="322"/>
                    <a:pt x="379" y="322"/>
                  </a:cubicBezTo>
                  <a:cubicBezTo>
                    <a:pt x="379" y="321"/>
                    <a:pt x="379" y="321"/>
                    <a:pt x="378" y="321"/>
                  </a:cubicBezTo>
                  <a:cubicBezTo>
                    <a:pt x="377" y="321"/>
                    <a:pt x="377" y="321"/>
                    <a:pt x="376" y="322"/>
                  </a:cubicBezTo>
                  <a:close/>
                  <a:moveTo>
                    <a:pt x="442" y="363"/>
                  </a:moveTo>
                  <a:cubicBezTo>
                    <a:pt x="53" y="363"/>
                    <a:pt x="53" y="363"/>
                    <a:pt x="53" y="363"/>
                  </a:cubicBezTo>
                  <a:cubicBezTo>
                    <a:pt x="53" y="306"/>
                    <a:pt x="53" y="306"/>
                    <a:pt x="53" y="306"/>
                  </a:cubicBezTo>
                  <a:cubicBezTo>
                    <a:pt x="60" y="306"/>
                    <a:pt x="60" y="306"/>
                    <a:pt x="60" y="306"/>
                  </a:cubicBezTo>
                  <a:cubicBezTo>
                    <a:pt x="60" y="292"/>
                    <a:pt x="60" y="292"/>
                    <a:pt x="60" y="292"/>
                  </a:cubicBezTo>
                  <a:cubicBezTo>
                    <a:pt x="435" y="292"/>
                    <a:pt x="435" y="292"/>
                    <a:pt x="435" y="292"/>
                  </a:cubicBezTo>
                  <a:cubicBezTo>
                    <a:pt x="435" y="306"/>
                    <a:pt x="435" y="306"/>
                    <a:pt x="435" y="306"/>
                  </a:cubicBezTo>
                  <a:cubicBezTo>
                    <a:pt x="442" y="306"/>
                    <a:pt x="442" y="306"/>
                    <a:pt x="442" y="306"/>
                  </a:cubicBezTo>
                  <a:lnTo>
                    <a:pt x="442" y="363"/>
                  </a:lnTo>
                  <a:close/>
                  <a:moveTo>
                    <a:pt x="382" y="318"/>
                  </a:moveTo>
                  <a:cubicBezTo>
                    <a:pt x="382" y="318"/>
                    <a:pt x="382" y="318"/>
                    <a:pt x="383" y="318"/>
                  </a:cubicBezTo>
                  <a:cubicBezTo>
                    <a:pt x="383" y="318"/>
                    <a:pt x="383" y="318"/>
                    <a:pt x="383" y="318"/>
                  </a:cubicBezTo>
                  <a:cubicBezTo>
                    <a:pt x="383" y="318"/>
                    <a:pt x="383" y="318"/>
                    <a:pt x="383" y="318"/>
                  </a:cubicBezTo>
                  <a:cubicBezTo>
                    <a:pt x="383" y="318"/>
                    <a:pt x="383" y="318"/>
                    <a:pt x="384" y="318"/>
                  </a:cubicBezTo>
                  <a:cubicBezTo>
                    <a:pt x="384" y="318"/>
                    <a:pt x="384" y="318"/>
                    <a:pt x="384" y="318"/>
                  </a:cubicBezTo>
                  <a:cubicBezTo>
                    <a:pt x="384" y="317"/>
                    <a:pt x="384" y="317"/>
                    <a:pt x="384" y="316"/>
                  </a:cubicBezTo>
                  <a:cubicBezTo>
                    <a:pt x="385" y="316"/>
                    <a:pt x="385" y="316"/>
                    <a:pt x="385" y="316"/>
                  </a:cubicBezTo>
                  <a:cubicBezTo>
                    <a:pt x="385" y="315"/>
                    <a:pt x="385" y="315"/>
                    <a:pt x="385" y="315"/>
                  </a:cubicBezTo>
                  <a:cubicBezTo>
                    <a:pt x="385" y="315"/>
                    <a:pt x="385" y="315"/>
                    <a:pt x="385" y="315"/>
                  </a:cubicBezTo>
                  <a:cubicBezTo>
                    <a:pt x="385" y="315"/>
                    <a:pt x="385" y="315"/>
                    <a:pt x="384" y="315"/>
                  </a:cubicBezTo>
                  <a:cubicBezTo>
                    <a:pt x="384" y="315"/>
                    <a:pt x="383" y="315"/>
                    <a:pt x="383" y="315"/>
                  </a:cubicBezTo>
                  <a:cubicBezTo>
                    <a:pt x="383" y="315"/>
                    <a:pt x="383" y="316"/>
                    <a:pt x="383" y="316"/>
                  </a:cubicBezTo>
                  <a:cubicBezTo>
                    <a:pt x="383" y="316"/>
                    <a:pt x="383" y="317"/>
                    <a:pt x="383" y="317"/>
                  </a:cubicBezTo>
                  <a:cubicBezTo>
                    <a:pt x="383" y="317"/>
                    <a:pt x="382" y="317"/>
                    <a:pt x="382" y="318"/>
                  </a:cubicBezTo>
                  <a:close/>
                  <a:moveTo>
                    <a:pt x="373" y="310"/>
                  </a:moveTo>
                  <a:cubicBezTo>
                    <a:pt x="373" y="310"/>
                    <a:pt x="373" y="311"/>
                    <a:pt x="373" y="311"/>
                  </a:cubicBezTo>
                  <a:cubicBezTo>
                    <a:pt x="373" y="311"/>
                    <a:pt x="373" y="311"/>
                    <a:pt x="374" y="311"/>
                  </a:cubicBezTo>
                  <a:cubicBezTo>
                    <a:pt x="374" y="311"/>
                    <a:pt x="374" y="311"/>
                    <a:pt x="374" y="311"/>
                  </a:cubicBezTo>
                  <a:cubicBezTo>
                    <a:pt x="375" y="311"/>
                    <a:pt x="375" y="311"/>
                    <a:pt x="375" y="312"/>
                  </a:cubicBezTo>
                  <a:cubicBezTo>
                    <a:pt x="375" y="312"/>
                    <a:pt x="376" y="312"/>
                    <a:pt x="376" y="312"/>
                  </a:cubicBezTo>
                  <a:cubicBezTo>
                    <a:pt x="376" y="313"/>
                    <a:pt x="376" y="313"/>
                    <a:pt x="377" y="313"/>
                  </a:cubicBezTo>
                  <a:cubicBezTo>
                    <a:pt x="377" y="313"/>
                    <a:pt x="377" y="313"/>
                    <a:pt x="377" y="314"/>
                  </a:cubicBezTo>
                  <a:cubicBezTo>
                    <a:pt x="378" y="314"/>
                    <a:pt x="378" y="314"/>
                    <a:pt x="378" y="314"/>
                  </a:cubicBezTo>
                  <a:cubicBezTo>
                    <a:pt x="378" y="314"/>
                    <a:pt x="378" y="314"/>
                    <a:pt x="378" y="313"/>
                  </a:cubicBezTo>
                  <a:cubicBezTo>
                    <a:pt x="379" y="313"/>
                    <a:pt x="379" y="313"/>
                    <a:pt x="379" y="313"/>
                  </a:cubicBezTo>
                  <a:cubicBezTo>
                    <a:pt x="379" y="313"/>
                    <a:pt x="379" y="312"/>
                    <a:pt x="379" y="312"/>
                  </a:cubicBezTo>
                  <a:cubicBezTo>
                    <a:pt x="379" y="312"/>
                    <a:pt x="379" y="312"/>
                    <a:pt x="379" y="312"/>
                  </a:cubicBezTo>
                  <a:cubicBezTo>
                    <a:pt x="378" y="312"/>
                    <a:pt x="378" y="312"/>
                    <a:pt x="378" y="312"/>
                  </a:cubicBezTo>
                  <a:cubicBezTo>
                    <a:pt x="377" y="311"/>
                    <a:pt x="376" y="310"/>
                    <a:pt x="376" y="309"/>
                  </a:cubicBezTo>
                  <a:cubicBezTo>
                    <a:pt x="376" y="309"/>
                    <a:pt x="375" y="309"/>
                    <a:pt x="375" y="309"/>
                  </a:cubicBezTo>
                  <a:cubicBezTo>
                    <a:pt x="375" y="309"/>
                    <a:pt x="375" y="309"/>
                    <a:pt x="375" y="309"/>
                  </a:cubicBezTo>
                  <a:cubicBezTo>
                    <a:pt x="375" y="309"/>
                    <a:pt x="374" y="309"/>
                    <a:pt x="374" y="309"/>
                  </a:cubicBezTo>
                  <a:cubicBezTo>
                    <a:pt x="374" y="309"/>
                    <a:pt x="374" y="309"/>
                    <a:pt x="374" y="309"/>
                  </a:cubicBezTo>
                  <a:cubicBezTo>
                    <a:pt x="373" y="309"/>
                    <a:pt x="373" y="309"/>
                    <a:pt x="373" y="310"/>
                  </a:cubicBezTo>
                  <a:close/>
                  <a:moveTo>
                    <a:pt x="349" y="315"/>
                  </a:moveTo>
                  <a:cubicBezTo>
                    <a:pt x="349" y="315"/>
                    <a:pt x="349" y="316"/>
                    <a:pt x="349" y="316"/>
                  </a:cubicBezTo>
                  <a:cubicBezTo>
                    <a:pt x="349" y="316"/>
                    <a:pt x="349" y="316"/>
                    <a:pt x="350" y="316"/>
                  </a:cubicBezTo>
                  <a:cubicBezTo>
                    <a:pt x="350" y="316"/>
                    <a:pt x="350" y="316"/>
                    <a:pt x="350" y="317"/>
                  </a:cubicBezTo>
                  <a:cubicBezTo>
                    <a:pt x="350" y="317"/>
                    <a:pt x="350" y="317"/>
                    <a:pt x="350" y="318"/>
                  </a:cubicBezTo>
                  <a:cubicBezTo>
                    <a:pt x="350" y="318"/>
                    <a:pt x="350" y="318"/>
                    <a:pt x="350" y="318"/>
                  </a:cubicBezTo>
                  <a:cubicBezTo>
                    <a:pt x="350" y="318"/>
                    <a:pt x="351" y="319"/>
                    <a:pt x="351" y="318"/>
                  </a:cubicBezTo>
                  <a:cubicBezTo>
                    <a:pt x="351" y="318"/>
                    <a:pt x="352" y="318"/>
                    <a:pt x="352" y="318"/>
                  </a:cubicBezTo>
                  <a:cubicBezTo>
                    <a:pt x="352" y="318"/>
                    <a:pt x="352" y="318"/>
                    <a:pt x="352" y="318"/>
                  </a:cubicBezTo>
                  <a:cubicBezTo>
                    <a:pt x="352" y="317"/>
                    <a:pt x="352" y="317"/>
                    <a:pt x="352" y="317"/>
                  </a:cubicBezTo>
                  <a:cubicBezTo>
                    <a:pt x="352" y="317"/>
                    <a:pt x="352" y="316"/>
                    <a:pt x="351" y="316"/>
                  </a:cubicBezTo>
                  <a:cubicBezTo>
                    <a:pt x="351" y="316"/>
                    <a:pt x="351" y="315"/>
                    <a:pt x="351" y="315"/>
                  </a:cubicBezTo>
                  <a:cubicBezTo>
                    <a:pt x="351" y="315"/>
                    <a:pt x="351" y="315"/>
                    <a:pt x="350" y="315"/>
                  </a:cubicBezTo>
                  <a:cubicBezTo>
                    <a:pt x="350" y="315"/>
                    <a:pt x="350" y="315"/>
                    <a:pt x="350" y="315"/>
                  </a:cubicBezTo>
                  <a:cubicBezTo>
                    <a:pt x="350" y="315"/>
                    <a:pt x="350" y="315"/>
                    <a:pt x="350" y="315"/>
                  </a:cubicBezTo>
                  <a:cubicBezTo>
                    <a:pt x="350" y="315"/>
                    <a:pt x="349" y="315"/>
                    <a:pt x="349" y="315"/>
                  </a:cubicBezTo>
                  <a:close/>
                  <a:moveTo>
                    <a:pt x="307" y="328"/>
                  </a:moveTo>
                  <a:cubicBezTo>
                    <a:pt x="307" y="327"/>
                    <a:pt x="306" y="327"/>
                    <a:pt x="306" y="327"/>
                  </a:cubicBezTo>
                  <a:cubicBezTo>
                    <a:pt x="306" y="327"/>
                    <a:pt x="306" y="326"/>
                    <a:pt x="305" y="326"/>
                  </a:cubicBezTo>
                  <a:cubicBezTo>
                    <a:pt x="305" y="327"/>
                    <a:pt x="305" y="327"/>
                    <a:pt x="305" y="327"/>
                  </a:cubicBezTo>
                  <a:cubicBezTo>
                    <a:pt x="305" y="327"/>
                    <a:pt x="305" y="328"/>
                    <a:pt x="305" y="328"/>
                  </a:cubicBezTo>
                  <a:cubicBezTo>
                    <a:pt x="305" y="328"/>
                    <a:pt x="305" y="329"/>
                    <a:pt x="305" y="329"/>
                  </a:cubicBezTo>
                  <a:cubicBezTo>
                    <a:pt x="305" y="329"/>
                    <a:pt x="305" y="329"/>
                    <a:pt x="306" y="329"/>
                  </a:cubicBezTo>
                  <a:cubicBezTo>
                    <a:pt x="306" y="329"/>
                    <a:pt x="306" y="329"/>
                    <a:pt x="306" y="330"/>
                  </a:cubicBezTo>
                  <a:cubicBezTo>
                    <a:pt x="305" y="330"/>
                    <a:pt x="305" y="330"/>
                    <a:pt x="306" y="330"/>
                  </a:cubicBezTo>
                  <a:cubicBezTo>
                    <a:pt x="306" y="330"/>
                    <a:pt x="306" y="330"/>
                    <a:pt x="306" y="330"/>
                  </a:cubicBezTo>
                  <a:cubicBezTo>
                    <a:pt x="306" y="330"/>
                    <a:pt x="306" y="330"/>
                    <a:pt x="307" y="330"/>
                  </a:cubicBezTo>
                  <a:cubicBezTo>
                    <a:pt x="307" y="330"/>
                    <a:pt x="307" y="330"/>
                    <a:pt x="307" y="330"/>
                  </a:cubicBezTo>
                  <a:cubicBezTo>
                    <a:pt x="308" y="330"/>
                    <a:pt x="308" y="329"/>
                    <a:pt x="308" y="329"/>
                  </a:cubicBezTo>
                  <a:cubicBezTo>
                    <a:pt x="308" y="329"/>
                    <a:pt x="308" y="329"/>
                    <a:pt x="308" y="329"/>
                  </a:cubicBezTo>
                  <a:cubicBezTo>
                    <a:pt x="307" y="328"/>
                    <a:pt x="307" y="328"/>
                    <a:pt x="307" y="328"/>
                  </a:cubicBezTo>
                  <a:close/>
                  <a:moveTo>
                    <a:pt x="296" y="315"/>
                  </a:moveTo>
                  <a:cubicBezTo>
                    <a:pt x="296" y="315"/>
                    <a:pt x="296" y="316"/>
                    <a:pt x="296" y="316"/>
                  </a:cubicBezTo>
                  <a:cubicBezTo>
                    <a:pt x="296" y="316"/>
                    <a:pt x="296" y="316"/>
                    <a:pt x="296" y="316"/>
                  </a:cubicBezTo>
                  <a:cubicBezTo>
                    <a:pt x="296" y="317"/>
                    <a:pt x="296" y="317"/>
                    <a:pt x="296" y="318"/>
                  </a:cubicBezTo>
                  <a:cubicBezTo>
                    <a:pt x="296" y="318"/>
                    <a:pt x="296" y="319"/>
                    <a:pt x="296" y="319"/>
                  </a:cubicBezTo>
                  <a:cubicBezTo>
                    <a:pt x="296" y="319"/>
                    <a:pt x="296" y="319"/>
                    <a:pt x="296" y="319"/>
                  </a:cubicBezTo>
                  <a:cubicBezTo>
                    <a:pt x="296" y="320"/>
                    <a:pt x="296" y="320"/>
                    <a:pt x="296" y="320"/>
                  </a:cubicBezTo>
                  <a:cubicBezTo>
                    <a:pt x="296" y="320"/>
                    <a:pt x="296" y="321"/>
                    <a:pt x="296" y="321"/>
                  </a:cubicBezTo>
                  <a:cubicBezTo>
                    <a:pt x="296" y="321"/>
                    <a:pt x="296" y="321"/>
                    <a:pt x="296" y="322"/>
                  </a:cubicBezTo>
                  <a:cubicBezTo>
                    <a:pt x="296" y="322"/>
                    <a:pt x="297" y="322"/>
                    <a:pt x="297" y="323"/>
                  </a:cubicBezTo>
                  <a:cubicBezTo>
                    <a:pt x="297" y="323"/>
                    <a:pt x="297" y="323"/>
                    <a:pt x="297" y="323"/>
                  </a:cubicBezTo>
                  <a:cubicBezTo>
                    <a:pt x="297" y="323"/>
                    <a:pt x="297" y="323"/>
                    <a:pt x="297" y="323"/>
                  </a:cubicBezTo>
                  <a:cubicBezTo>
                    <a:pt x="297" y="323"/>
                    <a:pt x="298" y="323"/>
                    <a:pt x="298" y="323"/>
                  </a:cubicBezTo>
                  <a:cubicBezTo>
                    <a:pt x="298" y="323"/>
                    <a:pt x="299" y="323"/>
                    <a:pt x="299" y="322"/>
                  </a:cubicBezTo>
                  <a:cubicBezTo>
                    <a:pt x="299" y="322"/>
                    <a:pt x="300" y="322"/>
                    <a:pt x="300" y="322"/>
                  </a:cubicBezTo>
                  <a:cubicBezTo>
                    <a:pt x="300" y="322"/>
                    <a:pt x="300" y="322"/>
                    <a:pt x="301" y="322"/>
                  </a:cubicBezTo>
                  <a:cubicBezTo>
                    <a:pt x="301" y="322"/>
                    <a:pt x="301" y="322"/>
                    <a:pt x="301" y="322"/>
                  </a:cubicBezTo>
                  <a:cubicBezTo>
                    <a:pt x="301" y="322"/>
                    <a:pt x="302" y="322"/>
                    <a:pt x="302" y="322"/>
                  </a:cubicBezTo>
                  <a:cubicBezTo>
                    <a:pt x="302" y="322"/>
                    <a:pt x="302" y="322"/>
                    <a:pt x="302" y="322"/>
                  </a:cubicBezTo>
                  <a:cubicBezTo>
                    <a:pt x="303" y="322"/>
                    <a:pt x="303" y="322"/>
                    <a:pt x="303" y="322"/>
                  </a:cubicBezTo>
                  <a:cubicBezTo>
                    <a:pt x="303" y="322"/>
                    <a:pt x="304" y="321"/>
                    <a:pt x="304" y="321"/>
                  </a:cubicBezTo>
                  <a:cubicBezTo>
                    <a:pt x="304" y="320"/>
                    <a:pt x="304" y="319"/>
                    <a:pt x="304" y="319"/>
                  </a:cubicBezTo>
                  <a:cubicBezTo>
                    <a:pt x="304" y="319"/>
                    <a:pt x="304" y="319"/>
                    <a:pt x="304" y="319"/>
                  </a:cubicBezTo>
                  <a:cubicBezTo>
                    <a:pt x="304" y="318"/>
                    <a:pt x="304" y="318"/>
                    <a:pt x="304" y="317"/>
                  </a:cubicBezTo>
                  <a:cubicBezTo>
                    <a:pt x="304" y="317"/>
                    <a:pt x="304" y="316"/>
                    <a:pt x="305" y="315"/>
                  </a:cubicBezTo>
                  <a:cubicBezTo>
                    <a:pt x="305" y="315"/>
                    <a:pt x="305" y="315"/>
                    <a:pt x="305" y="315"/>
                  </a:cubicBezTo>
                  <a:cubicBezTo>
                    <a:pt x="305" y="314"/>
                    <a:pt x="305" y="314"/>
                    <a:pt x="305" y="313"/>
                  </a:cubicBezTo>
                  <a:cubicBezTo>
                    <a:pt x="305" y="313"/>
                    <a:pt x="305" y="313"/>
                    <a:pt x="305" y="312"/>
                  </a:cubicBezTo>
                  <a:cubicBezTo>
                    <a:pt x="305" y="312"/>
                    <a:pt x="304" y="312"/>
                    <a:pt x="304" y="312"/>
                  </a:cubicBezTo>
                  <a:cubicBezTo>
                    <a:pt x="304" y="311"/>
                    <a:pt x="304" y="311"/>
                    <a:pt x="303" y="311"/>
                  </a:cubicBezTo>
                  <a:cubicBezTo>
                    <a:pt x="303" y="311"/>
                    <a:pt x="302" y="311"/>
                    <a:pt x="302" y="312"/>
                  </a:cubicBezTo>
                  <a:cubicBezTo>
                    <a:pt x="302" y="312"/>
                    <a:pt x="302" y="312"/>
                    <a:pt x="302" y="312"/>
                  </a:cubicBezTo>
                  <a:cubicBezTo>
                    <a:pt x="301" y="312"/>
                    <a:pt x="301" y="313"/>
                    <a:pt x="301" y="313"/>
                  </a:cubicBezTo>
                  <a:cubicBezTo>
                    <a:pt x="300" y="313"/>
                    <a:pt x="300" y="313"/>
                    <a:pt x="300" y="313"/>
                  </a:cubicBezTo>
                  <a:cubicBezTo>
                    <a:pt x="300" y="313"/>
                    <a:pt x="299" y="314"/>
                    <a:pt x="300" y="314"/>
                  </a:cubicBezTo>
                  <a:cubicBezTo>
                    <a:pt x="300" y="314"/>
                    <a:pt x="300" y="314"/>
                    <a:pt x="300" y="314"/>
                  </a:cubicBezTo>
                  <a:cubicBezTo>
                    <a:pt x="301" y="314"/>
                    <a:pt x="301" y="314"/>
                    <a:pt x="301" y="314"/>
                  </a:cubicBezTo>
                  <a:cubicBezTo>
                    <a:pt x="302" y="314"/>
                    <a:pt x="302" y="314"/>
                    <a:pt x="302" y="314"/>
                  </a:cubicBezTo>
                  <a:cubicBezTo>
                    <a:pt x="302" y="314"/>
                    <a:pt x="302" y="315"/>
                    <a:pt x="302" y="315"/>
                  </a:cubicBezTo>
                  <a:cubicBezTo>
                    <a:pt x="302" y="316"/>
                    <a:pt x="302" y="316"/>
                    <a:pt x="302" y="316"/>
                  </a:cubicBezTo>
                  <a:cubicBezTo>
                    <a:pt x="302" y="317"/>
                    <a:pt x="302" y="317"/>
                    <a:pt x="302" y="318"/>
                  </a:cubicBezTo>
                  <a:cubicBezTo>
                    <a:pt x="302" y="319"/>
                    <a:pt x="302" y="319"/>
                    <a:pt x="301" y="319"/>
                  </a:cubicBezTo>
                  <a:cubicBezTo>
                    <a:pt x="301" y="319"/>
                    <a:pt x="301" y="319"/>
                    <a:pt x="301" y="319"/>
                  </a:cubicBezTo>
                  <a:cubicBezTo>
                    <a:pt x="301" y="319"/>
                    <a:pt x="300" y="319"/>
                    <a:pt x="300" y="320"/>
                  </a:cubicBezTo>
                  <a:cubicBezTo>
                    <a:pt x="300" y="320"/>
                    <a:pt x="299" y="320"/>
                    <a:pt x="299" y="319"/>
                  </a:cubicBezTo>
                  <a:cubicBezTo>
                    <a:pt x="299" y="319"/>
                    <a:pt x="299" y="319"/>
                    <a:pt x="299" y="319"/>
                  </a:cubicBezTo>
                  <a:cubicBezTo>
                    <a:pt x="299" y="319"/>
                    <a:pt x="299" y="318"/>
                    <a:pt x="299" y="318"/>
                  </a:cubicBezTo>
                  <a:cubicBezTo>
                    <a:pt x="300" y="318"/>
                    <a:pt x="300" y="318"/>
                    <a:pt x="300" y="318"/>
                  </a:cubicBezTo>
                  <a:cubicBezTo>
                    <a:pt x="301" y="318"/>
                    <a:pt x="301" y="318"/>
                    <a:pt x="301" y="318"/>
                  </a:cubicBezTo>
                  <a:cubicBezTo>
                    <a:pt x="301" y="318"/>
                    <a:pt x="301" y="318"/>
                    <a:pt x="301" y="317"/>
                  </a:cubicBezTo>
                  <a:cubicBezTo>
                    <a:pt x="301" y="317"/>
                    <a:pt x="301" y="316"/>
                    <a:pt x="301" y="316"/>
                  </a:cubicBezTo>
                  <a:cubicBezTo>
                    <a:pt x="301" y="315"/>
                    <a:pt x="301" y="315"/>
                    <a:pt x="300" y="315"/>
                  </a:cubicBezTo>
                  <a:cubicBezTo>
                    <a:pt x="300" y="315"/>
                    <a:pt x="300" y="315"/>
                    <a:pt x="300" y="315"/>
                  </a:cubicBezTo>
                  <a:cubicBezTo>
                    <a:pt x="300" y="316"/>
                    <a:pt x="300" y="316"/>
                    <a:pt x="299" y="316"/>
                  </a:cubicBezTo>
                  <a:cubicBezTo>
                    <a:pt x="299" y="316"/>
                    <a:pt x="299" y="315"/>
                    <a:pt x="299" y="315"/>
                  </a:cubicBezTo>
                  <a:cubicBezTo>
                    <a:pt x="299" y="315"/>
                    <a:pt x="299" y="315"/>
                    <a:pt x="299" y="315"/>
                  </a:cubicBezTo>
                  <a:cubicBezTo>
                    <a:pt x="299" y="315"/>
                    <a:pt x="299" y="314"/>
                    <a:pt x="299" y="314"/>
                  </a:cubicBezTo>
                  <a:cubicBezTo>
                    <a:pt x="299" y="314"/>
                    <a:pt x="299" y="314"/>
                    <a:pt x="299" y="314"/>
                  </a:cubicBezTo>
                  <a:cubicBezTo>
                    <a:pt x="299" y="314"/>
                    <a:pt x="298" y="314"/>
                    <a:pt x="298" y="314"/>
                  </a:cubicBezTo>
                  <a:cubicBezTo>
                    <a:pt x="298" y="313"/>
                    <a:pt x="298" y="313"/>
                    <a:pt x="297" y="313"/>
                  </a:cubicBezTo>
                  <a:cubicBezTo>
                    <a:pt x="297" y="313"/>
                    <a:pt x="297" y="313"/>
                    <a:pt x="297" y="313"/>
                  </a:cubicBezTo>
                  <a:cubicBezTo>
                    <a:pt x="296" y="313"/>
                    <a:pt x="296" y="314"/>
                    <a:pt x="296" y="314"/>
                  </a:cubicBezTo>
                  <a:cubicBezTo>
                    <a:pt x="296" y="314"/>
                    <a:pt x="296" y="315"/>
                    <a:pt x="296" y="315"/>
                  </a:cubicBezTo>
                  <a:cubicBezTo>
                    <a:pt x="295" y="315"/>
                    <a:pt x="295" y="315"/>
                    <a:pt x="296" y="315"/>
                  </a:cubicBezTo>
                  <a:close/>
                  <a:moveTo>
                    <a:pt x="272" y="311"/>
                  </a:moveTo>
                  <a:cubicBezTo>
                    <a:pt x="272" y="311"/>
                    <a:pt x="272" y="312"/>
                    <a:pt x="272" y="312"/>
                  </a:cubicBezTo>
                  <a:cubicBezTo>
                    <a:pt x="273" y="312"/>
                    <a:pt x="273" y="312"/>
                    <a:pt x="273" y="312"/>
                  </a:cubicBezTo>
                  <a:cubicBezTo>
                    <a:pt x="273" y="313"/>
                    <a:pt x="273" y="313"/>
                    <a:pt x="273" y="313"/>
                  </a:cubicBezTo>
                  <a:cubicBezTo>
                    <a:pt x="274" y="314"/>
                    <a:pt x="274" y="314"/>
                    <a:pt x="274" y="314"/>
                  </a:cubicBezTo>
                  <a:cubicBezTo>
                    <a:pt x="275" y="314"/>
                    <a:pt x="275" y="314"/>
                    <a:pt x="275" y="314"/>
                  </a:cubicBezTo>
                  <a:cubicBezTo>
                    <a:pt x="275" y="314"/>
                    <a:pt x="276" y="314"/>
                    <a:pt x="276" y="313"/>
                  </a:cubicBezTo>
                  <a:cubicBezTo>
                    <a:pt x="276" y="313"/>
                    <a:pt x="276" y="313"/>
                    <a:pt x="276" y="312"/>
                  </a:cubicBezTo>
                  <a:cubicBezTo>
                    <a:pt x="275" y="312"/>
                    <a:pt x="275" y="312"/>
                    <a:pt x="275" y="312"/>
                  </a:cubicBezTo>
                  <a:cubicBezTo>
                    <a:pt x="275" y="311"/>
                    <a:pt x="275" y="311"/>
                    <a:pt x="274" y="311"/>
                  </a:cubicBezTo>
                  <a:cubicBezTo>
                    <a:pt x="274" y="310"/>
                    <a:pt x="273" y="310"/>
                    <a:pt x="273" y="310"/>
                  </a:cubicBezTo>
                  <a:cubicBezTo>
                    <a:pt x="273" y="310"/>
                    <a:pt x="273" y="310"/>
                    <a:pt x="273" y="310"/>
                  </a:cubicBezTo>
                  <a:cubicBezTo>
                    <a:pt x="272" y="310"/>
                    <a:pt x="272" y="310"/>
                    <a:pt x="272" y="311"/>
                  </a:cubicBezTo>
                  <a:cubicBezTo>
                    <a:pt x="272" y="311"/>
                    <a:pt x="272" y="311"/>
                    <a:pt x="272" y="311"/>
                  </a:cubicBezTo>
                  <a:close/>
                  <a:moveTo>
                    <a:pt x="276" y="322"/>
                  </a:moveTo>
                  <a:cubicBezTo>
                    <a:pt x="275" y="322"/>
                    <a:pt x="275" y="322"/>
                    <a:pt x="274" y="322"/>
                  </a:cubicBezTo>
                  <a:cubicBezTo>
                    <a:pt x="274" y="321"/>
                    <a:pt x="274" y="322"/>
                    <a:pt x="274" y="322"/>
                  </a:cubicBezTo>
                  <a:cubicBezTo>
                    <a:pt x="274" y="322"/>
                    <a:pt x="273" y="323"/>
                    <a:pt x="273" y="323"/>
                  </a:cubicBezTo>
                  <a:cubicBezTo>
                    <a:pt x="273" y="323"/>
                    <a:pt x="272" y="324"/>
                    <a:pt x="272" y="324"/>
                  </a:cubicBezTo>
                  <a:cubicBezTo>
                    <a:pt x="272" y="324"/>
                    <a:pt x="271" y="324"/>
                    <a:pt x="271" y="325"/>
                  </a:cubicBezTo>
                  <a:cubicBezTo>
                    <a:pt x="271" y="325"/>
                    <a:pt x="271" y="325"/>
                    <a:pt x="271" y="325"/>
                  </a:cubicBezTo>
                  <a:cubicBezTo>
                    <a:pt x="271" y="325"/>
                    <a:pt x="272" y="326"/>
                    <a:pt x="272" y="325"/>
                  </a:cubicBezTo>
                  <a:cubicBezTo>
                    <a:pt x="272" y="325"/>
                    <a:pt x="272" y="325"/>
                    <a:pt x="272" y="325"/>
                  </a:cubicBezTo>
                  <a:cubicBezTo>
                    <a:pt x="272" y="325"/>
                    <a:pt x="273" y="325"/>
                    <a:pt x="274" y="325"/>
                  </a:cubicBezTo>
                  <a:cubicBezTo>
                    <a:pt x="274" y="325"/>
                    <a:pt x="274" y="325"/>
                    <a:pt x="274" y="325"/>
                  </a:cubicBezTo>
                  <a:cubicBezTo>
                    <a:pt x="274" y="324"/>
                    <a:pt x="275" y="324"/>
                    <a:pt x="275" y="323"/>
                  </a:cubicBezTo>
                  <a:cubicBezTo>
                    <a:pt x="275" y="323"/>
                    <a:pt x="275" y="323"/>
                    <a:pt x="276" y="323"/>
                  </a:cubicBezTo>
                  <a:cubicBezTo>
                    <a:pt x="276" y="323"/>
                    <a:pt x="276" y="322"/>
                    <a:pt x="276" y="322"/>
                  </a:cubicBezTo>
                  <a:close/>
                  <a:moveTo>
                    <a:pt x="221" y="310"/>
                  </a:moveTo>
                  <a:cubicBezTo>
                    <a:pt x="221" y="310"/>
                    <a:pt x="221" y="310"/>
                    <a:pt x="221" y="311"/>
                  </a:cubicBezTo>
                  <a:cubicBezTo>
                    <a:pt x="221" y="311"/>
                    <a:pt x="222" y="312"/>
                    <a:pt x="222" y="312"/>
                  </a:cubicBezTo>
                  <a:cubicBezTo>
                    <a:pt x="222" y="312"/>
                    <a:pt x="222" y="313"/>
                    <a:pt x="222" y="313"/>
                  </a:cubicBezTo>
                  <a:cubicBezTo>
                    <a:pt x="222" y="313"/>
                    <a:pt x="222" y="313"/>
                    <a:pt x="222" y="313"/>
                  </a:cubicBezTo>
                  <a:cubicBezTo>
                    <a:pt x="222" y="314"/>
                    <a:pt x="223" y="314"/>
                    <a:pt x="223" y="314"/>
                  </a:cubicBezTo>
                  <a:cubicBezTo>
                    <a:pt x="223" y="314"/>
                    <a:pt x="223" y="314"/>
                    <a:pt x="223" y="314"/>
                  </a:cubicBezTo>
                  <a:cubicBezTo>
                    <a:pt x="223" y="314"/>
                    <a:pt x="223" y="314"/>
                    <a:pt x="223" y="314"/>
                  </a:cubicBezTo>
                  <a:cubicBezTo>
                    <a:pt x="223" y="314"/>
                    <a:pt x="223" y="314"/>
                    <a:pt x="223" y="314"/>
                  </a:cubicBezTo>
                  <a:cubicBezTo>
                    <a:pt x="224" y="314"/>
                    <a:pt x="224" y="314"/>
                    <a:pt x="224" y="314"/>
                  </a:cubicBezTo>
                  <a:cubicBezTo>
                    <a:pt x="224" y="313"/>
                    <a:pt x="224" y="313"/>
                    <a:pt x="225" y="314"/>
                  </a:cubicBezTo>
                  <a:cubicBezTo>
                    <a:pt x="225" y="314"/>
                    <a:pt x="225" y="314"/>
                    <a:pt x="226" y="314"/>
                  </a:cubicBezTo>
                  <a:cubicBezTo>
                    <a:pt x="226" y="314"/>
                    <a:pt x="226" y="315"/>
                    <a:pt x="227" y="315"/>
                  </a:cubicBezTo>
                  <a:cubicBezTo>
                    <a:pt x="227" y="315"/>
                    <a:pt x="227" y="315"/>
                    <a:pt x="227" y="315"/>
                  </a:cubicBezTo>
                  <a:cubicBezTo>
                    <a:pt x="227" y="315"/>
                    <a:pt x="228" y="314"/>
                    <a:pt x="227" y="314"/>
                  </a:cubicBezTo>
                  <a:cubicBezTo>
                    <a:pt x="227" y="314"/>
                    <a:pt x="227" y="314"/>
                    <a:pt x="227" y="314"/>
                  </a:cubicBezTo>
                  <a:cubicBezTo>
                    <a:pt x="227" y="313"/>
                    <a:pt x="227" y="313"/>
                    <a:pt x="228" y="312"/>
                  </a:cubicBezTo>
                  <a:cubicBezTo>
                    <a:pt x="228" y="312"/>
                    <a:pt x="228" y="312"/>
                    <a:pt x="227" y="312"/>
                  </a:cubicBezTo>
                  <a:cubicBezTo>
                    <a:pt x="227" y="312"/>
                    <a:pt x="227" y="312"/>
                    <a:pt x="227" y="312"/>
                  </a:cubicBezTo>
                  <a:cubicBezTo>
                    <a:pt x="227" y="312"/>
                    <a:pt x="227" y="311"/>
                    <a:pt x="226" y="311"/>
                  </a:cubicBezTo>
                  <a:cubicBezTo>
                    <a:pt x="226" y="311"/>
                    <a:pt x="226" y="311"/>
                    <a:pt x="226" y="311"/>
                  </a:cubicBezTo>
                  <a:cubicBezTo>
                    <a:pt x="226" y="311"/>
                    <a:pt x="226" y="311"/>
                    <a:pt x="225" y="310"/>
                  </a:cubicBezTo>
                  <a:cubicBezTo>
                    <a:pt x="225" y="310"/>
                    <a:pt x="225" y="310"/>
                    <a:pt x="225" y="310"/>
                  </a:cubicBezTo>
                  <a:cubicBezTo>
                    <a:pt x="225" y="310"/>
                    <a:pt x="225" y="310"/>
                    <a:pt x="225" y="310"/>
                  </a:cubicBezTo>
                  <a:cubicBezTo>
                    <a:pt x="225" y="310"/>
                    <a:pt x="224" y="310"/>
                    <a:pt x="224" y="310"/>
                  </a:cubicBezTo>
                  <a:cubicBezTo>
                    <a:pt x="224" y="310"/>
                    <a:pt x="224" y="309"/>
                    <a:pt x="223" y="309"/>
                  </a:cubicBezTo>
                  <a:cubicBezTo>
                    <a:pt x="223" y="309"/>
                    <a:pt x="223" y="309"/>
                    <a:pt x="222" y="309"/>
                  </a:cubicBezTo>
                  <a:cubicBezTo>
                    <a:pt x="222" y="309"/>
                    <a:pt x="222" y="309"/>
                    <a:pt x="222" y="309"/>
                  </a:cubicBezTo>
                  <a:cubicBezTo>
                    <a:pt x="222" y="309"/>
                    <a:pt x="222" y="309"/>
                    <a:pt x="221" y="309"/>
                  </a:cubicBezTo>
                  <a:cubicBezTo>
                    <a:pt x="221" y="310"/>
                    <a:pt x="221" y="310"/>
                    <a:pt x="221" y="310"/>
                  </a:cubicBezTo>
                  <a:close/>
                  <a:moveTo>
                    <a:pt x="203" y="317"/>
                  </a:moveTo>
                  <a:cubicBezTo>
                    <a:pt x="203" y="318"/>
                    <a:pt x="203" y="318"/>
                    <a:pt x="203" y="319"/>
                  </a:cubicBezTo>
                  <a:cubicBezTo>
                    <a:pt x="203" y="319"/>
                    <a:pt x="203" y="319"/>
                    <a:pt x="203" y="319"/>
                  </a:cubicBezTo>
                  <a:cubicBezTo>
                    <a:pt x="203" y="319"/>
                    <a:pt x="203" y="320"/>
                    <a:pt x="203" y="320"/>
                  </a:cubicBezTo>
                  <a:cubicBezTo>
                    <a:pt x="204" y="320"/>
                    <a:pt x="204" y="320"/>
                    <a:pt x="204" y="320"/>
                  </a:cubicBezTo>
                  <a:cubicBezTo>
                    <a:pt x="204" y="320"/>
                    <a:pt x="204" y="319"/>
                    <a:pt x="204" y="319"/>
                  </a:cubicBezTo>
                  <a:cubicBezTo>
                    <a:pt x="205" y="319"/>
                    <a:pt x="205" y="319"/>
                    <a:pt x="205" y="318"/>
                  </a:cubicBezTo>
                  <a:cubicBezTo>
                    <a:pt x="204" y="318"/>
                    <a:pt x="204" y="317"/>
                    <a:pt x="204" y="317"/>
                  </a:cubicBezTo>
                  <a:cubicBezTo>
                    <a:pt x="204" y="317"/>
                    <a:pt x="203" y="317"/>
                    <a:pt x="203" y="317"/>
                  </a:cubicBezTo>
                  <a:cubicBezTo>
                    <a:pt x="203" y="317"/>
                    <a:pt x="203" y="317"/>
                    <a:pt x="203" y="317"/>
                  </a:cubicBezTo>
                  <a:close/>
                  <a:moveTo>
                    <a:pt x="124" y="320"/>
                  </a:moveTo>
                  <a:cubicBezTo>
                    <a:pt x="124" y="320"/>
                    <a:pt x="124" y="319"/>
                    <a:pt x="124" y="319"/>
                  </a:cubicBezTo>
                  <a:cubicBezTo>
                    <a:pt x="124" y="318"/>
                    <a:pt x="124" y="318"/>
                    <a:pt x="124" y="318"/>
                  </a:cubicBezTo>
                  <a:cubicBezTo>
                    <a:pt x="124" y="317"/>
                    <a:pt x="124" y="317"/>
                    <a:pt x="124" y="317"/>
                  </a:cubicBezTo>
                  <a:cubicBezTo>
                    <a:pt x="124" y="317"/>
                    <a:pt x="124" y="317"/>
                    <a:pt x="124" y="317"/>
                  </a:cubicBezTo>
                  <a:cubicBezTo>
                    <a:pt x="124" y="317"/>
                    <a:pt x="124" y="316"/>
                    <a:pt x="124" y="316"/>
                  </a:cubicBezTo>
                  <a:cubicBezTo>
                    <a:pt x="123" y="316"/>
                    <a:pt x="123" y="316"/>
                    <a:pt x="123" y="316"/>
                  </a:cubicBezTo>
                  <a:cubicBezTo>
                    <a:pt x="123" y="316"/>
                    <a:pt x="123" y="316"/>
                    <a:pt x="123" y="316"/>
                  </a:cubicBezTo>
                  <a:cubicBezTo>
                    <a:pt x="123" y="315"/>
                    <a:pt x="123" y="315"/>
                    <a:pt x="122" y="315"/>
                  </a:cubicBezTo>
                  <a:cubicBezTo>
                    <a:pt x="122" y="315"/>
                    <a:pt x="122" y="315"/>
                    <a:pt x="122" y="315"/>
                  </a:cubicBezTo>
                  <a:cubicBezTo>
                    <a:pt x="122" y="315"/>
                    <a:pt x="121" y="315"/>
                    <a:pt x="121" y="315"/>
                  </a:cubicBezTo>
                  <a:cubicBezTo>
                    <a:pt x="121" y="315"/>
                    <a:pt x="121" y="315"/>
                    <a:pt x="121" y="315"/>
                  </a:cubicBezTo>
                  <a:cubicBezTo>
                    <a:pt x="121" y="315"/>
                    <a:pt x="120" y="315"/>
                    <a:pt x="120" y="315"/>
                  </a:cubicBezTo>
                  <a:cubicBezTo>
                    <a:pt x="120" y="315"/>
                    <a:pt x="120" y="315"/>
                    <a:pt x="119" y="315"/>
                  </a:cubicBezTo>
                  <a:cubicBezTo>
                    <a:pt x="119" y="315"/>
                    <a:pt x="119" y="315"/>
                    <a:pt x="118" y="315"/>
                  </a:cubicBezTo>
                  <a:cubicBezTo>
                    <a:pt x="118" y="315"/>
                    <a:pt x="118" y="315"/>
                    <a:pt x="118" y="315"/>
                  </a:cubicBezTo>
                  <a:cubicBezTo>
                    <a:pt x="117" y="315"/>
                    <a:pt x="117" y="315"/>
                    <a:pt x="116" y="315"/>
                  </a:cubicBezTo>
                  <a:cubicBezTo>
                    <a:pt x="116" y="315"/>
                    <a:pt x="116" y="315"/>
                    <a:pt x="116" y="315"/>
                  </a:cubicBezTo>
                  <a:cubicBezTo>
                    <a:pt x="116" y="315"/>
                    <a:pt x="115" y="315"/>
                    <a:pt x="115" y="315"/>
                  </a:cubicBezTo>
                  <a:cubicBezTo>
                    <a:pt x="115" y="315"/>
                    <a:pt x="115" y="315"/>
                    <a:pt x="114" y="315"/>
                  </a:cubicBezTo>
                  <a:cubicBezTo>
                    <a:pt x="114" y="315"/>
                    <a:pt x="114" y="315"/>
                    <a:pt x="114" y="315"/>
                  </a:cubicBezTo>
                  <a:cubicBezTo>
                    <a:pt x="114" y="315"/>
                    <a:pt x="113" y="315"/>
                    <a:pt x="113" y="315"/>
                  </a:cubicBezTo>
                  <a:cubicBezTo>
                    <a:pt x="113" y="315"/>
                    <a:pt x="113" y="315"/>
                    <a:pt x="113" y="315"/>
                  </a:cubicBezTo>
                  <a:cubicBezTo>
                    <a:pt x="112" y="315"/>
                    <a:pt x="112" y="316"/>
                    <a:pt x="111" y="316"/>
                  </a:cubicBezTo>
                  <a:cubicBezTo>
                    <a:pt x="111" y="316"/>
                    <a:pt x="111" y="316"/>
                    <a:pt x="111" y="316"/>
                  </a:cubicBezTo>
                  <a:cubicBezTo>
                    <a:pt x="111" y="316"/>
                    <a:pt x="111" y="316"/>
                    <a:pt x="110" y="316"/>
                  </a:cubicBezTo>
                  <a:cubicBezTo>
                    <a:pt x="110" y="316"/>
                    <a:pt x="110" y="316"/>
                    <a:pt x="110" y="316"/>
                  </a:cubicBezTo>
                  <a:cubicBezTo>
                    <a:pt x="110" y="316"/>
                    <a:pt x="109" y="316"/>
                    <a:pt x="109" y="316"/>
                  </a:cubicBezTo>
                  <a:cubicBezTo>
                    <a:pt x="109" y="316"/>
                    <a:pt x="109" y="316"/>
                    <a:pt x="109" y="316"/>
                  </a:cubicBezTo>
                  <a:cubicBezTo>
                    <a:pt x="109" y="316"/>
                    <a:pt x="108" y="317"/>
                    <a:pt x="108" y="317"/>
                  </a:cubicBezTo>
                  <a:cubicBezTo>
                    <a:pt x="108" y="317"/>
                    <a:pt x="108" y="317"/>
                    <a:pt x="108" y="317"/>
                  </a:cubicBezTo>
                  <a:cubicBezTo>
                    <a:pt x="108" y="317"/>
                    <a:pt x="108" y="317"/>
                    <a:pt x="108" y="317"/>
                  </a:cubicBezTo>
                  <a:cubicBezTo>
                    <a:pt x="108" y="317"/>
                    <a:pt x="109" y="317"/>
                    <a:pt x="109" y="317"/>
                  </a:cubicBezTo>
                  <a:cubicBezTo>
                    <a:pt x="109" y="317"/>
                    <a:pt x="109" y="317"/>
                    <a:pt x="110" y="317"/>
                  </a:cubicBezTo>
                  <a:cubicBezTo>
                    <a:pt x="110" y="317"/>
                    <a:pt x="110" y="317"/>
                    <a:pt x="110" y="317"/>
                  </a:cubicBezTo>
                  <a:cubicBezTo>
                    <a:pt x="111" y="317"/>
                    <a:pt x="111" y="317"/>
                    <a:pt x="111" y="317"/>
                  </a:cubicBezTo>
                  <a:cubicBezTo>
                    <a:pt x="111" y="317"/>
                    <a:pt x="112" y="317"/>
                    <a:pt x="112" y="318"/>
                  </a:cubicBezTo>
                  <a:cubicBezTo>
                    <a:pt x="112" y="318"/>
                    <a:pt x="112" y="318"/>
                    <a:pt x="112" y="318"/>
                  </a:cubicBezTo>
                  <a:cubicBezTo>
                    <a:pt x="112" y="318"/>
                    <a:pt x="112" y="318"/>
                    <a:pt x="112" y="318"/>
                  </a:cubicBezTo>
                  <a:cubicBezTo>
                    <a:pt x="112" y="319"/>
                    <a:pt x="112" y="319"/>
                    <a:pt x="112" y="319"/>
                  </a:cubicBezTo>
                  <a:cubicBezTo>
                    <a:pt x="112" y="319"/>
                    <a:pt x="111" y="319"/>
                    <a:pt x="111" y="319"/>
                  </a:cubicBezTo>
                  <a:cubicBezTo>
                    <a:pt x="111" y="319"/>
                    <a:pt x="111" y="319"/>
                    <a:pt x="110" y="319"/>
                  </a:cubicBezTo>
                  <a:cubicBezTo>
                    <a:pt x="110" y="319"/>
                    <a:pt x="110" y="319"/>
                    <a:pt x="110" y="319"/>
                  </a:cubicBezTo>
                  <a:cubicBezTo>
                    <a:pt x="109" y="320"/>
                    <a:pt x="109" y="320"/>
                    <a:pt x="109" y="320"/>
                  </a:cubicBezTo>
                  <a:cubicBezTo>
                    <a:pt x="109" y="320"/>
                    <a:pt x="109" y="320"/>
                    <a:pt x="109" y="320"/>
                  </a:cubicBezTo>
                  <a:cubicBezTo>
                    <a:pt x="110" y="321"/>
                    <a:pt x="110" y="321"/>
                    <a:pt x="110" y="321"/>
                  </a:cubicBezTo>
                  <a:cubicBezTo>
                    <a:pt x="111" y="321"/>
                    <a:pt x="111" y="321"/>
                    <a:pt x="112" y="321"/>
                  </a:cubicBezTo>
                  <a:cubicBezTo>
                    <a:pt x="112" y="321"/>
                    <a:pt x="112" y="321"/>
                    <a:pt x="113" y="321"/>
                  </a:cubicBezTo>
                  <a:cubicBezTo>
                    <a:pt x="113" y="321"/>
                    <a:pt x="113" y="321"/>
                    <a:pt x="113" y="321"/>
                  </a:cubicBezTo>
                  <a:cubicBezTo>
                    <a:pt x="113" y="321"/>
                    <a:pt x="113" y="322"/>
                    <a:pt x="113" y="322"/>
                  </a:cubicBezTo>
                  <a:cubicBezTo>
                    <a:pt x="113" y="322"/>
                    <a:pt x="112" y="322"/>
                    <a:pt x="112" y="322"/>
                  </a:cubicBezTo>
                  <a:cubicBezTo>
                    <a:pt x="112" y="322"/>
                    <a:pt x="112" y="322"/>
                    <a:pt x="111" y="322"/>
                  </a:cubicBezTo>
                  <a:cubicBezTo>
                    <a:pt x="111" y="322"/>
                    <a:pt x="111" y="322"/>
                    <a:pt x="111" y="322"/>
                  </a:cubicBezTo>
                  <a:cubicBezTo>
                    <a:pt x="111" y="322"/>
                    <a:pt x="110" y="322"/>
                    <a:pt x="110" y="322"/>
                  </a:cubicBezTo>
                  <a:cubicBezTo>
                    <a:pt x="110" y="322"/>
                    <a:pt x="110" y="322"/>
                    <a:pt x="110" y="322"/>
                  </a:cubicBezTo>
                  <a:cubicBezTo>
                    <a:pt x="109" y="323"/>
                    <a:pt x="108" y="323"/>
                    <a:pt x="107" y="323"/>
                  </a:cubicBezTo>
                  <a:cubicBezTo>
                    <a:pt x="107" y="323"/>
                    <a:pt x="107" y="323"/>
                    <a:pt x="107" y="323"/>
                  </a:cubicBezTo>
                  <a:cubicBezTo>
                    <a:pt x="107" y="322"/>
                    <a:pt x="106" y="322"/>
                    <a:pt x="106" y="322"/>
                  </a:cubicBezTo>
                  <a:cubicBezTo>
                    <a:pt x="106" y="322"/>
                    <a:pt x="106" y="321"/>
                    <a:pt x="106" y="321"/>
                  </a:cubicBezTo>
                  <a:cubicBezTo>
                    <a:pt x="106" y="321"/>
                    <a:pt x="106" y="321"/>
                    <a:pt x="106" y="321"/>
                  </a:cubicBezTo>
                  <a:cubicBezTo>
                    <a:pt x="105" y="320"/>
                    <a:pt x="105" y="320"/>
                    <a:pt x="105" y="320"/>
                  </a:cubicBezTo>
                  <a:cubicBezTo>
                    <a:pt x="105" y="320"/>
                    <a:pt x="105" y="319"/>
                    <a:pt x="104" y="320"/>
                  </a:cubicBezTo>
                  <a:cubicBezTo>
                    <a:pt x="104" y="320"/>
                    <a:pt x="103" y="320"/>
                    <a:pt x="103" y="321"/>
                  </a:cubicBezTo>
                  <a:cubicBezTo>
                    <a:pt x="103" y="321"/>
                    <a:pt x="103" y="321"/>
                    <a:pt x="103" y="321"/>
                  </a:cubicBezTo>
                  <a:cubicBezTo>
                    <a:pt x="103" y="321"/>
                    <a:pt x="103" y="321"/>
                    <a:pt x="103" y="322"/>
                  </a:cubicBezTo>
                  <a:cubicBezTo>
                    <a:pt x="103" y="322"/>
                    <a:pt x="103" y="322"/>
                    <a:pt x="103" y="322"/>
                  </a:cubicBezTo>
                  <a:cubicBezTo>
                    <a:pt x="103" y="322"/>
                    <a:pt x="104" y="322"/>
                    <a:pt x="104" y="322"/>
                  </a:cubicBezTo>
                  <a:cubicBezTo>
                    <a:pt x="104" y="323"/>
                    <a:pt x="104" y="323"/>
                    <a:pt x="104" y="323"/>
                  </a:cubicBezTo>
                  <a:cubicBezTo>
                    <a:pt x="104" y="323"/>
                    <a:pt x="104" y="324"/>
                    <a:pt x="104" y="324"/>
                  </a:cubicBezTo>
                  <a:cubicBezTo>
                    <a:pt x="104" y="324"/>
                    <a:pt x="104" y="324"/>
                    <a:pt x="104" y="324"/>
                  </a:cubicBezTo>
                  <a:cubicBezTo>
                    <a:pt x="104" y="325"/>
                    <a:pt x="104" y="326"/>
                    <a:pt x="104" y="326"/>
                  </a:cubicBezTo>
                  <a:cubicBezTo>
                    <a:pt x="105" y="327"/>
                    <a:pt x="105" y="329"/>
                    <a:pt x="105" y="330"/>
                  </a:cubicBezTo>
                  <a:cubicBezTo>
                    <a:pt x="105" y="330"/>
                    <a:pt x="105" y="331"/>
                    <a:pt x="105" y="331"/>
                  </a:cubicBezTo>
                  <a:cubicBezTo>
                    <a:pt x="105" y="332"/>
                    <a:pt x="105" y="333"/>
                    <a:pt x="105" y="333"/>
                  </a:cubicBezTo>
                  <a:cubicBezTo>
                    <a:pt x="105" y="334"/>
                    <a:pt x="104" y="335"/>
                    <a:pt x="104" y="335"/>
                  </a:cubicBezTo>
                  <a:cubicBezTo>
                    <a:pt x="104" y="336"/>
                    <a:pt x="104" y="336"/>
                    <a:pt x="105" y="337"/>
                  </a:cubicBezTo>
                  <a:cubicBezTo>
                    <a:pt x="105" y="337"/>
                    <a:pt x="106" y="337"/>
                    <a:pt x="107" y="337"/>
                  </a:cubicBezTo>
                  <a:cubicBezTo>
                    <a:pt x="107" y="337"/>
                    <a:pt x="107" y="337"/>
                    <a:pt x="107" y="337"/>
                  </a:cubicBezTo>
                  <a:cubicBezTo>
                    <a:pt x="108" y="337"/>
                    <a:pt x="108" y="337"/>
                    <a:pt x="108" y="337"/>
                  </a:cubicBezTo>
                  <a:cubicBezTo>
                    <a:pt x="109" y="337"/>
                    <a:pt x="109" y="337"/>
                    <a:pt x="110" y="338"/>
                  </a:cubicBezTo>
                  <a:cubicBezTo>
                    <a:pt x="110" y="338"/>
                    <a:pt x="111" y="338"/>
                    <a:pt x="111" y="338"/>
                  </a:cubicBezTo>
                  <a:cubicBezTo>
                    <a:pt x="112" y="337"/>
                    <a:pt x="112" y="337"/>
                    <a:pt x="113" y="337"/>
                  </a:cubicBezTo>
                  <a:cubicBezTo>
                    <a:pt x="114" y="337"/>
                    <a:pt x="114" y="337"/>
                    <a:pt x="115" y="337"/>
                  </a:cubicBezTo>
                  <a:cubicBezTo>
                    <a:pt x="115" y="337"/>
                    <a:pt x="116" y="337"/>
                    <a:pt x="116" y="337"/>
                  </a:cubicBezTo>
                  <a:cubicBezTo>
                    <a:pt x="116" y="337"/>
                    <a:pt x="117" y="337"/>
                    <a:pt x="117" y="337"/>
                  </a:cubicBezTo>
                  <a:cubicBezTo>
                    <a:pt x="117" y="337"/>
                    <a:pt x="117" y="337"/>
                    <a:pt x="117" y="337"/>
                  </a:cubicBezTo>
                  <a:cubicBezTo>
                    <a:pt x="118" y="337"/>
                    <a:pt x="118" y="337"/>
                    <a:pt x="118" y="337"/>
                  </a:cubicBezTo>
                  <a:cubicBezTo>
                    <a:pt x="118" y="337"/>
                    <a:pt x="119" y="337"/>
                    <a:pt x="119" y="337"/>
                  </a:cubicBezTo>
                  <a:cubicBezTo>
                    <a:pt x="119" y="337"/>
                    <a:pt x="119" y="337"/>
                    <a:pt x="119" y="336"/>
                  </a:cubicBezTo>
                  <a:cubicBezTo>
                    <a:pt x="119" y="336"/>
                    <a:pt x="119" y="336"/>
                    <a:pt x="119" y="336"/>
                  </a:cubicBezTo>
                  <a:cubicBezTo>
                    <a:pt x="120" y="335"/>
                    <a:pt x="119" y="335"/>
                    <a:pt x="119" y="335"/>
                  </a:cubicBezTo>
                  <a:cubicBezTo>
                    <a:pt x="119" y="335"/>
                    <a:pt x="119" y="335"/>
                    <a:pt x="119" y="335"/>
                  </a:cubicBezTo>
                  <a:cubicBezTo>
                    <a:pt x="119" y="335"/>
                    <a:pt x="118" y="335"/>
                    <a:pt x="118" y="335"/>
                  </a:cubicBezTo>
                  <a:cubicBezTo>
                    <a:pt x="118" y="335"/>
                    <a:pt x="118" y="335"/>
                    <a:pt x="118" y="334"/>
                  </a:cubicBezTo>
                  <a:cubicBezTo>
                    <a:pt x="118" y="334"/>
                    <a:pt x="118" y="334"/>
                    <a:pt x="118" y="334"/>
                  </a:cubicBezTo>
                  <a:cubicBezTo>
                    <a:pt x="118" y="334"/>
                    <a:pt x="119" y="333"/>
                    <a:pt x="119" y="332"/>
                  </a:cubicBezTo>
                  <a:cubicBezTo>
                    <a:pt x="119" y="332"/>
                    <a:pt x="119" y="332"/>
                    <a:pt x="119" y="332"/>
                  </a:cubicBezTo>
                  <a:cubicBezTo>
                    <a:pt x="119" y="332"/>
                    <a:pt x="119" y="332"/>
                    <a:pt x="119" y="332"/>
                  </a:cubicBezTo>
                  <a:cubicBezTo>
                    <a:pt x="119" y="332"/>
                    <a:pt x="120" y="332"/>
                    <a:pt x="120" y="332"/>
                  </a:cubicBezTo>
                  <a:cubicBezTo>
                    <a:pt x="120" y="332"/>
                    <a:pt x="120" y="332"/>
                    <a:pt x="120" y="331"/>
                  </a:cubicBezTo>
                  <a:cubicBezTo>
                    <a:pt x="120" y="331"/>
                    <a:pt x="120" y="331"/>
                    <a:pt x="121" y="331"/>
                  </a:cubicBezTo>
                  <a:cubicBezTo>
                    <a:pt x="121" y="331"/>
                    <a:pt x="121" y="331"/>
                    <a:pt x="121" y="332"/>
                  </a:cubicBezTo>
                  <a:cubicBezTo>
                    <a:pt x="121" y="332"/>
                    <a:pt x="122" y="332"/>
                    <a:pt x="122" y="332"/>
                  </a:cubicBezTo>
                  <a:cubicBezTo>
                    <a:pt x="122" y="332"/>
                    <a:pt x="122" y="332"/>
                    <a:pt x="122" y="333"/>
                  </a:cubicBezTo>
                  <a:cubicBezTo>
                    <a:pt x="122" y="333"/>
                    <a:pt x="122" y="334"/>
                    <a:pt x="122" y="334"/>
                  </a:cubicBezTo>
                  <a:cubicBezTo>
                    <a:pt x="122" y="335"/>
                    <a:pt x="122" y="336"/>
                    <a:pt x="122" y="337"/>
                  </a:cubicBezTo>
                  <a:cubicBezTo>
                    <a:pt x="122" y="337"/>
                    <a:pt x="122" y="338"/>
                    <a:pt x="122" y="338"/>
                  </a:cubicBezTo>
                  <a:cubicBezTo>
                    <a:pt x="122" y="339"/>
                    <a:pt x="122" y="339"/>
                    <a:pt x="121" y="340"/>
                  </a:cubicBezTo>
                  <a:cubicBezTo>
                    <a:pt x="121" y="340"/>
                    <a:pt x="121" y="340"/>
                    <a:pt x="120" y="340"/>
                  </a:cubicBezTo>
                  <a:cubicBezTo>
                    <a:pt x="120" y="339"/>
                    <a:pt x="120" y="339"/>
                    <a:pt x="119" y="339"/>
                  </a:cubicBezTo>
                  <a:cubicBezTo>
                    <a:pt x="119" y="339"/>
                    <a:pt x="119" y="339"/>
                    <a:pt x="119" y="339"/>
                  </a:cubicBezTo>
                  <a:cubicBezTo>
                    <a:pt x="118" y="339"/>
                    <a:pt x="118" y="338"/>
                    <a:pt x="118" y="338"/>
                  </a:cubicBezTo>
                  <a:cubicBezTo>
                    <a:pt x="117" y="338"/>
                    <a:pt x="117" y="338"/>
                    <a:pt x="117" y="338"/>
                  </a:cubicBezTo>
                  <a:cubicBezTo>
                    <a:pt x="117" y="338"/>
                    <a:pt x="117" y="338"/>
                    <a:pt x="117" y="338"/>
                  </a:cubicBezTo>
                  <a:cubicBezTo>
                    <a:pt x="116" y="338"/>
                    <a:pt x="116" y="338"/>
                    <a:pt x="116" y="339"/>
                  </a:cubicBezTo>
                  <a:cubicBezTo>
                    <a:pt x="117" y="339"/>
                    <a:pt x="117" y="339"/>
                    <a:pt x="117" y="339"/>
                  </a:cubicBezTo>
                  <a:cubicBezTo>
                    <a:pt x="117" y="340"/>
                    <a:pt x="117" y="340"/>
                    <a:pt x="117" y="340"/>
                  </a:cubicBezTo>
                  <a:cubicBezTo>
                    <a:pt x="117" y="340"/>
                    <a:pt x="117" y="340"/>
                    <a:pt x="117" y="340"/>
                  </a:cubicBezTo>
                  <a:cubicBezTo>
                    <a:pt x="118" y="340"/>
                    <a:pt x="118" y="340"/>
                    <a:pt x="118" y="340"/>
                  </a:cubicBezTo>
                  <a:cubicBezTo>
                    <a:pt x="118" y="340"/>
                    <a:pt x="119" y="340"/>
                    <a:pt x="119" y="341"/>
                  </a:cubicBezTo>
                  <a:cubicBezTo>
                    <a:pt x="119" y="341"/>
                    <a:pt x="120" y="341"/>
                    <a:pt x="121" y="341"/>
                  </a:cubicBezTo>
                  <a:cubicBezTo>
                    <a:pt x="121" y="341"/>
                    <a:pt x="121" y="341"/>
                    <a:pt x="121" y="341"/>
                  </a:cubicBezTo>
                  <a:cubicBezTo>
                    <a:pt x="121" y="341"/>
                    <a:pt x="122" y="341"/>
                    <a:pt x="122" y="340"/>
                  </a:cubicBezTo>
                  <a:cubicBezTo>
                    <a:pt x="122" y="340"/>
                    <a:pt x="123" y="340"/>
                    <a:pt x="123" y="340"/>
                  </a:cubicBezTo>
                  <a:cubicBezTo>
                    <a:pt x="123" y="339"/>
                    <a:pt x="123" y="339"/>
                    <a:pt x="123" y="338"/>
                  </a:cubicBezTo>
                  <a:cubicBezTo>
                    <a:pt x="123" y="338"/>
                    <a:pt x="123" y="338"/>
                    <a:pt x="124" y="337"/>
                  </a:cubicBezTo>
                  <a:cubicBezTo>
                    <a:pt x="124" y="337"/>
                    <a:pt x="124" y="337"/>
                    <a:pt x="124" y="337"/>
                  </a:cubicBezTo>
                  <a:cubicBezTo>
                    <a:pt x="124" y="337"/>
                    <a:pt x="124" y="336"/>
                    <a:pt x="123" y="336"/>
                  </a:cubicBezTo>
                  <a:cubicBezTo>
                    <a:pt x="123" y="335"/>
                    <a:pt x="123" y="334"/>
                    <a:pt x="123" y="333"/>
                  </a:cubicBezTo>
                  <a:cubicBezTo>
                    <a:pt x="123" y="333"/>
                    <a:pt x="123" y="333"/>
                    <a:pt x="124" y="333"/>
                  </a:cubicBezTo>
                  <a:cubicBezTo>
                    <a:pt x="124" y="332"/>
                    <a:pt x="124" y="332"/>
                    <a:pt x="124" y="331"/>
                  </a:cubicBezTo>
                  <a:cubicBezTo>
                    <a:pt x="124" y="331"/>
                    <a:pt x="124" y="330"/>
                    <a:pt x="124" y="329"/>
                  </a:cubicBezTo>
                  <a:cubicBezTo>
                    <a:pt x="124" y="329"/>
                    <a:pt x="124" y="329"/>
                    <a:pt x="124" y="328"/>
                  </a:cubicBezTo>
                  <a:cubicBezTo>
                    <a:pt x="124" y="328"/>
                    <a:pt x="124" y="328"/>
                    <a:pt x="124" y="327"/>
                  </a:cubicBezTo>
                  <a:cubicBezTo>
                    <a:pt x="124" y="326"/>
                    <a:pt x="124" y="325"/>
                    <a:pt x="124" y="324"/>
                  </a:cubicBezTo>
                  <a:cubicBezTo>
                    <a:pt x="124" y="323"/>
                    <a:pt x="124" y="323"/>
                    <a:pt x="124" y="323"/>
                  </a:cubicBezTo>
                  <a:cubicBezTo>
                    <a:pt x="124" y="323"/>
                    <a:pt x="124" y="322"/>
                    <a:pt x="124" y="322"/>
                  </a:cubicBezTo>
                  <a:cubicBezTo>
                    <a:pt x="124" y="321"/>
                    <a:pt x="124" y="321"/>
                    <a:pt x="124" y="320"/>
                  </a:cubicBezTo>
                  <a:close/>
                  <a:moveTo>
                    <a:pt x="156" y="326"/>
                  </a:moveTo>
                  <a:cubicBezTo>
                    <a:pt x="156" y="325"/>
                    <a:pt x="156" y="325"/>
                    <a:pt x="155" y="325"/>
                  </a:cubicBezTo>
                  <a:cubicBezTo>
                    <a:pt x="155" y="325"/>
                    <a:pt x="154" y="325"/>
                    <a:pt x="154" y="325"/>
                  </a:cubicBezTo>
                  <a:cubicBezTo>
                    <a:pt x="153" y="325"/>
                    <a:pt x="152" y="325"/>
                    <a:pt x="152" y="325"/>
                  </a:cubicBezTo>
                  <a:cubicBezTo>
                    <a:pt x="152" y="325"/>
                    <a:pt x="151" y="325"/>
                    <a:pt x="151" y="325"/>
                  </a:cubicBezTo>
                  <a:cubicBezTo>
                    <a:pt x="151" y="325"/>
                    <a:pt x="151" y="325"/>
                    <a:pt x="151" y="325"/>
                  </a:cubicBezTo>
                  <a:cubicBezTo>
                    <a:pt x="151" y="324"/>
                    <a:pt x="151" y="324"/>
                    <a:pt x="151" y="324"/>
                  </a:cubicBezTo>
                  <a:cubicBezTo>
                    <a:pt x="151" y="323"/>
                    <a:pt x="151" y="323"/>
                    <a:pt x="151" y="323"/>
                  </a:cubicBezTo>
                  <a:cubicBezTo>
                    <a:pt x="151" y="323"/>
                    <a:pt x="152" y="323"/>
                    <a:pt x="152" y="323"/>
                  </a:cubicBezTo>
                  <a:cubicBezTo>
                    <a:pt x="152" y="323"/>
                    <a:pt x="152" y="323"/>
                    <a:pt x="152" y="323"/>
                  </a:cubicBezTo>
                  <a:cubicBezTo>
                    <a:pt x="153" y="323"/>
                    <a:pt x="153" y="323"/>
                    <a:pt x="153" y="323"/>
                  </a:cubicBezTo>
                  <a:cubicBezTo>
                    <a:pt x="153" y="323"/>
                    <a:pt x="154" y="323"/>
                    <a:pt x="154" y="323"/>
                  </a:cubicBezTo>
                  <a:cubicBezTo>
                    <a:pt x="154" y="323"/>
                    <a:pt x="154" y="323"/>
                    <a:pt x="155" y="323"/>
                  </a:cubicBezTo>
                  <a:cubicBezTo>
                    <a:pt x="155" y="323"/>
                    <a:pt x="155" y="322"/>
                    <a:pt x="155" y="322"/>
                  </a:cubicBezTo>
                  <a:cubicBezTo>
                    <a:pt x="155" y="322"/>
                    <a:pt x="155" y="322"/>
                    <a:pt x="155" y="321"/>
                  </a:cubicBezTo>
                  <a:cubicBezTo>
                    <a:pt x="155" y="321"/>
                    <a:pt x="155" y="321"/>
                    <a:pt x="154" y="321"/>
                  </a:cubicBezTo>
                  <a:cubicBezTo>
                    <a:pt x="154" y="321"/>
                    <a:pt x="154" y="321"/>
                    <a:pt x="153" y="321"/>
                  </a:cubicBezTo>
                  <a:cubicBezTo>
                    <a:pt x="153" y="321"/>
                    <a:pt x="153" y="321"/>
                    <a:pt x="153" y="321"/>
                  </a:cubicBezTo>
                  <a:cubicBezTo>
                    <a:pt x="153" y="321"/>
                    <a:pt x="152" y="321"/>
                    <a:pt x="152" y="321"/>
                  </a:cubicBezTo>
                  <a:cubicBezTo>
                    <a:pt x="152" y="321"/>
                    <a:pt x="151" y="321"/>
                    <a:pt x="151" y="320"/>
                  </a:cubicBezTo>
                  <a:cubicBezTo>
                    <a:pt x="151" y="320"/>
                    <a:pt x="151" y="320"/>
                    <a:pt x="151" y="319"/>
                  </a:cubicBezTo>
                  <a:cubicBezTo>
                    <a:pt x="152" y="319"/>
                    <a:pt x="152" y="318"/>
                    <a:pt x="152" y="318"/>
                  </a:cubicBezTo>
                  <a:cubicBezTo>
                    <a:pt x="152" y="317"/>
                    <a:pt x="151" y="317"/>
                    <a:pt x="151" y="317"/>
                  </a:cubicBezTo>
                  <a:cubicBezTo>
                    <a:pt x="152" y="316"/>
                    <a:pt x="152" y="316"/>
                    <a:pt x="152" y="315"/>
                  </a:cubicBezTo>
                  <a:cubicBezTo>
                    <a:pt x="152" y="315"/>
                    <a:pt x="152" y="314"/>
                    <a:pt x="151" y="314"/>
                  </a:cubicBezTo>
                  <a:cubicBezTo>
                    <a:pt x="151" y="314"/>
                    <a:pt x="151" y="314"/>
                    <a:pt x="151" y="314"/>
                  </a:cubicBezTo>
                  <a:cubicBezTo>
                    <a:pt x="151" y="314"/>
                    <a:pt x="150" y="313"/>
                    <a:pt x="150" y="314"/>
                  </a:cubicBezTo>
                  <a:cubicBezTo>
                    <a:pt x="150" y="314"/>
                    <a:pt x="150" y="314"/>
                    <a:pt x="150" y="314"/>
                  </a:cubicBezTo>
                  <a:cubicBezTo>
                    <a:pt x="149" y="314"/>
                    <a:pt x="149" y="315"/>
                    <a:pt x="149" y="315"/>
                  </a:cubicBezTo>
                  <a:cubicBezTo>
                    <a:pt x="149" y="316"/>
                    <a:pt x="149" y="316"/>
                    <a:pt x="150" y="317"/>
                  </a:cubicBezTo>
                  <a:cubicBezTo>
                    <a:pt x="150" y="317"/>
                    <a:pt x="150" y="317"/>
                    <a:pt x="150" y="317"/>
                  </a:cubicBezTo>
                  <a:cubicBezTo>
                    <a:pt x="150" y="317"/>
                    <a:pt x="150" y="317"/>
                    <a:pt x="150" y="317"/>
                  </a:cubicBezTo>
                  <a:cubicBezTo>
                    <a:pt x="149" y="317"/>
                    <a:pt x="149" y="318"/>
                    <a:pt x="149" y="318"/>
                  </a:cubicBezTo>
                  <a:cubicBezTo>
                    <a:pt x="149" y="318"/>
                    <a:pt x="149" y="319"/>
                    <a:pt x="149" y="319"/>
                  </a:cubicBezTo>
                  <a:cubicBezTo>
                    <a:pt x="149" y="319"/>
                    <a:pt x="149" y="319"/>
                    <a:pt x="149" y="320"/>
                  </a:cubicBezTo>
                  <a:cubicBezTo>
                    <a:pt x="149" y="320"/>
                    <a:pt x="149" y="320"/>
                    <a:pt x="149" y="321"/>
                  </a:cubicBezTo>
                  <a:cubicBezTo>
                    <a:pt x="149" y="321"/>
                    <a:pt x="149" y="321"/>
                    <a:pt x="148" y="321"/>
                  </a:cubicBezTo>
                  <a:cubicBezTo>
                    <a:pt x="148" y="321"/>
                    <a:pt x="148" y="321"/>
                    <a:pt x="147" y="321"/>
                  </a:cubicBezTo>
                  <a:cubicBezTo>
                    <a:pt x="147" y="321"/>
                    <a:pt x="147" y="321"/>
                    <a:pt x="147" y="321"/>
                  </a:cubicBezTo>
                  <a:cubicBezTo>
                    <a:pt x="147" y="321"/>
                    <a:pt x="146" y="321"/>
                    <a:pt x="146" y="321"/>
                  </a:cubicBezTo>
                  <a:cubicBezTo>
                    <a:pt x="145" y="321"/>
                    <a:pt x="145" y="321"/>
                    <a:pt x="145" y="322"/>
                  </a:cubicBezTo>
                  <a:cubicBezTo>
                    <a:pt x="144" y="322"/>
                    <a:pt x="144" y="322"/>
                    <a:pt x="144" y="323"/>
                  </a:cubicBezTo>
                  <a:cubicBezTo>
                    <a:pt x="144" y="323"/>
                    <a:pt x="144" y="323"/>
                    <a:pt x="144" y="323"/>
                  </a:cubicBezTo>
                  <a:cubicBezTo>
                    <a:pt x="144" y="324"/>
                    <a:pt x="144" y="324"/>
                    <a:pt x="145" y="324"/>
                  </a:cubicBezTo>
                  <a:cubicBezTo>
                    <a:pt x="145" y="324"/>
                    <a:pt x="145" y="324"/>
                    <a:pt x="145" y="324"/>
                  </a:cubicBezTo>
                  <a:cubicBezTo>
                    <a:pt x="146" y="324"/>
                    <a:pt x="146" y="324"/>
                    <a:pt x="146" y="324"/>
                  </a:cubicBezTo>
                  <a:cubicBezTo>
                    <a:pt x="146" y="323"/>
                    <a:pt x="147" y="323"/>
                    <a:pt x="148" y="324"/>
                  </a:cubicBezTo>
                  <a:cubicBezTo>
                    <a:pt x="148" y="324"/>
                    <a:pt x="148" y="324"/>
                    <a:pt x="148" y="325"/>
                  </a:cubicBezTo>
                  <a:cubicBezTo>
                    <a:pt x="148" y="325"/>
                    <a:pt x="148" y="326"/>
                    <a:pt x="148" y="326"/>
                  </a:cubicBezTo>
                  <a:cubicBezTo>
                    <a:pt x="147" y="326"/>
                    <a:pt x="147" y="326"/>
                    <a:pt x="147" y="326"/>
                  </a:cubicBezTo>
                  <a:cubicBezTo>
                    <a:pt x="147" y="326"/>
                    <a:pt x="147" y="326"/>
                    <a:pt x="146" y="326"/>
                  </a:cubicBezTo>
                  <a:cubicBezTo>
                    <a:pt x="146" y="326"/>
                    <a:pt x="145" y="326"/>
                    <a:pt x="144" y="326"/>
                  </a:cubicBezTo>
                  <a:cubicBezTo>
                    <a:pt x="144" y="326"/>
                    <a:pt x="144" y="326"/>
                    <a:pt x="144" y="326"/>
                  </a:cubicBezTo>
                  <a:cubicBezTo>
                    <a:pt x="144" y="326"/>
                    <a:pt x="144" y="326"/>
                    <a:pt x="144" y="327"/>
                  </a:cubicBezTo>
                  <a:cubicBezTo>
                    <a:pt x="144" y="327"/>
                    <a:pt x="144" y="327"/>
                    <a:pt x="144" y="327"/>
                  </a:cubicBezTo>
                  <a:cubicBezTo>
                    <a:pt x="144" y="327"/>
                    <a:pt x="144" y="327"/>
                    <a:pt x="144" y="327"/>
                  </a:cubicBezTo>
                  <a:cubicBezTo>
                    <a:pt x="144" y="328"/>
                    <a:pt x="144" y="328"/>
                    <a:pt x="144" y="328"/>
                  </a:cubicBezTo>
                  <a:cubicBezTo>
                    <a:pt x="143" y="328"/>
                    <a:pt x="143" y="328"/>
                    <a:pt x="143" y="329"/>
                  </a:cubicBezTo>
                  <a:cubicBezTo>
                    <a:pt x="143" y="329"/>
                    <a:pt x="143" y="329"/>
                    <a:pt x="143" y="329"/>
                  </a:cubicBezTo>
                  <a:cubicBezTo>
                    <a:pt x="143" y="329"/>
                    <a:pt x="142" y="329"/>
                    <a:pt x="142" y="329"/>
                  </a:cubicBezTo>
                  <a:cubicBezTo>
                    <a:pt x="142" y="330"/>
                    <a:pt x="142" y="330"/>
                    <a:pt x="142" y="330"/>
                  </a:cubicBezTo>
                  <a:cubicBezTo>
                    <a:pt x="142" y="330"/>
                    <a:pt x="142" y="330"/>
                    <a:pt x="141" y="330"/>
                  </a:cubicBezTo>
                  <a:cubicBezTo>
                    <a:pt x="141" y="330"/>
                    <a:pt x="141" y="330"/>
                    <a:pt x="141" y="329"/>
                  </a:cubicBezTo>
                  <a:cubicBezTo>
                    <a:pt x="141" y="329"/>
                    <a:pt x="141" y="329"/>
                    <a:pt x="141" y="329"/>
                  </a:cubicBezTo>
                  <a:cubicBezTo>
                    <a:pt x="141" y="328"/>
                    <a:pt x="141" y="328"/>
                    <a:pt x="141" y="328"/>
                  </a:cubicBezTo>
                  <a:cubicBezTo>
                    <a:pt x="142" y="328"/>
                    <a:pt x="142" y="327"/>
                    <a:pt x="143" y="326"/>
                  </a:cubicBezTo>
                  <a:cubicBezTo>
                    <a:pt x="143" y="326"/>
                    <a:pt x="143" y="325"/>
                    <a:pt x="143" y="325"/>
                  </a:cubicBezTo>
                  <a:cubicBezTo>
                    <a:pt x="143" y="325"/>
                    <a:pt x="142" y="325"/>
                    <a:pt x="142" y="325"/>
                  </a:cubicBezTo>
                  <a:cubicBezTo>
                    <a:pt x="142" y="324"/>
                    <a:pt x="142" y="324"/>
                    <a:pt x="141" y="324"/>
                  </a:cubicBezTo>
                  <a:cubicBezTo>
                    <a:pt x="141" y="323"/>
                    <a:pt x="141" y="323"/>
                    <a:pt x="141" y="323"/>
                  </a:cubicBezTo>
                  <a:cubicBezTo>
                    <a:pt x="141" y="323"/>
                    <a:pt x="141" y="323"/>
                    <a:pt x="141" y="322"/>
                  </a:cubicBezTo>
                  <a:cubicBezTo>
                    <a:pt x="141" y="322"/>
                    <a:pt x="141" y="322"/>
                    <a:pt x="141" y="322"/>
                  </a:cubicBezTo>
                  <a:cubicBezTo>
                    <a:pt x="141" y="322"/>
                    <a:pt x="142" y="322"/>
                    <a:pt x="142" y="321"/>
                  </a:cubicBezTo>
                  <a:cubicBezTo>
                    <a:pt x="142" y="321"/>
                    <a:pt x="142" y="321"/>
                    <a:pt x="142" y="320"/>
                  </a:cubicBezTo>
                  <a:cubicBezTo>
                    <a:pt x="142" y="320"/>
                    <a:pt x="143" y="320"/>
                    <a:pt x="143" y="320"/>
                  </a:cubicBezTo>
                  <a:cubicBezTo>
                    <a:pt x="143" y="319"/>
                    <a:pt x="143" y="319"/>
                    <a:pt x="143" y="319"/>
                  </a:cubicBezTo>
                  <a:cubicBezTo>
                    <a:pt x="144" y="319"/>
                    <a:pt x="144" y="319"/>
                    <a:pt x="144" y="319"/>
                  </a:cubicBezTo>
                  <a:cubicBezTo>
                    <a:pt x="144" y="318"/>
                    <a:pt x="144" y="318"/>
                    <a:pt x="144" y="318"/>
                  </a:cubicBezTo>
                  <a:cubicBezTo>
                    <a:pt x="145" y="318"/>
                    <a:pt x="145" y="318"/>
                    <a:pt x="145" y="318"/>
                  </a:cubicBezTo>
                  <a:cubicBezTo>
                    <a:pt x="145" y="317"/>
                    <a:pt x="145" y="317"/>
                    <a:pt x="145" y="317"/>
                  </a:cubicBezTo>
                  <a:cubicBezTo>
                    <a:pt x="145" y="316"/>
                    <a:pt x="145" y="316"/>
                    <a:pt x="144" y="315"/>
                  </a:cubicBezTo>
                  <a:cubicBezTo>
                    <a:pt x="144" y="315"/>
                    <a:pt x="144" y="315"/>
                    <a:pt x="144" y="315"/>
                  </a:cubicBezTo>
                  <a:cubicBezTo>
                    <a:pt x="143" y="315"/>
                    <a:pt x="143" y="315"/>
                    <a:pt x="143" y="315"/>
                  </a:cubicBezTo>
                  <a:cubicBezTo>
                    <a:pt x="143" y="315"/>
                    <a:pt x="143" y="315"/>
                    <a:pt x="143" y="315"/>
                  </a:cubicBezTo>
                  <a:cubicBezTo>
                    <a:pt x="142" y="315"/>
                    <a:pt x="142" y="315"/>
                    <a:pt x="142" y="315"/>
                  </a:cubicBezTo>
                  <a:cubicBezTo>
                    <a:pt x="142" y="316"/>
                    <a:pt x="142" y="316"/>
                    <a:pt x="142" y="316"/>
                  </a:cubicBezTo>
                  <a:cubicBezTo>
                    <a:pt x="141" y="316"/>
                    <a:pt x="141" y="316"/>
                    <a:pt x="141" y="317"/>
                  </a:cubicBezTo>
                  <a:cubicBezTo>
                    <a:pt x="141" y="317"/>
                    <a:pt x="140" y="317"/>
                    <a:pt x="140" y="318"/>
                  </a:cubicBezTo>
                  <a:cubicBezTo>
                    <a:pt x="139" y="318"/>
                    <a:pt x="139" y="319"/>
                    <a:pt x="138" y="319"/>
                  </a:cubicBezTo>
                  <a:cubicBezTo>
                    <a:pt x="138" y="319"/>
                    <a:pt x="138" y="319"/>
                    <a:pt x="138" y="320"/>
                  </a:cubicBezTo>
                  <a:cubicBezTo>
                    <a:pt x="138" y="320"/>
                    <a:pt x="138" y="320"/>
                    <a:pt x="138" y="320"/>
                  </a:cubicBezTo>
                  <a:cubicBezTo>
                    <a:pt x="137" y="321"/>
                    <a:pt x="137" y="321"/>
                    <a:pt x="136" y="322"/>
                  </a:cubicBezTo>
                  <a:cubicBezTo>
                    <a:pt x="136" y="322"/>
                    <a:pt x="136" y="322"/>
                    <a:pt x="136" y="323"/>
                  </a:cubicBezTo>
                  <a:cubicBezTo>
                    <a:pt x="136" y="323"/>
                    <a:pt x="136" y="323"/>
                    <a:pt x="136" y="323"/>
                  </a:cubicBezTo>
                  <a:cubicBezTo>
                    <a:pt x="136" y="324"/>
                    <a:pt x="136" y="325"/>
                    <a:pt x="137" y="325"/>
                  </a:cubicBezTo>
                  <a:cubicBezTo>
                    <a:pt x="137" y="325"/>
                    <a:pt x="138" y="325"/>
                    <a:pt x="138" y="325"/>
                  </a:cubicBezTo>
                  <a:cubicBezTo>
                    <a:pt x="138" y="326"/>
                    <a:pt x="138" y="326"/>
                    <a:pt x="138" y="326"/>
                  </a:cubicBezTo>
                  <a:cubicBezTo>
                    <a:pt x="139" y="326"/>
                    <a:pt x="139" y="326"/>
                    <a:pt x="138" y="327"/>
                  </a:cubicBezTo>
                  <a:cubicBezTo>
                    <a:pt x="138" y="327"/>
                    <a:pt x="138" y="327"/>
                    <a:pt x="138" y="327"/>
                  </a:cubicBezTo>
                  <a:cubicBezTo>
                    <a:pt x="138" y="327"/>
                    <a:pt x="138" y="327"/>
                    <a:pt x="137" y="327"/>
                  </a:cubicBezTo>
                  <a:cubicBezTo>
                    <a:pt x="137" y="328"/>
                    <a:pt x="137" y="328"/>
                    <a:pt x="137" y="328"/>
                  </a:cubicBezTo>
                  <a:cubicBezTo>
                    <a:pt x="137" y="328"/>
                    <a:pt x="137" y="329"/>
                    <a:pt x="137" y="329"/>
                  </a:cubicBezTo>
                  <a:cubicBezTo>
                    <a:pt x="137" y="329"/>
                    <a:pt x="137" y="329"/>
                    <a:pt x="137" y="330"/>
                  </a:cubicBezTo>
                  <a:cubicBezTo>
                    <a:pt x="137" y="330"/>
                    <a:pt x="137" y="330"/>
                    <a:pt x="137" y="330"/>
                  </a:cubicBezTo>
                  <a:cubicBezTo>
                    <a:pt x="137" y="330"/>
                    <a:pt x="137" y="331"/>
                    <a:pt x="138" y="331"/>
                  </a:cubicBezTo>
                  <a:cubicBezTo>
                    <a:pt x="138" y="331"/>
                    <a:pt x="139" y="331"/>
                    <a:pt x="139" y="331"/>
                  </a:cubicBezTo>
                  <a:cubicBezTo>
                    <a:pt x="139" y="331"/>
                    <a:pt x="139" y="331"/>
                    <a:pt x="139" y="331"/>
                  </a:cubicBezTo>
                  <a:cubicBezTo>
                    <a:pt x="139" y="331"/>
                    <a:pt x="139" y="332"/>
                    <a:pt x="139" y="332"/>
                  </a:cubicBezTo>
                  <a:cubicBezTo>
                    <a:pt x="139" y="332"/>
                    <a:pt x="139" y="332"/>
                    <a:pt x="139" y="333"/>
                  </a:cubicBezTo>
                  <a:cubicBezTo>
                    <a:pt x="139" y="333"/>
                    <a:pt x="138" y="334"/>
                    <a:pt x="138" y="335"/>
                  </a:cubicBezTo>
                  <a:cubicBezTo>
                    <a:pt x="138" y="335"/>
                    <a:pt x="138" y="335"/>
                    <a:pt x="138" y="335"/>
                  </a:cubicBezTo>
                  <a:cubicBezTo>
                    <a:pt x="138" y="335"/>
                    <a:pt x="138" y="335"/>
                    <a:pt x="137" y="336"/>
                  </a:cubicBezTo>
                  <a:cubicBezTo>
                    <a:pt x="137" y="336"/>
                    <a:pt x="137" y="336"/>
                    <a:pt x="137" y="336"/>
                  </a:cubicBezTo>
                  <a:cubicBezTo>
                    <a:pt x="137" y="337"/>
                    <a:pt x="136" y="337"/>
                    <a:pt x="137" y="337"/>
                  </a:cubicBezTo>
                  <a:cubicBezTo>
                    <a:pt x="137" y="337"/>
                    <a:pt x="137" y="337"/>
                    <a:pt x="137" y="338"/>
                  </a:cubicBezTo>
                  <a:cubicBezTo>
                    <a:pt x="137" y="338"/>
                    <a:pt x="137" y="338"/>
                    <a:pt x="137" y="338"/>
                  </a:cubicBezTo>
                  <a:cubicBezTo>
                    <a:pt x="136" y="338"/>
                    <a:pt x="137" y="338"/>
                    <a:pt x="137" y="338"/>
                  </a:cubicBezTo>
                  <a:cubicBezTo>
                    <a:pt x="137" y="338"/>
                    <a:pt x="138" y="338"/>
                    <a:pt x="138" y="338"/>
                  </a:cubicBezTo>
                  <a:cubicBezTo>
                    <a:pt x="138" y="338"/>
                    <a:pt x="139" y="338"/>
                    <a:pt x="139" y="338"/>
                  </a:cubicBezTo>
                  <a:cubicBezTo>
                    <a:pt x="139" y="338"/>
                    <a:pt x="139" y="337"/>
                    <a:pt x="139" y="337"/>
                  </a:cubicBezTo>
                  <a:cubicBezTo>
                    <a:pt x="140" y="337"/>
                    <a:pt x="140" y="337"/>
                    <a:pt x="140" y="337"/>
                  </a:cubicBezTo>
                  <a:cubicBezTo>
                    <a:pt x="141" y="336"/>
                    <a:pt x="141" y="336"/>
                    <a:pt x="141" y="335"/>
                  </a:cubicBezTo>
                  <a:cubicBezTo>
                    <a:pt x="141" y="335"/>
                    <a:pt x="141" y="335"/>
                    <a:pt x="141" y="335"/>
                  </a:cubicBezTo>
                  <a:cubicBezTo>
                    <a:pt x="141" y="335"/>
                    <a:pt x="141" y="335"/>
                    <a:pt x="141" y="335"/>
                  </a:cubicBezTo>
                  <a:cubicBezTo>
                    <a:pt x="141" y="334"/>
                    <a:pt x="142" y="334"/>
                    <a:pt x="142" y="333"/>
                  </a:cubicBezTo>
                  <a:cubicBezTo>
                    <a:pt x="142" y="333"/>
                    <a:pt x="142" y="333"/>
                    <a:pt x="143" y="333"/>
                  </a:cubicBezTo>
                  <a:cubicBezTo>
                    <a:pt x="143" y="333"/>
                    <a:pt x="143" y="333"/>
                    <a:pt x="144" y="333"/>
                  </a:cubicBezTo>
                  <a:cubicBezTo>
                    <a:pt x="144" y="333"/>
                    <a:pt x="144" y="334"/>
                    <a:pt x="144" y="334"/>
                  </a:cubicBezTo>
                  <a:cubicBezTo>
                    <a:pt x="144" y="334"/>
                    <a:pt x="144" y="334"/>
                    <a:pt x="144" y="335"/>
                  </a:cubicBezTo>
                  <a:cubicBezTo>
                    <a:pt x="144" y="335"/>
                    <a:pt x="144" y="335"/>
                    <a:pt x="144" y="335"/>
                  </a:cubicBezTo>
                  <a:cubicBezTo>
                    <a:pt x="144" y="335"/>
                    <a:pt x="144" y="336"/>
                    <a:pt x="144" y="336"/>
                  </a:cubicBezTo>
                  <a:cubicBezTo>
                    <a:pt x="144" y="336"/>
                    <a:pt x="144" y="337"/>
                    <a:pt x="144" y="337"/>
                  </a:cubicBezTo>
                  <a:cubicBezTo>
                    <a:pt x="144" y="337"/>
                    <a:pt x="145" y="337"/>
                    <a:pt x="145" y="337"/>
                  </a:cubicBezTo>
                  <a:cubicBezTo>
                    <a:pt x="145" y="337"/>
                    <a:pt x="145" y="337"/>
                    <a:pt x="146" y="337"/>
                  </a:cubicBezTo>
                  <a:cubicBezTo>
                    <a:pt x="146" y="337"/>
                    <a:pt x="146" y="337"/>
                    <a:pt x="146" y="337"/>
                  </a:cubicBezTo>
                  <a:cubicBezTo>
                    <a:pt x="146" y="337"/>
                    <a:pt x="146" y="336"/>
                    <a:pt x="147" y="337"/>
                  </a:cubicBezTo>
                  <a:cubicBezTo>
                    <a:pt x="147" y="337"/>
                    <a:pt x="147" y="337"/>
                    <a:pt x="148" y="337"/>
                  </a:cubicBezTo>
                  <a:cubicBezTo>
                    <a:pt x="148" y="337"/>
                    <a:pt x="148" y="337"/>
                    <a:pt x="148" y="337"/>
                  </a:cubicBezTo>
                  <a:cubicBezTo>
                    <a:pt x="148" y="337"/>
                    <a:pt x="149" y="337"/>
                    <a:pt x="149" y="337"/>
                  </a:cubicBezTo>
                  <a:cubicBezTo>
                    <a:pt x="149" y="337"/>
                    <a:pt x="150" y="337"/>
                    <a:pt x="150" y="337"/>
                  </a:cubicBezTo>
                  <a:cubicBezTo>
                    <a:pt x="151" y="337"/>
                    <a:pt x="151" y="337"/>
                    <a:pt x="151" y="337"/>
                  </a:cubicBezTo>
                  <a:cubicBezTo>
                    <a:pt x="152" y="337"/>
                    <a:pt x="152" y="337"/>
                    <a:pt x="152" y="337"/>
                  </a:cubicBezTo>
                  <a:cubicBezTo>
                    <a:pt x="152" y="337"/>
                    <a:pt x="153" y="337"/>
                    <a:pt x="153" y="337"/>
                  </a:cubicBezTo>
                  <a:cubicBezTo>
                    <a:pt x="154" y="337"/>
                    <a:pt x="154" y="337"/>
                    <a:pt x="154" y="337"/>
                  </a:cubicBezTo>
                  <a:cubicBezTo>
                    <a:pt x="154" y="336"/>
                    <a:pt x="154" y="336"/>
                    <a:pt x="155" y="336"/>
                  </a:cubicBezTo>
                  <a:cubicBezTo>
                    <a:pt x="155" y="336"/>
                    <a:pt x="155" y="336"/>
                    <a:pt x="155" y="335"/>
                  </a:cubicBezTo>
                  <a:cubicBezTo>
                    <a:pt x="155" y="335"/>
                    <a:pt x="155" y="335"/>
                    <a:pt x="155" y="335"/>
                  </a:cubicBezTo>
                  <a:cubicBezTo>
                    <a:pt x="155" y="334"/>
                    <a:pt x="155" y="332"/>
                    <a:pt x="155" y="331"/>
                  </a:cubicBezTo>
                  <a:cubicBezTo>
                    <a:pt x="155" y="331"/>
                    <a:pt x="155" y="331"/>
                    <a:pt x="155" y="331"/>
                  </a:cubicBezTo>
                  <a:cubicBezTo>
                    <a:pt x="156" y="331"/>
                    <a:pt x="155" y="330"/>
                    <a:pt x="155" y="330"/>
                  </a:cubicBezTo>
                  <a:cubicBezTo>
                    <a:pt x="155" y="330"/>
                    <a:pt x="154" y="330"/>
                    <a:pt x="154" y="330"/>
                  </a:cubicBezTo>
                  <a:cubicBezTo>
                    <a:pt x="153" y="330"/>
                    <a:pt x="152" y="330"/>
                    <a:pt x="152" y="330"/>
                  </a:cubicBezTo>
                  <a:cubicBezTo>
                    <a:pt x="151" y="330"/>
                    <a:pt x="151" y="330"/>
                    <a:pt x="151" y="330"/>
                  </a:cubicBezTo>
                  <a:cubicBezTo>
                    <a:pt x="151" y="330"/>
                    <a:pt x="150" y="329"/>
                    <a:pt x="151" y="329"/>
                  </a:cubicBezTo>
                  <a:cubicBezTo>
                    <a:pt x="151" y="329"/>
                    <a:pt x="151" y="329"/>
                    <a:pt x="151" y="328"/>
                  </a:cubicBezTo>
                  <a:cubicBezTo>
                    <a:pt x="151" y="328"/>
                    <a:pt x="151" y="328"/>
                    <a:pt x="152" y="328"/>
                  </a:cubicBezTo>
                  <a:cubicBezTo>
                    <a:pt x="152" y="328"/>
                    <a:pt x="152" y="328"/>
                    <a:pt x="152" y="328"/>
                  </a:cubicBezTo>
                  <a:cubicBezTo>
                    <a:pt x="153" y="327"/>
                    <a:pt x="153" y="327"/>
                    <a:pt x="154" y="327"/>
                  </a:cubicBezTo>
                  <a:cubicBezTo>
                    <a:pt x="154" y="327"/>
                    <a:pt x="154" y="327"/>
                    <a:pt x="155" y="327"/>
                  </a:cubicBezTo>
                  <a:cubicBezTo>
                    <a:pt x="155" y="327"/>
                    <a:pt x="155" y="327"/>
                    <a:pt x="155" y="327"/>
                  </a:cubicBezTo>
                  <a:cubicBezTo>
                    <a:pt x="155" y="327"/>
                    <a:pt x="156" y="327"/>
                    <a:pt x="156" y="327"/>
                  </a:cubicBezTo>
                  <a:cubicBezTo>
                    <a:pt x="156" y="326"/>
                    <a:pt x="156" y="326"/>
                    <a:pt x="156" y="326"/>
                  </a:cubicBezTo>
                  <a:close/>
                  <a:moveTo>
                    <a:pt x="205" y="335"/>
                  </a:moveTo>
                  <a:cubicBezTo>
                    <a:pt x="205" y="335"/>
                    <a:pt x="204" y="334"/>
                    <a:pt x="204" y="334"/>
                  </a:cubicBezTo>
                  <a:cubicBezTo>
                    <a:pt x="203" y="334"/>
                    <a:pt x="203" y="333"/>
                    <a:pt x="202" y="333"/>
                  </a:cubicBezTo>
                  <a:cubicBezTo>
                    <a:pt x="202" y="333"/>
                    <a:pt x="202" y="332"/>
                    <a:pt x="201" y="332"/>
                  </a:cubicBezTo>
                  <a:cubicBezTo>
                    <a:pt x="201" y="332"/>
                    <a:pt x="201" y="331"/>
                    <a:pt x="200" y="331"/>
                  </a:cubicBezTo>
                  <a:cubicBezTo>
                    <a:pt x="200" y="331"/>
                    <a:pt x="200" y="331"/>
                    <a:pt x="200" y="331"/>
                  </a:cubicBezTo>
                  <a:cubicBezTo>
                    <a:pt x="200" y="331"/>
                    <a:pt x="200" y="331"/>
                    <a:pt x="200" y="330"/>
                  </a:cubicBezTo>
                  <a:cubicBezTo>
                    <a:pt x="200" y="330"/>
                    <a:pt x="200" y="330"/>
                    <a:pt x="200" y="329"/>
                  </a:cubicBezTo>
                  <a:cubicBezTo>
                    <a:pt x="200" y="329"/>
                    <a:pt x="200" y="329"/>
                    <a:pt x="201" y="328"/>
                  </a:cubicBezTo>
                  <a:cubicBezTo>
                    <a:pt x="201" y="328"/>
                    <a:pt x="201" y="328"/>
                    <a:pt x="201" y="328"/>
                  </a:cubicBezTo>
                  <a:cubicBezTo>
                    <a:pt x="201" y="327"/>
                    <a:pt x="201" y="327"/>
                    <a:pt x="201" y="327"/>
                  </a:cubicBezTo>
                  <a:cubicBezTo>
                    <a:pt x="201" y="327"/>
                    <a:pt x="201" y="326"/>
                    <a:pt x="201" y="326"/>
                  </a:cubicBezTo>
                  <a:cubicBezTo>
                    <a:pt x="201" y="326"/>
                    <a:pt x="201" y="326"/>
                    <a:pt x="201" y="326"/>
                  </a:cubicBezTo>
                  <a:cubicBezTo>
                    <a:pt x="202" y="325"/>
                    <a:pt x="203" y="324"/>
                    <a:pt x="203" y="324"/>
                  </a:cubicBezTo>
                  <a:cubicBezTo>
                    <a:pt x="204" y="324"/>
                    <a:pt x="204" y="324"/>
                    <a:pt x="204" y="323"/>
                  </a:cubicBezTo>
                  <a:cubicBezTo>
                    <a:pt x="203" y="323"/>
                    <a:pt x="203" y="323"/>
                    <a:pt x="203" y="322"/>
                  </a:cubicBezTo>
                  <a:cubicBezTo>
                    <a:pt x="203" y="322"/>
                    <a:pt x="202" y="322"/>
                    <a:pt x="202" y="322"/>
                  </a:cubicBezTo>
                  <a:cubicBezTo>
                    <a:pt x="202" y="322"/>
                    <a:pt x="202" y="322"/>
                    <a:pt x="202" y="322"/>
                  </a:cubicBezTo>
                  <a:cubicBezTo>
                    <a:pt x="201" y="322"/>
                    <a:pt x="201" y="322"/>
                    <a:pt x="201" y="322"/>
                  </a:cubicBezTo>
                  <a:cubicBezTo>
                    <a:pt x="201" y="321"/>
                    <a:pt x="201" y="321"/>
                    <a:pt x="201" y="320"/>
                  </a:cubicBezTo>
                  <a:cubicBezTo>
                    <a:pt x="201" y="320"/>
                    <a:pt x="201" y="320"/>
                    <a:pt x="201" y="319"/>
                  </a:cubicBezTo>
                  <a:cubicBezTo>
                    <a:pt x="201" y="319"/>
                    <a:pt x="201" y="318"/>
                    <a:pt x="201" y="318"/>
                  </a:cubicBezTo>
                  <a:cubicBezTo>
                    <a:pt x="201" y="318"/>
                    <a:pt x="201" y="317"/>
                    <a:pt x="201" y="317"/>
                  </a:cubicBezTo>
                  <a:cubicBezTo>
                    <a:pt x="201" y="316"/>
                    <a:pt x="201" y="316"/>
                    <a:pt x="201" y="315"/>
                  </a:cubicBezTo>
                  <a:cubicBezTo>
                    <a:pt x="201" y="315"/>
                    <a:pt x="201" y="315"/>
                    <a:pt x="201" y="314"/>
                  </a:cubicBezTo>
                  <a:cubicBezTo>
                    <a:pt x="201" y="314"/>
                    <a:pt x="201" y="314"/>
                    <a:pt x="201" y="314"/>
                  </a:cubicBezTo>
                  <a:cubicBezTo>
                    <a:pt x="201" y="314"/>
                    <a:pt x="201" y="314"/>
                    <a:pt x="200" y="314"/>
                  </a:cubicBezTo>
                  <a:cubicBezTo>
                    <a:pt x="200" y="314"/>
                    <a:pt x="200" y="314"/>
                    <a:pt x="200" y="314"/>
                  </a:cubicBezTo>
                  <a:cubicBezTo>
                    <a:pt x="200" y="314"/>
                    <a:pt x="199" y="314"/>
                    <a:pt x="199" y="315"/>
                  </a:cubicBezTo>
                  <a:cubicBezTo>
                    <a:pt x="199" y="315"/>
                    <a:pt x="199" y="315"/>
                    <a:pt x="199" y="315"/>
                  </a:cubicBezTo>
                  <a:cubicBezTo>
                    <a:pt x="199" y="315"/>
                    <a:pt x="199" y="315"/>
                    <a:pt x="199" y="316"/>
                  </a:cubicBezTo>
                  <a:cubicBezTo>
                    <a:pt x="199" y="316"/>
                    <a:pt x="199" y="316"/>
                    <a:pt x="199" y="316"/>
                  </a:cubicBezTo>
                  <a:cubicBezTo>
                    <a:pt x="199" y="317"/>
                    <a:pt x="199" y="317"/>
                    <a:pt x="199" y="317"/>
                  </a:cubicBezTo>
                  <a:cubicBezTo>
                    <a:pt x="199" y="317"/>
                    <a:pt x="199" y="317"/>
                    <a:pt x="199" y="318"/>
                  </a:cubicBezTo>
                  <a:cubicBezTo>
                    <a:pt x="199" y="318"/>
                    <a:pt x="199" y="318"/>
                    <a:pt x="199" y="319"/>
                  </a:cubicBezTo>
                  <a:cubicBezTo>
                    <a:pt x="199" y="319"/>
                    <a:pt x="199" y="319"/>
                    <a:pt x="199" y="319"/>
                  </a:cubicBezTo>
                  <a:cubicBezTo>
                    <a:pt x="199" y="320"/>
                    <a:pt x="199" y="320"/>
                    <a:pt x="199" y="321"/>
                  </a:cubicBezTo>
                  <a:cubicBezTo>
                    <a:pt x="199" y="321"/>
                    <a:pt x="199" y="322"/>
                    <a:pt x="199" y="322"/>
                  </a:cubicBezTo>
                  <a:cubicBezTo>
                    <a:pt x="199" y="323"/>
                    <a:pt x="199" y="323"/>
                    <a:pt x="198" y="324"/>
                  </a:cubicBezTo>
                  <a:cubicBezTo>
                    <a:pt x="198" y="324"/>
                    <a:pt x="198" y="324"/>
                    <a:pt x="198" y="324"/>
                  </a:cubicBezTo>
                  <a:cubicBezTo>
                    <a:pt x="197" y="325"/>
                    <a:pt x="197" y="325"/>
                    <a:pt x="196" y="325"/>
                  </a:cubicBezTo>
                  <a:cubicBezTo>
                    <a:pt x="196" y="325"/>
                    <a:pt x="196" y="325"/>
                    <a:pt x="196" y="325"/>
                  </a:cubicBezTo>
                  <a:cubicBezTo>
                    <a:pt x="196" y="325"/>
                    <a:pt x="195" y="325"/>
                    <a:pt x="195" y="325"/>
                  </a:cubicBezTo>
                  <a:cubicBezTo>
                    <a:pt x="194" y="325"/>
                    <a:pt x="194" y="325"/>
                    <a:pt x="194" y="325"/>
                  </a:cubicBezTo>
                  <a:cubicBezTo>
                    <a:pt x="194" y="325"/>
                    <a:pt x="194" y="325"/>
                    <a:pt x="194" y="325"/>
                  </a:cubicBezTo>
                  <a:cubicBezTo>
                    <a:pt x="194" y="326"/>
                    <a:pt x="194" y="326"/>
                    <a:pt x="194" y="326"/>
                  </a:cubicBezTo>
                  <a:cubicBezTo>
                    <a:pt x="194" y="326"/>
                    <a:pt x="194" y="327"/>
                    <a:pt x="194" y="327"/>
                  </a:cubicBezTo>
                  <a:cubicBezTo>
                    <a:pt x="195" y="327"/>
                    <a:pt x="195" y="327"/>
                    <a:pt x="195" y="327"/>
                  </a:cubicBezTo>
                  <a:cubicBezTo>
                    <a:pt x="196" y="327"/>
                    <a:pt x="196" y="327"/>
                    <a:pt x="196" y="327"/>
                  </a:cubicBezTo>
                  <a:cubicBezTo>
                    <a:pt x="196" y="327"/>
                    <a:pt x="196" y="327"/>
                    <a:pt x="196" y="327"/>
                  </a:cubicBezTo>
                  <a:cubicBezTo>
                    <a:pt x="197" y="327"/>
                    <a:pt x="197" y="327"/>
                    <a:pt x="197" y="327"/>
                  </a:cubicBezTo>
                  <a:cubicBezTo>
                    <a:pt x="198" y="328"/>
                    <a:pt x="198" y="328"/>
                    <a:pt x="198" y="328"/>
                  </a:cubicBezTo>
                  <a:cubicBezTo>
                    <a:pt x="198" y="328"/>
                    <a:pt x="198" y="329"/>
                    <a:pt x="198" y="329"/>
                  </a:cubicBezTo>
                  <a:cubicBezTo>
                    <a:pt x="198" y="329"/>
                    <a:pt x="198" y="329"/>
                    <a:pt x="198" y="329"/>
                  </a:cubicBezTo>
                  <a:cubicBezTo>
                    <a:pt x="198" y="330"/>
                    <a:pt x="198" y="330"/>
                    <a:pt x="197" y="330"/>
                  </a:cubicBezTo>
                  <a:cubicBezTo>
                    <a:pt x="197" y="330"/>
                    <a:pt x="197" y="330"/>
                    <a:pt x="197" y="330"/>
                  </a:cubicBezTo>
                  <a:cubicBezTo>
                    <a:pt x="197" y="330"/>
                    <a:pt x="196" y="329"/>
                    <a:pt x="196" y="329"/>
                  </a:cubicBezTo>
                  <a:cubicBezTo>
                    <a:pt x="196" y="329"/>
                    <a:pt x="196" y="329"/>
                    <a:pt x="195" y="329"/>
                  </a:cubicBezTo>
                  <a:cubicBezTo>
                    <a:pt x="195" y="328"/>
                    <a:pt x="195" y="328"/>
                    <a:pt x="194" y="328"/>
                  </a:cubicBezTo>
                  <a:cubicBezTo>
                    <a:pt x="194" y="328"/>
                    <a:pt x="194" y="328"/>
                    <a:pt x="194" y="328"/>
                  </a:cubicBezTo>
                  <a:cubicBezTo>
                    <a:pt x="193" y="328"/>
                    <a:pt x="193" y="328"/>
                    <a:pt x="192" y="328"/>
                  </a:cubicBezTo>
                  <a:cubicBezTo>
                    <a:pt x="192" y="328"/>
                    <a:pt x="192" y="328"/>
                    <a:pt x="192" y="328"/>
                  </a:cubicBezTo>
                  <a:cubicBezTo>
                    <a:pt x="192" y="328"/>
                    <a:pt x="192" y="328"/>
                    <a:pt x="192" y="328"/>
                  </a:cubicBezTo>
                  <a:cubicBezTo>
                    <a:pt x="191" y="328"/>
                    <a:pt x="191" y="328"/>
                    <a:pt x="191" y="328"/>
                  </a:cubicBezTo>
                  <a:cubicBezTo>
                    <a:pt x="190" y="329"/>
                    <a:pt x="190" y="329"/>
                    <a:pt x="189" y="329"/>
                  </a:cubicBezTo>
                  <a:cubicBezTo>
                    <a:pt x="189" y="329"/>
                    <a:pt x="189" y="329"/>
                    <a:pt x="189" y="329"/>
                  </a:cubicBezTo>
                  <a:cubicBezTo>
                    <a:pt x="189" y="329"/>
                    <a:pt x="188" y="329"/>
                    <a:pt x="188" y="329"/>
                  </a:cubicBezTo>
                  <a:cubicBezTo>
                    <a:pt x="188" y="329"/>
                    <a:pt x="187" y="329"/>
                    <a:pt x="187" y="329"/>
                  </a:cubicBezTo>
                  <a:cubicBezTo>
                    <a:pt x="187" y="329"/>
                    <a:pt x="187" y="329"/>
                    <a:pt x="188" y="329"/>
                  </a:cubicBezTo>
                  <a:cubicBezTo>
                    <a:pt x="188" y="329"/>
                    <a:pt x="188" y="328"/>
                    <a:pt x="189" y="328"/>
                  </a:cubicBezTo>
                  <a:cubicBezTo>
                    <a:pt x="189" y="328"/>
                    <a:pt x="189" y="328"/>
                    <a:pt x="189" y="328"/>
                  </a:cubicBezTo>
                  <a:cubicBezTo>
                    <a:pt x="189" y="328"/>
                    <a:pt x="189" y="328"/>
                    <a:pt x="189" y="328"/>
                  </a:cubicBezTo>
                  <a:cubicBezTo>
                    <a:pt x="189" y="328"/>
                    <a:pt x="190" y="328"/>
                    <a:pt x="190" y="328"/>
                  </a:cubicBezTo>
                  <a:cubicBezTo>
                    <a:pt x="191" y="328"/>
                    <a:pt x="191" y="327"/>
                    <a:pt x="191" y="327"/>
                  </a:cubicBezTo>
                  <a:cubicBezTo>
                    <a:pt x="191" y="327"/>
                    <a:pt x="192" y="327"/>
                    <a:pt x="192" y="327"/>
                  </a:cubicBezTo>
                  <a:cubicBezTo>
                    <a:pt x="192" y="327"/>
                    <a:pt x="192" y="327"/>
                    <a:pt x="193" y="326"/>
                  </a:cubicBezTo>
                  <a:cubicBezTo>
                    <a:pt x="193" y="326"/>
                    <a:pt x="193" y="326"/>
                    <a:pt x="193" y="326"/>
                  </a:cubicBezTo>
                  <a:cubicBezTo>
                    <a:pt x="193" y="326"/>
                    <a:pt x="193" y="325"/>
                    <a:pt x="193" y="325"/>
                  </a:cubicBezTo>
                  <a:cubicBezTo>
                    <a:pt x="192" y="325"/>
                    <a:pt x="192" y="325"/>
                    <a:pt x="192" y="325"/>
                  </a:cubicBezTo>
                  <a:cubicBezTo>
                    <a:pt x="191" y="325"/>
                    <a:pt x="191" y="325"/>
                    <a:pt x="191" y="325"/>
                  </a:cubicBezTo>
                  <a:cubicBezTo>
                    <a:pt x="191" y="325"/>
                    <a:pt x="191" y="325"/>
                    <a:pt x="191" y="325"/>
                  </a:cubicBezTo>
                  <a:cubicBezTo>
                    <a:pt x="191" y="324"/>
                    <a:pt x="191" y="324"/>
                    <a:pt x="192" y="324"/>
                  </a:cubicBezTo>
                  <a:cubicBezTo>
                    <a:pt x="192" y="324"/>
                    <a:pt x="192" y="324"/>
                    <a:pt x="192" y="324"/>
                  </a:cubicBezTo>
                  <a:cubicBezTo>
                    <a:pt x="192" y="324"/>
                    <a:pt x="192" y="324"/>
                    <a:pt x="192" y="323"/>
                  </a:cubicBezTo>
                  <a:cubicBezTo>
                    <a:pt x="192" y="323"/>
                    <a:pt x="192" y="323"/>
                    <a:pt x="192" y="323"/>
                  </a:cubicBezTo>
                  <a:cubicBezTo>
                    <a:pt x="192" y="323"/>
                    <a:pt x="192" y="322"/>
                    <a:pt x="192" y="322"/>
                  </a:cubicBezTo>
                  <a:cubicBezTo>
                    <a:pt x="192" y="322"/>
                    <a:pt x="192" y="322"/>
                    <a:pt x="191" y="322"/>
                  </a:cubicBezTo>
                  <a:cubicBezTo>
                    <a:pt x="191" y="322"/>
                    <a:pt x="190" y="322"/>
                    <a:pt x="190" y="322"/>
                  </a:cubicBezTo>
                  <a:cubicBezTo>
                    <a:pt x="190" y="322"/>
                    <a:pt x="190" y="322"/>
                    <a:pt x="190" y="322"/>
                  </a:cubicBezTo>
                  <a:cubicBezTo>
                    <a:pt x="190" y="322"/>
                    <a:pt x="190" y="322"/>
                    <a:pt x="190" y="322"/>
                  </a:cubicBezTo>
                  <a:cubicBezTo>
                    <a:pt x="190" y="322"/>
                    <a:pt x="190" y="321"/>
                    <a:pt x="190" y="321"/>
                  </a:cubicBezTo>
                  <a:cubicBezTo>
                    <a:pt x="190" y="321"/>
                    <a:pt x="190" y="321"/>
                    <a:pt x="190" y="321"/>
                  </a:cubicBezTo>
                  <a:cubicBezTo>
                    <a:pt x="190" y="321"/>
                    <a:pt x="191" y="321"/>
                    <a:pt x="191" y="321"/>
                  </a:cubicBezTo>
                  <a:cubicBezTo>
                    <a:pt x="191" y="321"/>
                    <a:pt x="191" y="321"/>
                    <a:pt x="192" y="321"/>
                  </a:cubicBezTo>
                  <a:cubicBezTo>
                    <a:pt x="192" y="321"/>
                    <a:pt x="192" y="320"/>
                    <a:pt x="193" y="320"/>
                  </a:cubicBezTo>
                  <a:cubicBezTo>
                    <a:pt x="193" y="320"/>
                    <a:pt x="193" y="320"/>
                    <a:pt x="194" y="320"/>
                  </a:cubicBezTo>
                  <a:cubicBezTo>
                    <a:pt x="194" y="320"/>
                    <a:pt x="194" y="320"/>
                    <a:pt x="194" y="320"/>
                  </a:cubicBezTo>
                  <a:cubicBezTo>
                    <a:pt x="195" y="320"/>
                    <a:pt x="195" y="320"/>
                    <a:pt x="196" y="320"/>
                  </a:cubicBezTo>
                  <a:cubicBezTo>
                    <a:pt x="196" y="320"/>
                    <a:pt x="196" y="320"/>
                    <a:pt x="196" y="321"/>
                  </a:cubicBezTo>
                  <a:cubicBezTo>
                    <a:pt x="197" y="321"/>
                    <a:pt x="197" y="321"/>
                    <a:pt x="196" y="321"/>
                  </a:cubicBezTo>
                  <a:cubicBezTo>
                    <a:pt x="196" y="322"/>
                    <a:pt x="196" y="322"/>
                    <a:pt x="196" y="322"/>
                  </a:cubicBezTo>
                  <a:cubicBezTo>
                    <a:pt x="195" y="322"/>
                    <a:pt x="195" y="322"/>
                    <a:pt x="195" y="322"/>
                  </a:cubicBezTo>
                  <a:cubicBezTo>
                    <a:pt x="194" y="322"/>
                    <a:pt x="194" y="323"/>
                    <a:pt x="193" y="323"/>
                  </a:cubicBezTo>
                  <a:cubicBezTo>
                    <a:pt x="193" y="323"/>
                    <a:pt x="193" y="323"/>
                    <a:pt x="193" y="323"/>
                  </a:cubicBezTo>
                  <a:cubicBezTo>
                    <a:pt x="193" y="324"/>
                    <a:pt x="193" y="324"/>
                    <a:pt x="193" y="324"/>
                  </a:cubicBezTo>
                  <a:cubicBezTo>
                    <a:pt x="193" y="324"/>
                    <a:pt x="194" y="324"/>
                    <a:pt x="194" y="324"/>
                  </a:cubicBezTo>
                  <a:cubicBezTo>
                    <a:pt x="194" y="324"/>
                    <a:pt x="194" y="324"/>
                    <a:pt x="194" y="324"/>
                  </a:cubicBezTo>
                  <a:cubicBezTo>
                    <a:pt x="195" y="324"/>
                    <a:pt x="195" y="323"/>
                    <a:pt x="195" y="323"/>
                  </a:cubicBezTo>
                  <a:cubicBezTo>
                    <a:pt x="196" y="323"/>
                    <a:pt x="196" y="323"/>
                    <a:pt x="196" y="323"/>
                  </a:cubicBezTo>
                  <a:cubicBezTo>
                    <a:pt x="197" y="323"/>
                    <a:pt x="197" y="322"/>
                    <a:pt x="197" y="322"/>
                  </a:cubicBezTo>
                  <a:cubicBezTo>
                    <a:pt x="197" y="322"/>
                    <a:pt x="198" y="321"/>
                    <a:pt x="197" y="320"/>
                  </a:cubicBezTo>
                  <a:cubicBezTo>
                    <a:pt x="197" y="320"/>
                    <a:pt x="197" y="320"/>
                    <a:pt x="197" y="319"/>
                  </a:cubicBezTo>
                  <a:cubicBezTo>
                    <a:pt x="197" y="319"/>
                    <a:pt x="196" y="319"/>
                    <a:pt x="196" y="319"/>
                  </a:cubicBezTo>
                  <a:cubicBezTo>
                    <a:pt x="195" y="319"/>
                    <a:pt x="195" y="319"/>
                    <a:pt x="195" y="318"/>
                  </a:cubicBezTo>
                  <a:cubicBezTo>
                    <a:pt x="195" y="318"/>
                    <a:pt x="195" y="318"/>
                    <a:pt x="194" y="318"/>
                  </a:cubicBezTo>
                  <a:cubicBezTo>
                    <a:pt x="194" y="318"/>
                    <a:pt x="194" y="318"/>
                    <a:pt x="194" y="318"/>
                  </a:cubicBezTo>
                  <a:cubicBezTo>
                    <a:pt x="194" y="318"/>
                    <a:pt x="193" y="318"/>
                    <a:pt x="193" y="318"/>
                  </a:cubicBezTo>
                  <a:cubicBezTo>
                    <a:pt x="193" y="318"/>
                    <a:pt x="193" y="318"/>
                    <a:pt x="193" y="319"/>
                  </a:cubicBezTo>
                  <a:cubicBezTo>
                    <a:pt x="192" y="319"/>
                    <a:pt x="192" y="319"/>
                    <a:pt x="192" y="319"/>
                  </a:cubicBezTo>
                  <a:cubicBezTo>
                    <a:pt x="191" y="319"/>
                    <a:pt x="191" y="319"/>
                    <a:pt x="191" y="318"/>
                  </a:cubicBezTo>
                  <a:cubicBezTo>
                    <a:pt x="191" y="318"/>
                    <a:pt x="191" y="318"/>
                    <a:pt x="191" y="318"/>
                  </a:cubicBezTo>
                  <a:cubicBezTo>
                    <a:pt x="192" y="318"/>
                    <a:pt x="192" y="318"/>
                    <a:pt x="192" y="318"/>
                  </a:cubicBezTo>
                  <a:cubicBezTo>
                    <a:pt x="192" y="318"/>
                    <a:pt x="192" y="318"/>
                    <a:pt x="192" y="317"/>
                  </a:cubicBezTo>
                  <a:cubicBezTo>
                    <a:pt x="192" y="317"/>
                    <a:pt x="193" y="317"/>
                    <a:pt x="193" y="317"/>
                  </a:cubicBezTo>
                  <a:cubicBezTo>
                    <a:pt x="193" y="317"/>
                    <a:pt x="193" y="317"/>
                    <a:pt x="193" y="316"/>
                  </a:cubicBezTo>
                  <a:cubicBezTo>
                    <a:pt x="193" y="316"/>
                    <a:pt x="193" y="316"/>
                    <a:pt x="193" y="316"/>
                  </a:cubicBezTo>
                  <a:cubicBezTo>
                    <a:pt x="193" y="316"/>
                    <a:pt x="193" y="316"/>
                    <a:pt x="193" y="315"/>
                  </a:cubicBezTo>
                  <a:cubicBezTo>
                    <a:pt x="193" y="315"/>
                    <a:pt x="193" y="315"/>
                    <a:pt x="193" y="315"/>
                  </a:cubicBezTo>
                  <a:cubicBezTo>
                    <a:pt x="193" y="315"/>
                    <a:pt x="193" y="315"/>
                    <a:pt x="193" y="315"/>
                  </a:cubicBezTo>
                  <a:cubicBezTo>
                    <a:pt x="193" y="315"/>
                    <a:pt x="193" y="315"/>
                    <a:pt x="193" y="315"/>
                  </a:cubicBezTo>
                  <a:cubicBezTo>
                    <a:pt x="193" y="314"/>
                    <a:pt x="193" y="314"/>
                    <a:pt x="193" y="314"/>
                  </a:cubicBezTo>
                  <a:cubicBezTo>
                    <a:pt x="193" y="314"/>
                    <a:pt x="193" y="314"/>
                    <a:pt x="193" y="314"/>
                  </a:cubicBezTo>
                  <a:cubicBezTo>
                    <a:pt x="193" y="314"/>
                    <a:pt x="192" y="314"/>
                    <a:pt x="192" y="314"/>
                  </a:cubicBezTo>
                  <a:cubicBezTo>
                    <a:pt x="192" y="314"/>
                    <a:pt x="192" y="314"/>
                    <a:pt x="192" y="314"/>
                  </a:cubicBezTo>
                  <a:cubicBezTo>
                    <a:pt x="191" y="314"/>
                    <a:pt x="190" y="314"/>
                    <a:pt x="190" y="315"/>
                  </a:cubicBezTo>
                  <a:cubicBezTo>
                    <a:pt x="190" y="315"/>
                    <a:pt x="190" y="315"/>
                    <a:pt x="190" y="315"/>
                  </a:cubicBezTo>
                  <a:cubicBezTo>
                    <a:pt x="190" y="315"/>
                    <a:pt x="189" y="314"/>
                    <a:pt x="189" y="314"/>
                  </a:cubicBezTo>
                  <a:cubicBezTo>
                    <a:pt x="189" y="314"/>
                    <a:pt x="189" y="314"/>
                    <a:pt x="189" y="314"/>
                  </a:cubicBezTo>
                  <a:cubicBezTo>
                    <a:pt x="188" y="314"/>
                    <a:pt x="188" y="314"/>
                    <a:pt x="187" y="314"/>
                  </a:cubicBezTo>
                  <a:cubicBezTo>
                    <a:pt x="187" y="314"/>
                    <a:pt x="187" y="314"/>
                    <a:pt x="187" y="314"/>
                  </a:cubicBezTo>
                  <a:cubicBezTo>
                    <a:pt x="186" y="314"/>
                    <a:pt x="186" y="315"/>
                    <a:pt x="186" y="315"/>
                  </a:cubicBezTo>
                  <a:cubicBezTo>
                    <a:pt x="186" y="316"/>
                    <a:pt x="187" y="316"/>
                    <a:pt x="187" y="316"/>
                  </a:cubicBezTo>
                  <a:cubicBezTo>
                    <a:pt x="187" y="316"/>
                    <a:pt x="188" y="317"/>
                    <a:pt x="188" y="317"/>
                  </a:cubicBezTo>
                  <a:cubicBezTo>
                    <a:pt x="188" y="317"/>
                    <a:pt x="188" y="318"/>
                    <a:pt x="189" y="318"/>
                  </a:cubicBezTo>
                  <a:cubicBezTo>
                    <a:pt x="189" y="318"/>
                    <a:pt x="189" y="318"/>
                    <a:pt x="190" y="318"/>
                  </a:cubicBezTo>
                  <a:cubicBezTo>
                    <a:pt x="190" y="318"/>
                    <a:pt x="190" y="318"/>
                    <a:pt x="190" y="318"/>
                  </a:cubicBezTo>
                  <a:cubicBezTo>
                    <a:pt x="190" y="319"/>
                    <a:pt x="190" y="319"/>
                    <a:pt x="190" y="319"/>
                  </a:cubicBezTo>
                  <a:cubicBezTo>
                    <a:pt x="190" y="319"/>
                    <a:pt x="190" y="319"/>
                    <a:pt x="189" y="319"/>
                  </a:cubicBezTo>
                  <a:cubicBezTo>
                    <a:pt x="189" y="319"/>
                    <a:pt x="189" y="320"/>
                    <a:pt x="188" y="320"/>
                  </a:cubicBezTo>
                  <a:cubicBezTo>
                    <a:pt x="188" y="320"/>
                    <a:pt x="188" y="320"/>
                    <a:pt x="188" y="320"/>
                  </a:cubicBezTo>
                  <a:cubicBezTo>
                    <a:pt x="187" y="320"/>
                    <a:pt x="187" y="320"/>
                    <a:pt x="187" y="320"/>
                  </a:cubicBezTo>
                  <a:cubicBezTo>
                    <a:pt x="187" y="320"/>
                    <a:pt x="186" y="320"/>
                    <a:pt x="186" y="320"/>
                  </a:cubicBezTo>
                  <a:cubicBezTo>
                    <a:pt x="186" y="321"/>
                    <a:pt x="185" y="321"/>
                    <a:pt x="185" y="321"/>
                  </a:cubicBezTo>
                  <a:cubicBezTo>
                    <a:pt x="185" y="321"/>
                    <a:pt x="185" y="321"/>
                    <a:pt x="184" y="321"/>
                  </a:cubicBezTo>
                  <a:cubicBezTo>
                    <a:pt x="184" y="321"/>
                    <a:pt x="183" y="321"/>
                    <a:pt x="183" y="322"/>
                  </a:cubicBezTo>
                  <a:cubicBezTo>
                    <a:pt x="182" y="322"/>
                    <a:pt x="182" y="322"/>
                    <a:pt x="182" y="322"/>
                  </a:cubicBezTo>
                  <a:cubicBezTo>
                    <a:pt x="183" y="322"/>
                    <a:pt x="183" y="323"/>
                    <a:pt x="183" y="323"/>
                  </a:cubicBezTo>
                  <a:cubicBezTo>
                    <a:pt x="183" y="323"/>
                    <a:pt x="184" y="323"/>
                    <a:pt x="184" y="323"/>
                  </a:cubicBezTo>
                  <a:cubicBezTo>
                    <a:pt x="184" y="323"/>
                    <a:pt x="185" y="323"/>
                    <a:pt x="185" y="323"/>
                  </a:cubicBezTo>
                  <a:cubicBezTo>
                    <a:pt x="185" y="323"/>
                    <a:pt x="185" y="323"/>
                    <a:pt x="185" y="324"/>
                  </a:cubicBezTo>
                  <a:cubicBezTo>
                    <a:pt x="185" y="324"/>
                    <a:pt x="185" y="324"/>
                    <a:pt x="185" y="324"/>
                  </a:cubicBezTo>
                  <a:cubicBezTo>
                    <a:pt x="185" y="325"/>
                    <a:pt x="185" y="325"/>
                    <a:pt x="185" y="325"/>
                  </a:cubicBezTo>
                  <a:cubicBezTo>
                    <a:pt x="185" y="326"/>
                    <a:pt x="185" y="326"/>
                    <a:pt x="185" y="326"/>
                  </a:cubicBezTo>
                  <a:cubicBezTo>
                    <a:pt x="185" y="327"/>
                    <a:pt x="184" y="327"/>
                    <a:pt x="184" y="328"/>
                  </a:cubicBezTo>
                  <a:cubicBezTo>
                    <a:pt x="184" y="328"/>
                    <a:pt x="184" y="328"/>
                    <a:pt x="184" y="328"/>
                  </a:cubicBezTo>
                  <a:cubicBezTo>
                    <a:pt x="184" y="329"/>
                    <a:pt x="184" y="329"/>
                    <a:pt x="184" y="329"/>
                  </a:cubicBezTo>
                  <a:cubicBezTo>
                    <a:pt x="184" y="330"/>
                    <a:pt x="184" y="330"/>
                    <a:pt x="184" y="331"/>
                  </a:cubicBezTo>
                  <a:cubicBezTo>
                    <a:pt x="184" y="331"/>
                    <a:pt x="183" y="332"/>
                    <a:pt x="183" y="332"/>
                  </a:cubicBezTo>
                  <a:cubicBezTo>
                    <a:pt x="183" y="332"/>
                    <a:pt x="183" y="332"/>
                    <a:pt x="183" y="332"/>
                  </a:cubicBezTo>
                  <a:cubicBezTo>
                    <a:pt x="183" y="333"/>
                    <a:pt x="182" y="334"/>
                    <a:pt x="182" y="335"/>
                  </a:cubicBezTo>
                  <a:cubicBezTo>
                    <a:pt x="182" y="335"/>
                    <a:pt x="182" y="335"/>
                    <a:pt x="182" y="335"/>
                  </a:cubicBezTo>
                  <a:cubicBezTo>
                    <a:pt x="182" y="335"/>
                    <a:pt x="182" y="335"/>
                    <a:pt x="182" y="335"/>
                  </a:cubicBezTo>
                  <a:cubicBezTo>
                    <a:pt x="181" y="336"/>
                    <a:pt x="181" y="336"/>
                    <a:pt x="181" y="336"/>
                  </a:cubicBezTo>
                  <a:cubicBezTo>
                    <a:pt x="182" y="336"/>
                    <a:pt x="182" y="337"/>
                    <a:pt x="182" y="337"/>
                  </a:cubicBezTo>
                  <a:cubicBezTo>
                    <a:pt x="182" y="337"/>
                    <a:pt x="182" y="337"/>
                    <a:pt x="183" y="337"/>
                  </a:cubicBezTo>
                  <a:cubicBezTo>
                    <a:pt x="183" y="337"/>
                    <a:pt x="183" y="336"/>
                    <a:pt x="184" y="336"/>
                  </a:cubicBezTo>
                  <a:cubicBezTo>
                    <a:pt x="184" y="336"/>
                    <a:pt x="184" y="335"/>
                    <a:pt x="184" y="335"/>
                  </a:cubicBezTo>
                  <a:cubicBezTo>
                    <a:pt x="184" y="334"/>
                    <a:pt x="184" y="334"/>
                    <a:pt x="184" y="333"/>
                  </a:cubicBezTo>
                  <a:cubicBezTo>
                    <a:pt x="185" y="333"/>
                    <a:pt x="185" y="333"/>
                    <a:pt x="185" y="332"/>
                  </a:cubicBezTo>
                  <a:cubicBezTo>
                    <a:pt x="185" y="332"/>
                    <a:pt x="185" y="332"/>
                    <a:pt x="185" y="332"/>
                  </a:cubicBezTo>
                  <a:cubicBezTo>
                    <a:pt x="186" y="333"/>
                    <a:pt x="186" y="333"/>
                    <a:pt x="186" y="333"/>
                  </a:cubicBezTo>
                  <a:cubicBezTo>
                    <a:pt x="186" y="334"/>
                    <a:pt x="186" y="334"/>
                    <a:pt x="186" y="334"/>
                  </a:cubicBezTo>
                  <a:cubicBezTo>
                    <a:pt x="186" y="335"/>
                    <a:pt x="186" y="335"/>
                    <a:pt x="186" y="336"/>
                  </a:cubicBezTo>
                  <a:cubicBezTo>
                    <a:pt x="186" y="336"/>
                    <a:pt x="186" y="336"/>
                    <a:pt x="186" y="336"/>
                  </a:cubicBezTo>
                  <a:cubicBezTo>
                    <a:pt x="185" y="336"/>
                    <a:pt x="186" y="337"/>
                    <a:pt x="186" y="337"/>
                  </a:cubicBezTo>
                  <a:cubicBezTo>
                    <a:pt x="186" y="337"/>
                    <a:pt x="186" y="337"/>
                    <a:pt x="186" y="337"/>
                  </a:cubicBezTo>
                  <a:cubicBezTo>
                    <a:pt x="186" y="337"/>
                    <a:pt x="187" y="337"/>
                    <a:pt x="187" y="337"/>
                  </a:cubicBezTo>
                  <a:cubicBezTo>
                    <a:pt x="187" y="336"/>
                    <a:pt x="187" y="336"/>
                    <a:pt x="188" y="336"/>
                  </a:cubicBezTo>
                  <a:cubicBezTo>
                    <a:pt x="188" y="336"/>
                    <a:pt x="188" y="336"/>
                    <a:pt x="188" y="336"/>
                  </a:cubicBezTo>
                  <a:cubicBezTo>
                    <a:pt x="189" y="336"/>
                    <a:pt x="189" y="336"/>
                    <a:pt x="190" y="336"/>
                  </a:cubicBezTo>
                  <a:cubicBezTo>
                    <a:pt x="190" y="336"/>
                    <a:pt x="190" y="336"/>
                    <a:pt x="190" y="337"/>
                  </a:cubicBezTo>
                  <a:cubicBezTo>
                    <a:pt x="190" y="337"/>
                    <a:pt x="190" y="337"/>
                    <a:pt x="190" y="337"/>
                  </a:cubicBezTo>
                  <a:cubicBezTo>
                    <a:pt x="190" y="337"/>
                    <a:pt x="190" y="337"/>
                    <a:pt x="190" y="337"/>
                  </a:cubicBezTo>
                  <a:cubicBezTo>
                    <a:pt x="190" y="337"/>
                    <a:pt x="190" y="337"/>
                    <a:pt x="191" y="337"/>
                  </a:cubicBezTo>
                  <a:cubicBezTo>
                    <a:pt x="191" y="337"/>
                    <a:pt x="191" y="337"/>
                    <a:pt x="191" y="337"/>
                  </a:cubicBezTo>
                  <a:cubicBezTo>
                    <a:pt x="191" y="337"/>
                    <a:pt x="191" y="337"/>
                    <a:pt x="191" y="337"/>
                  </a:cubicBezTo>
                  <a:cubicBezTo>
                    <a:pt x="191" y="337"/>
                    <a:pt x="192" y="336"/>
                    <a:pt x="191" y="336"/>
                  </a:cubicBezTo>
                  <a:cubicBezTo>
                    <a:pt x="191" y="336"/>
                    <a:pt x="192" y="335"/>
                    <a:pt x="192" y="335"/>
                  </a:cubicBezTo>
                  <a:cubicBezTo>
                    <a:pt x="192" y="335"/>
                    <a:pt x="193" y="335"/>
                    <a:pt x="193" y="335"/>
                  </a:cubicBezTo>
                  <a:cubicBezTo>
                    <a:pt x="194" y="335"/>
                    <a:pt x="194" y="335"/>
                    <a:pt x="194" y="336"/>
                  </a:cubicBezTo>
                  <a:cubicBezTo>
                    <a:pt x="194" y="336"/>
                    <a:pt x="194" y="336"/>
                    <a:pt x="194" y="336"/>
                  </a:cubicBezTo>
                  <a:cubicBezTo>
                    <a:pt x="194" y="336"/>
                    <a:pt x="194" y="336"/>
                    <a:pt x="194" y="336"/>
                  </a:cubicBezTo>
                  <a:cubicBezTo>
                    <a:pt x="194" y="337"/>
                    <a:pt x="194" y="337"/>
                    <a:pt x="194" y="337"/>
                  </a:cubicBezTo>
                  <a:cubicBezTo>
                    <a:pt x="194" y="338"/>
                    <a:pt x="194" y="338"/>
                    <a:pt x="195" y="338"/>
                  </a:cubicBezTo>
                  <a:cubicBezTo>
                    <a:pt x="195" y="337"/>
                    <a:pt x="195" y="337"/>
                    <a:pt x="195" y="337"/>
                  </a:cubicBezTo>
                  <a:cubicBezTo>
                    <a:pt x="195" y="337"/>
                    <a:pt x="195" y="337"/>
                    <a:pt x="195" y="336"/>
                  </a:cubicBezTo>
                  <a:cubicBezTo>
                    <a:pt x="195" y="336"/>
                    <a:pt x="195" y="335"/>
                    <a:pt x="195" y="335"/>
                  </a:cubicBezTo>
                  <a:cubicBezTo>
                    <a:pt x="195" y="335"/>
                    <a:pt x="195" y="335"/>
                    <a:pt x="195" y="335"/>
                  </a:cubicBezTo>
                  <a:cubicBezTo>
                    <a:pt x="195" y="334"/>
                    <a:pt x="196" y="334"/>
                    <a:pt x="196" y="334"/>
                  </a:cubicBezTo>
                  <a:cubicBezTo>
                    <a:pt x="196" y="334"/>
                    <a:pt x="196" y="334"/>
                    <a:pt x="197" y="334"/>
                  </a:cubicBezTo>
                  <a:cubicBezTo>
                    <a:pt x="197" y="334"/>
                    <a:pt x="197" y="334"/>
                    <a:pt x="197" y="334"/>
                  </a:cubicBezTo>
                  <a:cubicBezTo>
                    <a:pt x="198" y="334"/>
                    <a:pt x="198" y="334"/>
                    <a:pt x="199" y="333"/>
                  </a:cubicBezTo>
                  <a:cubicBezTo>
                    <a:pt x="199" y="333"/>
                    <a:pt x="199" y="334"/>
                    <a:pt x="199" y="334"/>
                  </a:cubicBezTo>
                  <a:cubicBezTo>
                    <a:pt x="200" y="334"/>
                    <a:pt x="200" y="334"/>
                    <a:pt x="201" y="334"/>
                  </a:cubicBezTo>
                  <a:cubicBezTo>
                    <a:pt x="201" y="335"/>
                    <a:pt x="201" y="335"/>
                    <a:pt x="201" y="335"/>
                  </a:cubicBezTo>
                  <a:cubicBezTo>
                    <a:pt x="201" y="335"/>
                    <a:pt x="201" y="335"/>
                    <a:pt x="202" y="335"/>
                  </a:cubicBezTo>
                  <a:cubicBezTo>
                    <a:pt x="202" y="335"/>
                    <a:pt x="202" y="336"/>
                    <a:pt x="202" y="336"/>
                  </a:cubicBezTo>
                  <a:cubicBezTo>
                    <a:pt x="203" y="336"/>
                    <a:pt x="203" y="337"/>
                    <a:pt x="203" y="337"/>
                  </a:cubicBezTo>
                  <a:cubicBezTo>
                    <a:pt x="203" y="337"/>
                    <a:pt x="203" y="337"/>
                    <a:pt x="203" y="337"/>
                  </a:cubicBezTo>
                  <a:cubicBezTo>
                    <a:pt x="203" y="337"/>
                    <a:pt x="204" y="338"/>
                    <a:pt x="204" y="338"/>
                  </a:cubicBezTo>
                  <a:cubicBezTo>
                    <a:pt x="204" y="338"/>
                    <a:pt x="204" y="338"/>
                    <a:pt x="204" y="338"/>
                  </a:cubicBezTo>
                  <a:cubicBezTo>
                    <a:pt x="205" y="338"/>
                    <a:pt x="205" y="337"/>
                    <a:pt x="205" y="337"/>
                  </a:cubicBezTo>
                  <a:cubicBezTo>
                    <a:pt x="205" y="337"/>
                    <a:pt x="205" y="336"/>
                    <a:pt x="205" y="335"/>
                  </a:cubicBezTo>
                  <a:close/>
                  <a:moveTo>
                    <a:pt x="235" y="321"/>
                  </a:moveTo>
                  <a:cubicBezTo>
                    <a:pt x="235" y="321"/>
                    <a:pt x="235" y="321"/>
                    <a:pt x="235" y="321"/>
                  </a:cubicBezTo>
                  <a:cubicBezTo>
                    <a:pt x="235" y="320"/>
                    <a:pt x="234" y="320"/>
                    <a:pt x="234" y="320"/>
                  </a:cubicBezTo>
                  <a:cubicBezTo>
                    <a:pt x="234" y="320"/>
                    <a:pt x="234" y="321"/>
                    <a:pt x="233" y="321"/>
                  </a:cubicBezTo>
                  <a:cubicBezTo>
                    <a:pt x="233" y="321"/>
                    <a:pt x="233" y="321"/>
                    <a:pt x="233" y="321"/>
                  </a:cubicBezTo>
                  <a:cubicBezTo>
                    <a:pt x="233" y="322"/>
                    <a:pt x="232" y="322"/>
                    <a:pt x="232" y="323"/>
                  </a:cubicBezTo>
                  <a:cubicBezTo>
                    <a:pt x="231" y="323"/>
                    <a:pt x="231" y="324"/>
                    <a:pt x="230" y="324"/>
                  </a:cubicBezTo>
                  <a:cubicBezTo>
                    <a:pt x="230" y="324"/>
                    <a:pt x="230" y="324"/>
                    <a:pt x="230" y="324"/>
                  </a:cubicBezTo>
                  <a:cubicBezTo>
                    <a:pt x="229" y="324"/>
                    <a:pt x="229" y="323"/>
                    <a:pt x="229" y="323"/>
                  </a:cubicBezTo>
                  <a:cubicBezTo>
                    <a:pt x="229" y="323"/>
                    <a:pt x="229" y="323"/>
                    <a:pt x="229" y="322"/>
                  </a:cubicBezTo>
                  <a:cubicBezTo>
                    <a:pt x="229" y="322"/>
                    <a:pt x="229" y="322"/>
                    <a:pt x="229" y="321"/>
                  </a:cubicBezTo>
                  <a:cubicBezTo>
                    <a:pt x="229" y="321"/>
                    <a:pt x="229" y="320"/>
                    <a:pt x="229" y="320"/>
                  </a:cubicBezTo>
                  <a:cubicBezTo>
                    <a:pt x="229" y="319"/>
                    <a:pt x="230" y="319"/>
                    <a:pt x="230" y="318"/>
                  </a:cubicBezTo>
                  <a:cubicBezTo>
                    <a:pt x="230" y="318"/>
                    <a:pt x="230" y="318"/>
                    <a:pt x="230" y="318"/>
                  </a:cubicBezTo>
                  <a:cubicBezTo>
                    <a:pt x="230" y="318"/>
                    <a:pt x="230" y="317"/>
                    <a:pt x="230" y="317"/>
                  </a:cubicBezTo>
                  <a:cubicBezTo>
                    <a:pt x="230" y="317"/>
                    <a:pt x="230" y="317"/>
                    <a:pt x="229" y="317"/>
                  </a:cubicBezTo>
                  <a:cubicBezTo>
                    <a:pt x="229" y="317"/>
                    <a:pt x="228" y="316"/>
                    <a:pt x="228" y="316"/>
                  </a:cubicBezTo>
                  <a:cubicBezTo>
                    <a:pt x="227" y="316"/>
                    <a:pt x="227" y="316"/>
                    <a:pt x="227" y="316"/>
                  </a:cubicBezTo>
                  <a:cubicBezTo>
                    <a:pt x="227" y="316"/>
                    <a:pt x="227" y="316"/>
                    <a:pt x="226" y="316"/>
                  </a:cubicBezTo>
                  <a:cubicBezTo>
                    <a:pt x="226" y="317"/>
                    <a:pt x="226" y="317"/>
                    <a:pt x="226" y="316"/>
                  </a:cubicBezTo>
                  <a:cubicBezTo>
                    <a:pt x="225" y="316"/>
                    <a:pt x="225" y="316"/>
                    <a:pt x="224" y="316"/>
                  </a:cubicBezTo>
                  <a:cubicBezTo>
                    <a:pt x="223" y="317"/>
                    <a:pt x="223" y="317"/>
                    <a:pt x="222" y="317"/>
                  </a:cubicBezTo>
                  <a:cubicBezTo>
                    <a:pt x="222" y="317"/>
                    <a:pt x="222" y="317"/>
                    <a:pt x="222" y="317"/>
                  </a:cubicBezTo>
                  <a:cubicBezTo>
                    <a:pt x="222" y="316"/>
                    <a:pt x="222" y="317"/>
                    <a:pt x="221" y="317"/>
                  </a:cubicBezTo>
                  <a:cubicBezTo>
                    <a:pt x="221" y="317"/>
                    <a:pt x="221" y="317"/>
                    <a:pt x="220" y="318"/>
                  </a:cubicBezTo>
                  <a:cubicBezTo>
                    <a:pt x="220" y="318"/>
                    <a:pt x="220" y="318"/>
                    <a:pt x="220" y="318"/>
                  </a:cubicBezTo>
                  <a:cubicBezTo>
                    <a:pt x="220" y="318"/>
                    <a:pt x="220" y="318"/>
                    <a:pt x="219" y="318"/>
                  </a:cubicBezTo>
                  <a:cubicBezTo>
                    <a:pt x="219" y="318"/>
                    <a:pt x="219" y="319"/>
                    <a:pt x="219" y="319"/>
                  </a:cubicBezTo>
                  <a:cubicBezTo>
                    <a:pt x="219" y="319"/>
                    <a:pt x="219" y="319"/>
                    <a:pt x="219" y="320"/>
                  </a:cubicBezTo>
                  <a:cubicBezTo>
                    <a:pt x="219" y="320"/>
                    <a:pt x="218" y="320"/>
                    <a:pt x="218" y="320"/>
                  </a:cubicBezTo>
                  <a:cubicBezTo>
                    <a:pt x="218" y="320"/>
                    <a:pt x="218" y="321"/>
                    <a:pt x="219" y="321"/>
                  </a:cubicBezTo>
                  <a:cubicBezTo>
                    <a:pt x="219" y="321"/>
                    <a:pt x="219" y="321"/>
                    <a:pt x="219" y="321"/>
                  </a:cubicBezTo>
                  <a:cubicBezTo>
                    <a:pt x="219" y="321"/>
                    <a:pt x="219" y="321"/>
                    <a:pt x="219" y="322"/>
                  </a:cubicBezTo>
                  <a:cubicBezTo>
                    <a:pt x="219" y="322"/>
                    <a:pt x="219" y="322"/>
                    <a:pt x="219" y="322"/>
                  </a:cubicBezTo>
                  <a:cubicBezTo>
                    <a:pt x="219" y="323"/>
                    <a:pt x="219" y="324"/>
                    <a:pt x="219" y="325"/>
                  </a:cubicBezTo>
                  <a:cubicBezTo>
                    <a:pt x="219" y="325"/>
                    <a:pt x="219" y="325"/>
                    <a:pt x="219" y="325"/>
                  </a:cubicBezTo>
                  <a:cubicBezTo>
                    <a:pt x="219" y="326"/>
                    <a:pt x="219" y="326"/>
                    <a:pt x="219" y="327"/>
                  </a:cubicBezTo>
                  <a:cubicBezTo>
                    <a:pt x="219" y="327"/>
                    <a:pt x="218" y="327"/>
                    <a:pt x="218" y="327"/>
                  </a:cubicBezTo>
                  <a:cubicBezTo>
                    <a:pt x="218" y="327"/>
                    <a:pt x="218" y="328"/>
                    <a:pt x="218" y="328"/>
                  </a:cubicBezTo>
                  <a:cubicBezTo>
                    <a:pt x="218" y="328"/>
                    <a:pt x="218" y="329"/>
                    <a:pt x="218" y="329"/>
                  </a:cubicBezTo>
                  <a:cubicBezTo>
                    <a:pt x="218" y="329"/>
                    <a:pt x="218" y="330"/>
                    <a:pt x="219" y="330"/>
                  </a:cubicBezTo>
                  <a:cubicBezTo>
                    <a:pt x="219" y="330"/>
                    <a:pt x="219" y="330"/>
                    <a:pt x="219" y="330"/>
                  </a:cubicBezTo>
                  <a:cubicBezTo>
                    <a:pt x="219" y="330"/>
                    <a:pt x="220" y="329"/>
                    <a:pt x="220" y="329"/>
                  </a:cubicBezTo>
                  <a:cubicBezTo>
                    <a:pt x="220" y="329"/>
                    <a:pt x="221" y="329"/>
                    <a:pt x="221" y="329"/>
                  </a:cubicBezTo>
                  <a:cubicBezTo>
                    <a:pt x="222" y="329"/>
                    <a:pt x="222" y="328"/>
                    <a:pt x="223" y="328"/>
                  </a:cubicBezTo>
                  <a:cubicBezTo>
                    <a:pt x="223" y="328"/>
                    <a:pt x="223" y="328"/>
                    <a:pt x="223" y="328"/>
                  </a:cubicBezTo>
                  <a:cubicBezTo>
                    <a:pt x="223" y="328"/>
                    <a:pt x="224" y="328"/>
                    <a:pt x="224" y="328"/>
                  </a:cubicBezTo>
                  <a:cubicBezTo>
                    <a:pt x="224" y="328"/>
                    <a:pt x="224" y="328"/>
                    <a:pt x="225" y="328"/>
                  </a:cubicBezTo>
                  <a:cubicBezTo>
                    <a:pt x="225" y="328"/>
                    <a:pt x="225" y="328"/>
                    <a:pt x="225" y="329"/>
                  </a:cubicBezTo>
                  <a:cubicBezTo>
                    <a:pt x="225" y="329"/>
                    <a:pt x="224" y="329"/>
                    <a:pt x="224" y="330"/>
                  </a:cubicBezTo>
                  <a:cubicBezTo>
                    <a:pt x="224" y="330"/>
                    <a:pt x="223" y="330"/>
                    <a:pt x="223" y="330"/>
                  </a:cubicBezTo>
                  <a:cubicBezTo>
                    <a:pt x="223" y="331"/>
                    <a:pt x="222" y="331"/>
                    <a:pt x="222" y="331"/>
                  </a:cubicBezTo>
                  <a:cubicBezTo>
                    <a:pt x="222" y="331"/>
                    <a:pt x="222" y="331"/>
                    <a:pt x="222" y="331"/>
                  </a:cubicBezTo>
                  <a:cubicBezTo>
                    <a:pt x="222" y="331"/>
                    <a:pt x="221" y="332"/>
                    <a:pt x="221" y="332"/>
                  </a:cubicBezTo>
                  <a:cubicBezTo>
                    <a:pt x="221" y="332"/>
                    <a:pt x="221" y="332"/>
                    <a:pt x="221" y="332"/>
                  </a:cubicBezTo>
                  <a:cubicBezTo>
                    <a:pt x="220" y="333"/>
                    <a:pt x="220" y="333"/>
                    <a:pt x="220" y="333"/>
                  </a:cubicBezTo>
                  <a:cubicBezTo>
                    <a:pt x="220" y="333"/>
                    <a:pt x="219" y="333"/>
                    <a:pt x="219" y="334"/>
                  </a:cubicBezTo>
                  <a:cubicBezTo>
                    <a:pt x="218" y="334"/>
                    <a:pt x="218" y="335"/>
                    <a:pt x="218" y="335"/>
                  </a:cubicBezTo>
                  <a:cubicBezTo>
                    <a:pt x="217" y="335"/>
                    <a:pt x="217" y="335"/>
                    <a:pt x="217" y="335"/>
                  </a:cubicBezTo>
                  <a:cubicBezTo>
                    <a:pt x="217" y="335"/>
                    <a:pt x="216" y="336"/>
                    <a:pt x="216" y="336"/>
                  </a:cubicBezTo>
                  <a:cubicBezTo>
                    <a:pt x="215" y="336"/>
                    <a:pt x="215" y="337"/>
                    <a:pt x="215" y="337"/>
                  </a:cubicBezTo>
                  <a:cubicBezTo>
                    <a:pt x="215" y="337"/>
                    <a:pt x="215" y="338"/>
                    <a:pt x="215" y="338"/>
                  </a:cubicBezTo>
                  <a:cubicBezTo>
                    <a:pt x="216" y="338"/>
                    <a:pt x="216" y="338"/>
                    <a:pt x="216" y="338"/>
                  </a:cubicBezTo>
                  <a:cubicBezTo>
                    <a:pt x="217" y="338"/>
                    <a:pt x="217" y="338"/>
                    <a:pt x="218" y="338"/>
                  </a:cubicBezTo>
                  <a:cubicBezTo>
                    <a:pt x="218" y="338"/>
                    <a:pt x="218" y="338"/>
                    <a:pt x="218" y="337"/>
                  </a:cubicBezTo>
                  <a:cubicBezTo>
                    <a:pt x="218" y="337"/>
                    <a:pt x="218" y="337"/>
                    <a:pt x="219" y="337"/>
                  </a:cubicBezTo>
                  <a:cubicBezTo>
                    <a:pt x="219" y="337"/>
                    <a:pt x="219" y="337"/>
                    <a:pt x="219" y="336"/>
                  </a:cubicBezTo>
                  <a:cubicBezTo>
                    <a:pt x="220" y="336"/>
                    <a:pt x="220" y="336"/>
                    <a:pt x="220" y="336"/>
                  </a:cubicBezTo>
                  <a:cubicBezTo>
                    <a:pt x="220" y="336"/>
                    <a:pt x="220" y="336"/>
                    <a:pt x="220" y="335"/>
                  </a:cubicBezTo>
                  <a:cubicBezTo>
                    <a:pt x="221" y="335"/>
                    <a:pt x="222" y="335"/>
                    <a:pt x="222" y="334"/>
                  </a:cubicBezTo>
                  <a:cubicBezTo>
                    <a:pt x="223" y="334"/>
                    <a:pt x="223" y="333"/>
                    <a:pt x="224" y="333"/>
                  </a:cubicBezTo>
                  <a:cubicBezTo>
                    <a:pt x="224" y="333"/>
                    <a:pt x="224" y="333"/>
                    <a:pt x="224" y="333"/>
                  </a:cubicBezTo>
                  <a:cubicBezTo>
                    <a:pt x="225" y="332"/>
                    <a:pt x="225" y="332"/>
                    <a:pt x="225" y="332"/>
                  </a:cubicBezTo>
                  <a:cubicBezTo>
                    <a:pt x="225" y="332"/>
                    <a:pt x="225" y="332"/>
                    <a:pt x="225" y="332"/>
                  </a:cubicBezTo>
                  <a:cubicBezTo>
                    <a:pt x="225" y="332"/>
                    <a:pt x="225" y="332"/>
                    <a:pt x="225" y="332"/>
                  </a:cubicBezTo>
                  <a:cubicBezTo>
                    <a:pt x="226" y="332"/>
                    <a:pt x="226" y="332"/>
                    <a:pt x="226" y="331"/>
                  </a:cubicBezTo>
                  <a:cubicBezTo>
                    <a:pt x="226" y="331"/>
                    <a:pt x="226" y="332"/>
                    <a:pt x="227" y="332"/>
                  </a:cubicBezTo>
                  <a:cubicBezTo>
                    <a:pt x="227" y="332"/>
                    <a:pt x="227" y="332"/>
                    <a:pt x="227" y="332"/>
                  </a:cubicBezTo>
                  <a:cubicBezTo>
                    <a:pt x="227" y="333"/>
                    <a:pt x="227" y="333"/>
                    <a:pt x="227" y="333"/>
                  </a:cubicBezTo>
                  <a:cubicBezTo>
                    <a:pt x="227" y="333"/>
                    <a:pt x="227" y="334"/>
                    <a:pt x="227" y="335"/>
                  </a:cubicBezTo>
                  <a:cubicBezTo>
                    <a:pt x="227" y="335"/>
                    <a:pt x="227" y="335"/>
                    <a:pt x="227" y="335"/>
                  </a:cubicBezTo>
                  <a:cubicBezTo>
                    <a:pt x="227" y="336"/>
                    <a:pt x="227" y="336"/>
                    <a:pt x="227" y="336"/>
                  </a:cubicBezTo>
                  <a:cubicBezTo>
                    <a:pt x="227" y="337"/>
                    <a:pt x="227" y="337"/>
                    <a:pt x="227" y="337"/>
                  </a:cubicBezTo>
                  <a:cubicBezTo>
                    <a:pt x="227" y="337"/>
                    <a:pt x="227" y="338"/>
                    <a:pt x="227" y="338"/>
                  </a:cubicBezTo>
                  <a:cubicBezTo>
                    <a:pt x="227" y="338"/>
                    <a:pt x="226" y="338"/>
                    <a:pt x="226" y="338"/>
                  </a:cubicBezTo>
                  <a:cubicBezTo>
                    <a:pt x="226" y="338"/>
                    <a:pt x="226" y="338"/>
                    <a:pt x="226" y="338"/>
                  </a:cubicBezTo>
                  <a:cubicBezTo>
                    <a:pt x="225" y="338"/>
                    <a:pt x="225" y="338"/>
                    <a:pt x="225" y="337"/>
                  </a:cubicBezTo>
                  <a:cubicBezTo>
                    <a:pt x="225" y="337"/>
                    <a:pt x="224" y="337"/>
                    <a:pt x="224" y="337"/>
                  </a:cubicBezTo>
                  <a:cubicBezTo>
                    <a:pt x="224" y="336"/>
                    <a:pt x="224" y="336"/>
                    <a:pt x="224" y="337"/>
                  </a:cubicBezTo>
                  <a:cubicBezTo>
                    <a:pt x="223" y="337"/>
                    <a:pt x="223" y="337"/>
                    <a:pt x="223" y="338"/>
                  </a:cubicBezTo>
                  <a:cubicBezTo>
                    <a:pt x="223" y="338"/>
                    <a:pt x="223" y="338"/>
                    <a:pt x="224" y="338"/>
                  </a:cubicBezTo>
                  <a:cubicBezTo>
                    <a:pt x="224" y="338"/>
                    <a:pt x="224" y="338"/>
                    <a:pt x="224" y="338"/>
                  </a:cubicBezTo>
                  <a:cubicBezTo>
                    <a:pt x="224" y="339"/>
                    <a:pt x="224" y="339"/>
                    <a:pt x="224" y="339"/>
                  </a:cubicBezTo>
                  <a:cubicBezTo>
                    <a:pt x="225" y="339"/>
                    <a:pt x="225" y="340"/>
                    <a:pt x="226" y="340"/>
                  </a:cubicBezTo>
                  <a:cubicBezTo>
                    <a:pt x="226" y="340"/>
                    <a:pt x="226" y="340"/>
                    <a:pt x="226" y="340"/>
                  </a:cubicBezTo>
                  <a:cubicBezTo>
                    <a:pt x="226" y="341"/>
                    <a:pt x="226" y="341"/>
                    <a:pt x="227" y="341"/>
                  </a:cubicBezTo>
                  <a:cubicBezTo>
                    <a:pt x="227" y="341"/>
                    <a:pt x="227" y="341"/>
                    <a:pt x="227" y="341"/>
                  </a:cubicBezTo>
                  <a:cubicBezTo>
                    <a:pt x="227" y="341"/>
                    <a:pt x="228" y="341"/>
                    <a:pt x="228" y="340"/>
                  </a:cubicBezTo>
                  <a:cubicBezTo>
                    <a:pt x="228" y="340"/>
                    <a:pt x="228" y="340"/>
                    <a:pt x="228" y="340"/>
                  </a:cubicBezTo>
                  <a:cubicBezTo>
                    <a:pt x="228" y="339"/>
                    <a:pt x="228" y="339"/>
                    <a:pt x="228" y="338"/>
                  </a:cubicBezTo>
                  <a:cubicBezTo>
                    <a:pt x="228" y="338"/>
                    <a:pt x="228" y="337"/>
                    <a:pt x="228" y="337"/>
                  </a:cubicBezTo>
                  <a:cubicBezTo>
                    <a:pt x="229" y="337"/>
                    <a:pt x="229" y="336"/>
                    <a:pt x="229" y="336"/>
                  </a:cubicBezTo>
                  <a:cubicBezTo>
                    <a:pt x="229" y="336"/>
                    <a:pt x="229" y="336"/>
                    <a:pt x="229" y="335"/>
                  </a:cubicBezTo>
                  <a:cubicBezTo>
                    <a:pt x="229" y="335"/>
                    <a:pt x="229" y="334"/>
                    <a:pt x="229" y="333"/>
                  </a:cubicBezTo>
                  <a:cubicBezTo>
                    <a:pt x="229" y="333"/>
                    <a:pt x="229" y="333"/>
                    <a:pt x="229" y="333"/>
                  </a:cubicBezTo>
                  <a:cubicBezTo>
                    <a:pt x="229" y="332"/>
                    <a:pt x="229" y="332"/>
                    <a:pt x="229" y="332"/>
                  </a:cubicBezTo>
                  <a:cubicBezTo>
                    <a:pt x="229" y="332"/>
                    <a:pt x="229" y="332"/>
                    <a:pt x="229" y="331"/>
                  </a:cubicBezTo>
                  <a:cubicBezTo>
                    <a:pt x="229" y="331"/>
                    <a:pt x="229" y="330"/>
                    <a:pt x="229" y="329"/>
                  </a:cubicBezTo>
                  <a:cubicBezTo>
                    <a:pt x="229" y="329"/>
                    <a:pt x="229" y="329"/>
                    <a:pt x="229" y="329"/>
                  </a:cubicBezTo>
                  <a:cubicBezTo>
                    <a:pt x="229" y="328"/>
                    <a:pt x="229" y="328"/>
                    <a:pt x="229" y="328"/>
                  </a:cubicBezTo>
                  <a:cubicBezTo>
                    <a:pt x="230" y="327"/>
                    <a:pt x="230" y="327"/>
                    <a:pt x="231" y="326"/>
                  </a:cubicBezTo>
                  <a:cubicBezTo>
                    <a:pt x="231" y="326"/>
                    <a:pt x="231" y="326"/>
                    <a:pt x="231" y="326"/>
                  </a:cubicBezTo>
                  <a:cubicBezTo>
                    <a:pt x="232" y="325"/>
                    <a:pt x="233" y="324"/>
                    <a:pt x="234" y="323"/>
                  </a:cubicBezTo>
                  <a:cubicBezTo>
                    <a:pt x="234" y="323"/>
                    <a:pt x="234" y="323"/>
                    <a:pt x="234" y="323"/>
                  </a:cubicBezTo>
                  <a:cubicBezTo>
                    <a:pt x="234" y="323"/>
                    <a:pt x="234" y="322"/>
                    <a:pt x="234" y="322"/>
                  </a:cubicBezTo>
                  <a:cubicBezTo>
                    <a:pt x="235" y="322"/>
                    <a:pt x="235" y="322"/>
                    <a:pt x="235" y="322"/>
                  </a:cubicBezTo>
                  <a:cubicBezTo>
                    <a:pt x="235" y="322"/>
                    <a:pt x="235" y="321"/>
                    <a:pt x="235" y="321"/>
                  </a:cubicBezTo>
                  <a:close/>
                  <a:moveTo>
                    <a:pt x="278" y="332"/>
                  </a:moveTo>
                  <a:cubicBezTo>
                    <a:pt x="278" y="332"/>
                    <a:pt x="278" y="332"/>
                    <a:pt x="278" y="332"/>
                  </a:cubicBezTo>
                  <a:cubicBezTo>
                    <a:pt x="278" y="332"/>
                    <a:pt x="278" y="332"/>
                    <a:pt x="278" y="331"/>
                  </a:cubicBezTo>
                  <a:cubicBezTo>
                    <a:pt x="277" y="331"/>
                    <a:pt x="277" y="331"/>
                    <a:pt x="277" y="331"/>
                  </a:cubicBezTo>
                  <a:cubicBezTo>
                    <a:pt x="277" y="331"/>
                    <a:pt x="277" y="331"/>
                    <a:pt x="276" y="331"/>
                  </a:cubicBezTo>
                  <a:cubicBezTo>
                    <a:pt x="276" y="331"/>
                    <a:pt x="275" y="331"/>
                    <a:pt x="275" y="330"/>
                  </a:cubicBezTo>
                  <a:cubicBezTo>
                    <a:pt x="274" y="330"/>
                    <a:pt x="274" y="329"/>
                    <a:pt x="273" y="329"/>
                  </a:cubicBezTo>
                  <a:cubicBezTo>
                    <a:pt x="272" y="330"/>
                    <a:pt x="272" y="329"/>
                    <a:pt x="272" y="329"/>
                  </a:cubicBezTo>
                  <a:cubicBezTo>
                    <a:pt x="272" y="328"/>
                    <a:pt x="271" y="328"/>
                    <a:pt x="271" y="328"/>
                  </a:cubicBezTo>
                  <a:cubicBezTo>
                    <a:pt x="271" y="328"/>
                    <a:pt x="271" y="328"/>
                    <a:pt x="271" y="328"/>
                  </a:cubicBezTo>
                  <a:cubicBezTo>
                    <a:pt x="270" y="328"/>
                    <a:pt x="270" y="327"/>
                    <a:pt x="270" y="327"/>
                  </a:cubicBezTo>
                  <a:cubicBezTo>
                    <a:pt x="270" y="326"/>
                    <a:pt x="270" y="325"/>
                    <a:pt x="270" y="325"/>
                  </a:cubicBezTo>
                  <a:cubicBezTo>
                    <a:pt x="270" y="325"/>
                    <a:pt x="270" y="325"/>
                    <a:pt x="270" y="325"/>
                  </a:cubicBezTo>
                  <a:cubicBezTo>
                    <a:pt x="270" y="324"/>
                    <a:pt x="270" y="324"/>
                    <a:pt x="270" y="324"/>
                  </a:cubicBezTo>
                  <a:cubicBezTo>
                    <a:pt x="270" y="323"/>
                    <a:pt x="270" y="323"/>
                    <a:pt x="270" y="323"/>
                  </a:cubicBezTo>
                  <a:cubicBezTo>
                    <a:pt x="270" y="323"/>
                    <a:pt x="270" y="322"/>
                    <a:pt x="270" y="322"/>
                  </a:cubicBezTo>
                  <a:cubicBezTo>
                    <a:pt x="270" y="322"/>
                    <a:pt x="270" y="322"/>
                    <a:pt x="271" y="321"/>
                  </a:cubicBezTo>
                  <a:cubicBezTo>
                    <a:pt x="271" y="321"/>
                    <a:pt x="271" y="321"/>
                    <a:pt x="271" y="321"/>
                  </a:cubicBezTo>
                  <a:cubicBezTo>
                    <a:pt x="272" y="321"/>
                    <a:pt x="272" y="320"/>
                    <a:pt x="273" y="320"/>
                  </a:cubicBezTo>
                  <a:cubicBezTo>
                    <a:pt x="273" y="320"/>
                    <a:pt x="273" y="319"/>
                    <a:pt x="274" y="319"/>
                  </a:cubicBezTo>
                  <a:cubicBezTo>
                    <a:pt x="274" y="319"/>
                    <a:pt x="274" y="319"/>
                    <a:pt x="274" y="318"/>
                  </a:cubicBezTo>
                  <a:cubicBezTo>
                    <a:pt x="274" y="318"/>
                    <a:pt x="275" y="318"/>
                    <a:pt x="275" y="317"/>
                  </a:cubicBezTo>
                  <a:cubicBezTo>
                    <a:pt x="274" y="317"/>
                    <a:pt x="274" y="316"/>
                    <a:pt x="274" y="316"/>
                  </a:cubicBezTo>
                  <a:cubicBezTo>
                    <a:pt x="274" y="316"/>
                    <a:pt x="274" y="316"/>
                    <a:pt x="273" y="316"/>
                  </a:cubicBezTo>
                  <a:cubicBezTo>
                    <a:pt x="273" y="316"/>
                    <a:pt x="273" y="316"/>
                    <a:pt x="273" y="316"/>
                  </a:cubicBezTo>
                  <a:cubicBezTo>
                    <a:pt x="272" y="316"/>
                    <a:pt x="272" y="316"/>
                    <a:pt x="272" y="316"/>
                  </a:cubicBezTo>
                  <a:cubicBezTo>
                    <a:pt x="272" y="316"/>
                    <a:pt x="271" y="316"/>
                    <a:pt x="271" y="316"/>
                  </a:cubicBezTo>
                  <a:cubicBezTo>
                    <a:pt x="271" y="317"/>
                    <a:pt x="270" y="317"/>
                    <a:pt x="270" y="317"/>
                  </a:cubicBezTo>
                  <a:cubicBezTo>
                    <a:pt x="270" y="317"/>
                    <a:pt x="270" y="316"/>
                    <a:pt x="270" y="316"/>
                  </a:cubicBezTo>
                  <a:cubicBezTo>
                    <a:pt x="270" y="316"/>
                    <a:pt x="270" y="316"/>
                    <a:pt x="270" y="316"/>
                  </a:cubicBezTo>
                  <a:cubicBezTo>
                    <a:pt x="270" y="316"/>
                    <a:pt x="270" y="315"/>
                    <a:pt x="269" y="315"/>
                  </a:cubicBezTo>
                  <a:cubicBezTo>
                    <a:pt x="269" y="315"/>
                    <a:pt x="269" y="315"/>
                    <a:pt x="269" y="315"/>
                  </a:cubicBezTo>
                  <a:cubicBezTo>
                    <a:pt x="269" y="315"/>
                    <a:pt x="269" y="315"/>
                    <a:pt x="269" y="314"/>
                  </a:cubicBezTo>
                  <a:cubicBezTo>
                    <a:pt x="269" y="314"/>
                    <a:pt x="269" y="314"/>
                    <a:pt x="269" y="313"/>
                  </a:cubicBezTo>
                  <a:cubicBezTo>
                    <a:pt x="268" y="313"/>
                    <a:pt x="268" y="313"/>
                    <a:pt x="268" y="312"/>
                  </a:cubicBezTo>
                  <a:cubicBezTo>
                    <a:pt x="268" y="312"/>
                    <a:pt x="267" y="312"/>
                    <a:pt x="267" y="312"/>
                  </a:cubicBezTo>
                  <a:cubicBezTo>
                    <a:pt x="267" y="311"/>
                    <a:pt x="267" y="311"/>
                    <a:pt x="267" y="311"/>
                  </a:cubicBezTo>
                  <a:cubicBezTo>
                    <a:pt x="266" y="311"/>
                    <a:pt x="266" y="311"/>
                    <a:pt x="266" y="311"/>
                  </a:cubicBezTo>
                  <a:cubicBezTo>
                    <a:pt x="265" y="311"/>
                    <a:pt x="265" y="312"/>
                    <a:pt x="265" y="312"/>
                  </a:cubicBezTo>
                  <a:cubicBezTo>
                    <a:pt x="265" y="312"/>
                    <a:pt x="265" y="312"/>
                    <a:pt x="265" y="312"/>
                  </a:cubicBezTo>
                  <a:cubicBezTo>
                    <a:pt x="266" y="312"/>
                    <a:pt x="266" y="313"/>
                    <a:pt x="266" y="313"/>
                  </a:cubicBezTo>
                  <a:cubicBezTo>
                    <a:pt x="266" y="313"/>
                    <a:pt x="266" y="313"/>
                    <a:pt x="266" y="314"/>
                  </a:cubicBezTo>
                  <a:cubicBezTo>
                    <a:pt x="266" y="314"/>
                    <a:pt x="266" y="314"/>
                    <a:pt x="266" y="315"/>
                  </a:cubicBezTo>
                  <a:cubicBezTo>
                    <a:pt x="267" y="315"/>
                    <a:pt x="267" y="316"/>
                    <a:pt x="266" y="317"/>
                  </a:cubicBezTo>
                  <a:cubicBezTo>
                    <a:pt x="266" y="317"/>
                    <a:pt x="266" y="317"/>
                    <a:pt x="266" y="317"/>
                  </a:cubicBezTo>
                  <a:cubicBezTo>
                    <a:pt x="266" y="317"/>
                    <a:pt x="266" y="318"/>
                    <a:pt x="266" y="318"/>
                  </a:cubicBezTo>
                  <a:cubicBezTo>
                    <a:pt x="266" y="318"/>
                    <a:pt x="266" y="317"/>
                    <a:pt x="266" y="317"/>
                  </a:cubicBezTo>
                  <a:cubicBezTo>
                    <a:pt x="266" y="317"/>
                    <a:pt x="265" y="317"/>
                    <a:pt x="265" y="317"/>
                  </a:cubicBezTo>
                  <a:cubicBezTo>
                    <a:pt x="265" y="317"/>
                    <a:pt x="265" y="317"/>
                    <a:pt x="264" y="317"/>
                  </a:cubicBezTo>
                  <a:cubicBezTo>
                    <a:pt x="264" y="317"/>
                    <a:pt x="264" y="317"/>
                    <a:pt x="263" y="317"/>
                  </a:cubicBezTo>
                  <a:cubicBezTo>
                    <a:pt x="263" y="317"/>
                    <a:pt x="262" y="317"/>
                    <a:pt x="262" y="317"/>
                  </a:cubicBezTo>
                  <a:cubicBezTo>
                    <a:pt x="261" y="317"/>
                    <a:pt x="261" y="317"/>
                    <a:pt x="261" y="317"/>
                  </a:cubicBezTo>
                  <a:cubicBezTo>
                    <a:pt x="260" y="317"/>
                    <a:pt x="260" y="317"/>
                    <a:pt x="260" y="318"/>
                  </a:cubicBezTo>
                  <a:cubicBezTo>
                    <a:pt x="260" y="318"/>
                    <a:pt x="260" y="318"/>
                    <a:pt x="259" y="318"/>
                  </a:cubicBezTo>
                  <a:cubicBezTo>
                    <a:pt x="259" y="319"/>
                    <a:pt x="259" y="319"/>
                    <a:pt x="259" y="319"/>
                  </a:cubicBezTo>
                  <a:cubicBezTo>
                    <a:pt x="259" y="319"/>
                    <a:pt x="259" y="319"/>
                    <a:pt x="259" y="319"/>
                  </a:cubicBezTo>
                  <a:cubicBezTo>
                    <a:pt x="259" y="319"/>
                    <a:pt x="260" y="320"/>
                    <a:pt x="260" y="319"/>
                  </a:cubicBezTo>
                  <a:cubicBezTo>
                    <a:pt x="260" y="319"/>
                    <a:pt x="261" y="320"/>
                    <a:pt x="261" y="320"/>
                  </a:cubicBezTo>
                  <a:cubicBezTo>
                    <a:pt x="262" y="320"/>
                    <a:pt x="262" y="321"/>
                    <a:pt x="263" y="321"/>
                  </a:cubicBezTo>
                  <a:cubicBezTo>
                    <a:pt x="263" y="321"/>
                    <a:pt x="263" y="321"/>
                    <a:pt x="263" y="321"/>
                  </a:cubicBezTo>
                  <a:cubicBezTo>
                    <a:pt x="263" y="321"/>
                    <a:pt x="263" y="321"/>
                    <a:pt x="263" y="321"/>
                  </a:cubicBezTo>
                  <a:cubicBezTo>
                    <a:pt x="264" y="321"/>
                    <a:pt x="264" y="321"/>
                    <a:pt x="265" y="321"/>
                  </a:cubicBezTo>
                  <a:cubicBezTo>
                    <a:pt x="265" y="322"/>
                    <a:pt x="265" y="322"/>
                    <a:pt x="266" y="322"/>
                  </a:cubicBezTo>
                  <a:cubicBezTo>
                    <a:pt x="266" y="322"/>
                    <a:pt x="266" y="322"/>
                    <a:pt x="266" y="322"/>
                  </a:cubicBezTo>
                  <a:cubicBezTo>
                    <a:pt x="266" y="322"/>
                    <a:pt x="266" y="322"/>
                    <a:pt x="266" y="322"/>
                  </a:cubicBezTo>
                  <a:cubicBezTo>
                    <a:pt x="266" y="323"/>
                    <a:pt x="266" y="323"/>
                    <a:pt x="266" y="324"/>
                  </a:cubicBezTo>
                  <a:cubicBezTo>
                    <a:pt x="266" y="324"/>
                    <a:pt x="266" y="325"/>
                    <a:pt x="267" y="325"/>
                  </a:cubicBezTo>
                  <a:cubicBezTo>
                    <a:pt x="267" y="325"/>
                    <a:pt x="267" y="325"/>
                    <a:pt x="267" y="325"/>
                  </a:cubicBezTo>
                  <a:cubicBezTo>
                    <a:pt x="267" y="325"/>
                    <a:pt x="266" y="326"/>
                    <a:pt x="266" y="326"/>
                  </a:cubicBezTo>
                  <a:cubicBezTo>
                    <a:pt x="266" y="326"/>
                    <a:pt x="266" y="326"/>
                    <a:pt x="266" y="326"/>
                  </a:cubicBezTo>
                  <a:cubicBezTo>
                    <a:pt x="266" y="326"/>
                    <a:pt x="266" y="327"/>
                    <a:pt x="266" y="327"/>
                  </a:cubicBezTo>
                  <a:cubicBezTo>
                    <a:pt x="266" y="327"/>
                    <a:pt x="266" y="327"/>
                    <a:pt x="265" y="327"/>
                  </a:cubicBezTo>
                  <a:cubicBezTo>
                    <a:pt x="265" y="328"/>
                    <a:pt x="264" y="329"/>
                    <a:pt x="264" y="330"/>
                  </a:cubicBezTo>
                  <a:cubicBezTo>
                    <a:pt x="264" y="330"/>
                    <a:pt x="264" y="330"/>
                    <a:pt x="264" y="330"/>
                  </a:cubicBezTo>
                  <a:cubicBezTo>
                    <a:pt x="263" y="330"/>
                    <a:pt x="263" y="331"/>
                    <a:pt x="263" y="331"/>
                  </a:cubicBezTo>
                  <a:cubicBezTo>
                    <a:pt x="263" y="331"/>
                    <a:pt x="262" y="331"/>
                    <a:pt x="262" y="331"/>
                  </a:cubicBezTo>
                  <a:cubicBezTo>
                    <a:pt x="262" y="331"/>
                    <a:pt x="262" y="331"/>
                    <a:pt x="262" y="331"/>
                  </a:cubicBezTo>
                  <a:cubicBezTo>
                    <a:pt x="262" y="331"/>
                    <a:pt x="262" y="331"/>
                    <a:pt x="262" y="331"/>
                  </a:cubicBezTo>
                  <a:cubicBezTo>
                    <a:pt x="262" y="330"/>
                    <a:pt x="263" y="329"/>
                    <a:pt x="263" y="329"/>
                  </a:cubicBezTo>
                  <a:cubicBezTo>
                    <a:pt x="263" y="328"/>
                    <a:pt x="263" y="328"/>
                    <a:pt x="263" y="328"/>
                  </a:cubicBezTo>
                  <a:cubicBezTo>
                    <a:pt x="263" y="328"/>
                    <a:pt x="263" y="327"/>
                    <a:pt x="263" y="327"/>
                  </a:cubicBezTo>
                  <a:cubicBezTo>
                    <a:pt x="263" y="327"/>
                    <a:pt x="263" y="327"/>
                    <a:pt x="264" y="327"/>
                  </a:cubicBezTo>
                  <a:cubicBezTo>
                    <a:pt x="264" y="327"/>
                    <a:pt x="264" y="326"/>
                    <a:pt x="264" y="326"/>
                  </a:cubicBezTo>
                  <a:cubicBezTo>
                    <a:pt x="264" y="326"/>
                    <a:pt x="264" y="325"/>
                    <a:pt x="263" y="325"/>
                  </a:cubicBezTo>
                  <a:cubicBezTo>
                    <a:pt x="263" y="325"/>
                    <a:pt x="263" y="325"/>
                    <a:pt x="263" y="325"/>
                  </a:cubicBezTo>
                  <a:cubicBezTo>
                    <a:pt x="263" y="325"/>
                    <a:pt x="262" y="325"/>
                    <a:pt x="262" y="325"/>
                  </a:cubicBezTo>
                  <a:cubicBezTo>
                    <a:pt x="262" y="325"/>
                    <a:pt x="262" y="324"/>
                    <a:pt x="261" y="324"/>
                  </a:cubicBezTo>
                  <a:cubicBezTo>
                    <a:pt x="261" y="324"/>
                    <a:pt x="261" y="324"/>
                    <a:pt x="261" y="324"/>
                  </a:cubicBezTo>
                  <a:cubicBezTo>
                    <a:pt x="261" y="324"/>
                    <a:pt x="261" y="324"/>
                    <a:pt x="260" y="324"/>
                  </a:cubicBezTo>
                  <a:cubicBezTo>
                    <a:pt x="260" y="324"/>
                    <a:pt x="260" y="324"/>
                    <a:pt x="260" y="323"/>
                  </a:cubicBezTo>
                  <a:cubicBezTo>
                    <a:pt x="260" y="323"/>
                    <a:pt x="260" y="323"/>
                    <a:pt x="260" y="323"/>
                  </a:cubicBezTo>
                  <a:cubicBezTo>
                    <a:pt x="260" y="323"/>
                    <a:pt x="260" y="323"/>
                    <a:pt x="260" y="323"/>
                  </a:cubicBezTo>
                  <a:cubicBezTo>
                    <a:pt x="260" y="323"/>
                    <a:pt x="260" y="323"/>
                    <a:pt x="259" y="323"/>
                  </a:cubicBezTo>
                  <a:cubicBezTo>
                    <a:pt x="259" y="323"/>
                    <a:pt x="259" y="324"/>
                    <a:pt x="259" y="324"/>
                  </a:cubicBezTo>
                  <a:cubicBezTo>
                    <a:pt x="259" y="324"/>
                    <a:pt x="259" y="324"/>
                    <a:pt x="259" y="324"/>
                  </a:cubicBezTo>
                  <a:cubicBezTo>
                    <a:pt x="260" y="325"/>
                    <a:pt x="260" y="325"/>
                    <a:pt x="260" y="325"/>
                  </a:cubicBezTo>
                  <a:cubicBezTo>
                    <a:pt x="261" y="326"/>
                    <a:pt x="261" y="326"/>
                    <a:pt x="261" y="326"/>
                  </a:cubicBezTo>
                  <a:cubicBezTo>
                    <a:pt x="261" y="326"/>
                    <a:pt x="261" y="326"/>
                    <a:pt x="261" y="326"/>
                  </a:cubicBezTo>
                  <a:cubicBezTo>
                    <a:pt x="262" y="326"/>
                    <a:pt x="262" y="326"/>
                    <a:pt x="262" y="327"/>
                  </a:cubicBezTo>
                  <a:cubicBezTo>
                    <a:pt x="262" y="327"/>
                    <a:pt x="262" y="327"/>
                    <a:pt x="262" y="327"/>
                  </a:cubicBezTo>
                  <a:cubicBezTo>
                    <a:pt x="262" y="327"/>
                    <a:pt x="262" y="328"/>
                    <a:pt x="262" y="328"/>
                  </a:cubicBezTo>
                  <a:cubicBezTo>
                    <a:pt x="262" y="328"/>
                    <a:pt x="262" y="329"/>
                    <a:pt x="262" y="330"/>
                  </a:cubicBezTo>
                  <a:cubicBezTo>
                    <a:pt x="261" y="330"/>
                    <a:pt x="261" y="331"/>
                    <a:pt x="261" y="331"/>
                  </a:cubicBezTo>
                  <a:cubicBezTo>
                    <a:pt x="261" y="331"/>
                    <a:pt x="260" y="331"/>
                    <a:pt x="260" y="331"/>
                  </a:cubicBezTo>
                  <a:cubicBezTo>
                    <a:pt x="260" y="332"/>
                    <a:pt x="260" y="332"/>
                    <a:pt x="260" y="332"/>
                  </a:cubicBezTo>
                  <a:cubicBezTo>
                    <a:pt x="260" y="332"/>
                    <a:pt x="260" y="333"/>
                    <a:pt x="260" y="333"/>
                  </a:cubicBezTo>
                  <a:cubicBezTo>
                    <a:pt x="260" y="333"/>
                    <a:pt x="260" y="334"/>
                    <a:pt x="260" y="334"/>
                  </a:cubicBezTo>
                  <a:cubicBezTo>
                    <a:pt x="260" y="334"/>
                    <a:pt x="260" y="334"/>
                    <a:pt x="261" y="334"/>
                  </a:cubicBezTo>
                  <a:cubicBezTo>
                    <a:pt x="261" y="335"/>
                    <a:pt x="261" y="335"/>
                    <a:pt x="261" y="335"/>
                  </a:cubicBezTo>
                  <a:cubicBezTo>
                    <a:pt x="261" y="335"/>
                    <a:pt x="261" y="335"/>
                    <a:pt x="261" y="335"/>
                  </a:cubicBezTo>
                  <a:cubicBezTo>
                    <a:pt x="262" y="335"/>
                    <a:pt x="262" y="335"/>
                    <a:pt x="262" y="335"/>
                  </a:cubicBezTo>
                  <a:cubicBezTo>
                    <a:pt x="262" y="335"/>
                    <a:pt x="263" y="335"/>
                    <a:pt x="263" y="334"/>
                  </a:cubicBezTo>
                  <a:cubicBezTo>
                    <a:pt x="263" y="334"/>
                    <a:pt x="264" y="333"/>
                    <a:pt x="264" y="333"/>
                  </a:cubicBezTo>
                  <a:cubicBezTo>
                    <a:pt x="265" y="332"/>
                    <a:pt x="265" y="332"/>
                    <a:pt x="265" y="331"/>
                  </a:cubicBezTo>
                  <a:cubicBezTo>
                    <a:pt x="266" y="331"/>
                    <a:pt x="266" y="331"/>
                    <a:pt x="267" y="331"/>
                  </a:cubicBezTo>
                  <a:cubicBezTo>
                    <a:pt x="267" y="331"/>
                    <a:pt x="267" y="331"/>
                    <a:pt x="267" y="331"/>
                  </a:cubicBezTo>
                  <a:cubicBezTo>
                    <a:pt x="267" y="331"/>
                    <a:pt x="267" y="332"/>
                    <a:pt x="267" y="332"/>
                  </a:cubicBezTo>
                  <a:cubicBezTo>
                    <a:pt x="267" y="332"/>
                    <a:pt x="267" y="332"/>
                    <a:pt x="267" y="332"/>
                  </a:cubicBezTo>
                  <a:cubicBezTo>
                    <a:pt x="267" y="332"/>
                    <a:pt x="267" y="333"/>
                    <a:pt x="267" y="333"/>
                  </a:cubicBezTo>
                  <a:cubicBezTo>
                    <a:pt x="267" y="333"/>
                    <a:pt x="267" y="334"/>
                    <a:pt x="267" y="334"/>
                  </a:cubicBezTo>
                  <a:cubicBezTo>
                    <a:pt x="267" y="335"/>
                    <a:pt x="267" y="335"/>
                    <a:pt x="267" y="336"/>
                  </a:cubicBezTo>
                  <a:cubicBezTo>
                    <a:pt x="267" y="336"/>
                    <a:pt x="267" y="336"/>
                    <a:pt x="267" y="336"/>
                  </a:cubicBezTo>
                  <a:cubicBezTo>
                    <a:pt x="266" y="336"/>
                    <a:pt x="266" y="337"/>
                    <a:pt x="266" y="337"/>
                  </a:cubicBezTo>
                  <a:cubicBezTo>
                    <a:pt x="266" y="337"/>
                    <a:pt x="266" y="337"/>
                    <a:pt x="266" y="337"/>
                  </a:cubicBezTo>
                  <a:cubicBezTo>
                    <a:pt x="267" y="337"/>
                    <a:pt x="267" y="337"/>
                    <a:pt x="266" y="338"/>
                  </a:cubicBezTo>
                  <a:cubicBezTo>
                    <a:pt x="266" y="338"/>
                    <a:pt x="266" y="338"/>
                    <a:pt x="266" y="338"/>
                  </a:cubicBezTo>
                  <a:cubicBezTo>
                    <a:pt x="267" y="338"/>
                    <a:pt x="267" y="338"/>
                    <a:pt x="267" y="338"/>
                  </a:cubicBezTo>
                  <a:cubicBezTo>
                    <a:pt x="267" y="339"/>
                    <a:pt x="267" y="339"/>
                    <a:pt x="268" y="339"/>
                  </a:cubicBezTo>
                  <a:cubicBezTo>
                    <a:pt x="268" y="339"/>
                    <a:pt x="269" y="339"/>
                    <a:pt x="269" y="338"/>
                  </a:cubicBezTo>
                  <a:cubicBezTo>
                    <a:pt x="269" y="338"/>
                    <a:pt x="269" y="338"/>
                    <a:pt x="270" y="338"/>
                  </a:cubicBezTo>
                  <a:cubicBezTo>
                    <a:pt x="270" y="337"/>
                    <a:pt x="270" y="337"/>
                    <a:pt x="270" y="337"/>
                  </a:cubicBezTo>
                  <a:cubicBezTo>
                    <a:pt x="270" y="336"/>
                    <a:pt x="270" y="336"/>
                    <a:pt x="270" y="335"/>
                  </a:cubicBezTo>
                  <a:cubicBezTo>
                    <a:pt x="270" y="335"/>
                    <a:pt x="270" y="335"/>
                    <a:pt x="270" y="335"/>
                  </a:cubicBezTo>
                  <a:cubicBezTo>
                    <a:pt x="270" y="335"/>
                    <a:pt x="270" y="334"/>
                    <a:pt x="270" y="334"/>
                  </a:cubicBezTo>
                  <a:cubicBezTo>
                    <a:pt x="270" y="334"/>
                    <a:pt x="270" y="333"/>
                    <a:pt x="270" y="333"/>
                  </a:cubicBezTo>
                  <a:cubicBezTo>
                    <a:pt x="270" y="333"/>
                    <a:pt x="270" y="332"/>
                    <a:pt x="270" y="332"/>
                  </a:cubicBezTo>
                  <a:cubicBezTo>
                    <a:pt x="270" y="332"/>
                    <a:pt x="270" y="332"/>
                    <a:pt x="270" y="332"/>
                  </a:cubicBezTo>
                  <a:cubicBezTo>
                    <a:pt x="271" y="332"/>
                    <a:pt x="271" y="332"/>
                    <a:pt x="271" y="332"/>
                  </a:cubicBezTo>
                  <a:cubicBezTo>
                    <a:pt x="272" y="332"/>
                    <a:pt x="273" y="333"/>
                    <a:pt x="273" y="333"/>
                  </a:cubicBezTo>
                  <a:cubicBezTo>
                    <a:pt x="274" y="333"/>
                    <a:pt x="274" y="333"/>
                    <a:pt x="274" y="333"/>
                  </a:cubicBezTo>
                  <a:cubicBezTo>
                    <a:pt x="274" y="333"/>
                    <a:pt x="275" y="333"/>
                    <a:pt x="275" y="333"/>
                  </a:cubicBezTo>
                  <a:cubicBezTo>
                    <a:pt x="275" y="334"/>
                    <a:pt x="276" y="334"/>
                    <a:pt x="276" y="334"/>
                  </a:cubicBezTo>
                  <a:cubicBezTo>
                    <a:pt x="277" y="334"/>
                    <a:pt x="277" y="334"/>
                    <a:pt x="277" y="334"/>
                  </a:cubicBezTo>
                  <a:cubicBezTo>
                    <a:pt x="277" y="334"/>
                    <a:pt x="278" y="334"/>
                    <a:pt x="278" y="334"/>
                  </a:cubicBezTo>
                  <a:cubicBezTo>
                    <a:pt x="278" y="333"/>
                    <a:pt x="278" y="333"/>
                    <a:pt x="278" y="333"/>
                  </a:cubicBezTo>
                  <a:cubicBezTo>
                    <a:pt x="278" y="333"/>
                    <a:pt x="278" y="333"/>
                    <a:pt x="278" y="333"/>
                  </a:cubicBezTo>
                  <a:cubicBezTo>
                    <a:pt x="278" y="332"/>
                    <a:pt x="278" y="332"/>
                    <a:pt x="278" y="332"/>
                  </a:cubicBezTo>
                  <a:close/>
                  <a:moveTo>
                    <a:pt x="313" y="335"/>
                  </a:moveTo>
                  <a:cubicBezTo>
                    <a:pt x="313" y="334"/>
                    <a:pt x="312" y="334"/>
                    <a:pt x="312" y="334"/>
                  </a:cubicBezTo>
                  <a:cubicBezTo>
                    <a:pt x="311" y="334"/>
                    <a:pt x="311" y="334"/>
                    <a:pt x="311" y="334"/>
                  </a:cubicBezTo>
                  <a:cubicBezTo>
                    <a:pt x="311" y="334"/>
                    <a:pt x="310" y="334"/>
                    <a:pt x="310" y="334"/>
                  </a:cubicBezTo>
                  <a:cubicBezTo>
                    <a:pt x="309" y="334"/>
                    <a:pt x="309" y="334"/>
                    <a:pt x="308" y="334"/>
                  </a:cubicBezTo>
                  <a:cubicBezTo>
                    <a:pt x="308" y="334"/>
                    <a:pt x="308" y="334"/>
                    <a:pt x="307" y="333"/>
                  </a:cubicBezTo>
                  <a:cubicBezTo>
                    <a:pt x="307" y="333"/>
                    <a:pt x="307" y="333"/>
                    <a:pt x="306" y="333"/>
                  </a:cubicBezTo>
                  <a:cubicBezTo>
                    <a:pt x="305" y="332"/>
                    <a:pt x="305" y="332"/>
                    <a:pt x="304" y="332"/>
                  </a:cubicBezTo>
                  <a:cubicBezTo>
                    <a:pt x="304" y="332"/>
                    <a:pt x="304" y="332"/>
                    <a:pt x="304" y="331"/>
                  </a:cubicBezTo>
                  <a:cubicBezTo>
                    <a:pt x="304" y="331"/>
                    <a:pt x="303" y="331"/>
                    <a:pt x="303" y="331"/>
                  </a:cubicBezTo>
                  <a:cubicBezTo>
                    <a:pt x="303" y="330"/>
                    <a:pt x="303" y="330"/>
                    <a:pt x="303" y="329"/>
                  </a:cubicBezTo>
                  <a:cubicBezTo>
                    <a:pt x="303" y="329"/>
                    <a:pt x="303" y="328"/>
                    <a:pt x="304" y="328"/>
                  </a:cubicBezTo>
                  <a:cubicBezTo>
                    <a:pt x="304" y="327"/>
                    <a:pt x="304" y="327"/>
                    <a:pt x="304" y="327"/>
                  </a:cubicBezTo>
                  <a:cubicBezTo>
                    <a:pt x="304" y="327"/>
                    <a:pt x="304" y="326"/>
                    <a:pt x="304" y="326"/>
                  </a:cubicBezTo>
                  <a:cubicBezTo>
                    <a:pt x="305" y="326"/>
                    <a:pt x="305" y="326"/>
                    <a:pt x="305" y="326"/>
                  </a:cubicBezTo>
                  <a:cubicBezTo>
                    <a:pt x="305" y="326"/>
                    <a:pt x="306" y="325"/>
                    <a:pt x="306" y="325"/>
                  </a:cubicBezTo>
                  <a:cubicBezTo>
                    <a:pt x="306" y="325"/>
                    <a:pt x="306" y="324"/>
                    <a:pt x="306" y="324"/>
                  </a:cubicBezTo>
                  <a:cubicBezTo>
                    <a:pt x="307" y="324"/>
                    <a:pt x="307" y="324"/>
                    <a:pt x="307" y="324"/>
                  </a:cubicBezTo>
                  <a:cubicBezTo>
                    <a:pt x="307" y="323"/>
                    <a:pt x="307" y="323"/>
                    <a:pt x="307" y="323"/>
                  </a:cubicBezTo>
                  <a:cubicBezTo>
                    <a:pt x="306" y="323"/>
                    <a:pt x="306" y="323"/>
                    <a:pt x="306" y="322"/>
                  </a:cubicBezTo>
                  <a:cubicBezTo>
                    <a:pt x="305" y="322"/>
                    <a:pt x="305" y="322"/>
                    <a:pt x="304" y="322"/>
                  </a:cubicBezTo>
                  <a:cubicBezTo>
                    <a:pt x="304" y="323"/>
                    <a:pt x="303" y="323"/>
                    <a:pt x="303" y="323"/>
                  </a:cubicBezTo>
                  <a:cubicBezTo>
                    <a:pt x="302" y="323"/>
                    <a:pt x="302" y="323"/>
                    <a:pt x="301" y="323"/>
                  </a:cubicBezTo>
                  <a:cubicBezTo>
                    <a:pt x="301" y="323"/>
                    <a:pt x="301" y="323"/>
                    <a:pt x="301" y="323"/>
                  </a:cubicBezTo>
                  <a:cubicBezTo>
                    <a:pt x="301" y="324"/>
                    <a:pt x="300" y="324"/>
                    <a:pt x="300" y="324"/>
                  </a:cubicBezTo>
                  <a:cubicBezTo>
                    <a:pt x="300" y="324"/>
                    <a:pt x="300" y="324"/>
                    <a:pt x="299" y="324"/>
                  </a:cubicBezTo>
                  <a:cubicBezTo>
                    <a:pt x="299" y="324"/>
                    <a:pt x="298" y="324"/>
                    <a:pt x="298" y="324"/>
                  </a:cubicBezTo>
                  <a:cubicBezTo>
                    <a:pt x="298" y="324"/>
                    <a:pt x="297" y="324"/>
                    <a:pt x="297" y="324"/>
                  </a:cubicBezTo>
                  <a:cubicBezTo>
                    <a:pt x="297" y="324"/>
                    <a:pt x="297" y="324"/>
                    <a:pt x="297" y="324"/>
                  </a:cubicBezTo>
                  <a:cubicBezTo>
                    <a:pt x="296" y="324"/>
                    <a:pt x="296" y="324"/>
                    <a:pt x="296" y="324"/>
                  </a:cubicBezTo>
                  <a:cubicBezTo>
                    <a:pt x="295" y="324"/>
                    <a:pt x="295" y="324"/>
                    <a:pt x="294" y="324"/>
                  </a:cubicBezTo>
                  <a:cubicBezTo>
                    <a:pt x="294" y="324"/>
                    <a:pt x="294" y="324"/>
                    <a:pt x="294" y="324"/>
                  </a:cubicBezTo>
                  <a:cubicBezTo>
                    <a:pt x="294" y="324"/>
                    <a:pt x="294" y="325"/>
                    <a:pt x="294" y="325"/>
                  </a:cubicBezTo>
                  <a:cubicBezTo>
                    <a:pt x="293" y="325"/>
                    <a:pt x="293" y="325"/>
                    <a:pt x="293" y="325"/>
                  </a:cubicBezTo>
                  <a:cubicBezTo>
                    <a:pt x="292" y="325"/>
                    <a:pt x="292" y="325"/>
                    <a:pt x="292" y="325"/>
                  </a:cubicBezTo>
                  <a:cubicBezTo>
                    <a:pt x="291" y="326"/>
                    <a:pt x="291" y="326"/>
                    <a:pt x="290" y="326"/>
                  </a:cubicBezTo>
                  <a:cubicBezTo>
                    <a:pt x="290" y="326"/>
                    <a:pt x="290" y="326"/>
                    <a:pt x="290" y="327"/>
                  </a:cubicBezTo>
                  <a:cubicBezTo>
                    <a:pt x="290" y="327"/>
                    <a:pt x="290" y="327"/>
                    <a:pt x="290" y="328"/>
                  </a:cubicBezTo>
                  <a:cubicBezTo>
                    <a:pt x="290" y="328"/>
                    <a:pt x="290" y="328"/>
                    <a:pt x="290" y="328"/>
                  </a:cubicBezTo>
                  <a:cubicBezTo>
                    <a:pt x="290" y="328"/>
                    <a:pt x="290" y="328"/>
                    <a:pt x="290" y="328"/>
                  </a:cubicBezTo>
                  <a:cubicBezTo>
                    <a:pt x="290" y="329"/>
                    <a:pt x="290" y="329"/>
                    <a:pt x="290" y="329"/>
                  </a:cubicBezTo>
                  <a:cubicBezTo>
                    <a:pt x="291" y="329"/>
                    <a:pt x="291" y="329"/>
                    <a:pt x="291" y="329"/>
                  </a:cubicBezTo>
                  <a:cubicBezTo>
                    <a:pt x="292" y="329"/>
                    <a:pt x="292" y="329"/>
                    <a:pt x="292" y="329"/>
                  </a:cubicBezTo>
                  <a:cubicBezTo>
                    <a:pt x="292" y="329"/>
                    <a:pt x="292" y="329"/>
                    <a:pt x="292" y="329"/>
                  </a:cubicBezTo>
                  <a:cubicBezTo>
                    <a:pt x="292" y="328"/>
                    <a:pt x="292" y="328"/>
                    <a:pt x="293" y="328"/>
                  </a:cubicBezTo>
                  <a:cubicBezTo>
                    <a:pt x="293" y="328"/>
                    <a:pt x="293" y="327"/>
                    <a:pt x="294" y="327"/>
                  </a:cubicBezTo>
                  <a:cubicBezTo>
                    <a:pt x="294" y="327"/>
                    <a:pt x="294" y="327"/>
                    <a:pt x="294" y="327"/>
                  </a:cubicBezTo>
                  <a:cubicBezTo>
                    <a:pt x="295" y="327"/>
                    <a:pt x="295" y="328"/>
                    <a:pt x="295" y="328"/>
                  </a:cubicBezTo>
                  <a:cubicBezTo>
                    <a:pt x="295" y="328"/>
                    <a:pt x="295" y="328"/>
                    <a:pt x="295" y="328"/>
                  </a:cubicBezTo>
                  <a:cubicBezTo>
                    <a:pt x="295" y="328"/>
                    <a:pt x="295" y="329"/>
                    <a:pt x="295" y="329"/>
                  </a:cubicBezTo>
                  <a:cubicBezTo>
                    <a:pt x="294" y="329"/>
                    <a:pt x="294" y="329"/>
                    <a:pt x="294" y="329"/>
                  </a:cubicBezTo>
                  <a:cubicBezTo>
                    <a:pt x="294" y="329"/>
                    <a:pt x="293" y="329"/>
                    <a:pt x="293" y="329"/>
                  </a:cubicBezTo>
                  <a:cubicBezTo>
                    <a:pt x="293" y="329"/>
                    <a:pt x="293" y="329"/>
                    <a:pt x="292" y="330"/>
                  </a:cubicBezTo>
                  <a:cubicBezTo>
                    <a:pt x="292" y="330"/>
                    <a:pt x="292" y="330"/>
                    <a:pt x="292" y="330"/>
                  </a:cubicBezTo>
                  <a:cubicBezTo>
                    <a:pt x="293" y="330"/>
                    <a:pt x="293" y="330"/>
                    <a:pt x="293" y="331"/>
                  </a:cubicBezTo>
                  <a:cubicBezTo>
                    <a:pt x="293" y="331"/>
                    <a:pt x="293" y="331"/>
                    <a:pt x="293" y="331"/>
                  </a:cubicBezTo>
                  <a:cubicBezTo>
                    <a:pt x="293" y="331"/>
                    <a:pt x="293" y="331"/>
                    <a:pt x="293" y="331"/>
                  </a:cubicBezTo>
                  <a:cubicBezTo>
                    <a:pt x="293" y="331"/>
                    <a:pt x="293" y="331"/>
                    <a:pt x="293" y="331"/>
                  </a:cubicBezTo>
                  <a:cubicBezTo>
                    <a:pt x="293" y="332"/>
                    <a:pt x="293" y="332"/>
                    <a:pt x="293" y="332"/>
                  </a:cubicBezTo>
                  <a:cubicBezTo>
                    <a:pt x="293" y="333"/>
                    <a:pt x="293" y="333"/>
                    <a:pt x="293" y="333"/>
                  </a:cubicBezTo>
                  <a:cubicBezTo>
                    <a:pt x="293" y="333"/>
                    <a:pt x="293" y="333"/>
                    <a:pt x="293" y="333"/>
                  </a:cubicBezTo>
                  <a:cubicBezTo>
                    <a:pt x="293" y="333"/>
                    <a:pt x="292" y="334"/>
                    <a:pt x="292" y="334"/>
                  </a:cubicBezTo>
                  <a:cubicBezTo>
                    <a:pt x="292" y="334"/>
                    <a:pt x="291" y="334"/>
                    <a:pt x="291" y="334"/>
                  </a:cubicBezTo>
                  <a:cubicBezTo>
                    <a:pt x="291" y="334"/>
                    <a:pt x="291" y="334"/>
                    <a:pt x="291" y="334"/>
                  </a:cubicBezTo>
                  <a:cubicBezTo>
                    <a:pt x="291" y="334"/>
                    <a:pt x="290" y="335"/>
                    <a:pt x="290" y="335"/>
                  </a:cubicBezTo>
                  <a:cubicBezTo>
                    <a:pt x="290" y="335"/>
                    <a:pt x="290" y="335"/>
                    <a:pt x="290" y="336"/>
                  </a:cubicBezTo>
                  <a:cubicBezTo>
                    <a:pt x="290" y="336"/>
                    <a:pt x="290" y="336"/>
                    <a:pt x="291" y="336"/>
                  </a:cubicBezTo>
                  <a:cubicBezTo>
                    <a:pt x="291" y="336"/>
                    <a:pt x="291" y="336"/>
                    <a:pt x="291" y="336"/>
                  </a:cubicBezTo>
                  <a:cubicBezTo>
                    <a:pt x="292" y="336"/>
                    <a:pt x="292" y="336"/>
                    <a:pt x="293" y="336"/>
                  </a:cubicBezTo>
                  <a:cubicBezTo>
                    <a:pt x="293" y="336"/>
                    <a:pt x="293" y="336"/>
                    <a:pt x="293" y="336"/>
                  </a:cubicBezTo>
                  <a:cubicBezTo>
                    <a:pt x="293" y="336"/>
                    <a:pt x="293" y="336"/>
                    <a:pt x="294" y="336"/>
                  </a:cubicBezTo>
                  <a:cubicBezTo>
                    <a:pt x="294" y="335"/>
                    <a:pt x="295" y="335"/>
                    <a:pt x="295" y="334"/>
                  </a:cubicBezTo>
                  <a:cubicBezTo>
                    <a:pt x="296" y="334"/>
                    <a:pt x="296" y="333"/>
                    <a:pt x="296" y="333"/>
                  </a:cubicBezTo>
                  <a:cubicBezTo>
                    <a:pt x="297" y="332"/>
                    <a:pt x="297" y="332"/>
                    <a:pt x="297" y="332"/>
                  </a:cubicBezTo>
                  <a:cubicBezTo>
                    <a:pt x="298" y="332"/>
                    <a:pt x="298" y="333"/>
                    <a:pt x="299" y="333"/>
                  </a:cubicBezTo>
                  <a:cubicBezTo>
                    <a:pt x="299" y="333"/>
                    <a:pt x="299" y="333"/>
                    <a:pt x="299" y="333"/>
                  </a:cubicBezTo>
                  <a:cubicBezTo>
                    <a:pt x="299" y="333"/>
                    <a:pt x="300" y="333"/>
                    <a:pt x="300" y="333"/>
                  </a:cubicBezTo>
                  <a:cubicBezTo>
                    <a:pt x="300" y="333"/>
                    <a:pt x="300" y="333"/>
                    <a:pt x="300" y="334"/>
                  </a:cubicBezTo>
                  <a:cubicBezTo>
                    <a:pt x="301" y="334"/>
                    <a:pt x="301" y="334"/>
                    <a:pt x="301" y="334"/>
                  </a:cubicBezTo>
                  <a:cubicBezTo>
                    <a:pt x="301" y="334"/>
                    <a:pt x="302" y="334"/>
                    <a:pt x="302" y="334"/>
                  </a:cubicBezTo>
                  <a:cubicBezTo>
                    <a:pt x="302" y="334"/>
                    <a:pt x="302" y="334"/>
                    <a:pt x="303" y="334"/>
                  </a:cubicBezTo>
                  <a:cubicBezTo>
                    <a:pt x="303" y="334"/>
                    <a:pt x="303" y="335"/>
                    <a:pt x="304" y="335"/>
                  </a:cubicBezTo>
                  <a:cubicBezTo>
                    <a:pt x="304" y="335"/>
                    <a:pt x="305" y="335"/>
                    <a:pt x="305" y="335"/>
                  </a:cubicBezTo>
                  <a:cubicBezTo>
                    <a:pt x="305" y="335"/>
                    <a:pt x="306" y="335"/>
                    <a:pt x="306" y="336"/>
                  </a:cubicBezTo>
                  <a:cubicBezTo>
                    <a:pt x="306" y="336"/>
                    <a:pt x="306" y="336"/>
                    <a:pt x="307" y="336"/>
                  </a:cubicBezTo>
                  <a:cubicBezTo>
                    <a:pt x="307" y="336"/>
                    <a:pt x="307" y="336"/>
                    <a:pt x="308" y="336"/>
                  </a:cubicBezTo>
                  <a:cubicBezTo>
                    <a:pt x="308" y="336"/>
                    <a:pt x="308" y="336"/>
                    <a:pt x="308" y="336"/>
                  </a:cubicBezTo>
                  <a:cubicBezTo>
                    <a:pt x="309" y="336"/>
                    <a:pt x="309" y="336"/>
                    <a:pt x="309" y="336"/>
                  </a:cubicBezTo>
                  <a:cubicBezTo>
                    <a:pt x="310" y="336"/>
                    <a:pt x="311" y="336"/>
                    <a:pt x="311" y="336"/>
                  </a:cubicBezTo>
                  <a:cubicBezTo>
                    <a:pt x="311" y="336"/>
                    <a:pt x="311" y="336"/>
                    <a:pt x="311" y="336"/>
                  </a:cubicBezTo>
                  <a:cubicBezTo>
                    <a:pt x="312" y="336"/>
                    <a:pt x="312" y="336"/>
                    <a:pt x="312" y="336"/>
                  </a:cubicBezTo>
                  <a:cubicBezTo>
                    <a:pt x="313" y="335"/>
                    <a:pt x="313" y="335"/>
                    <a:pt x="313" y="335"/>
                  </a:cubicBezTo>
                  <a:cubicBezTo>
                    <a:pt x="313" y="335"/>
                    <a:pt x="313" y="335"/>
                    <a:pt x="313" y="335"/>
                  </a:cubicBezTo>
                  <a:close/>
                  <a:moveTo>
                    <a:pt x="354" y="327"/>
                  </a:moveTo>
                  <a:cubicBezTo>
                    <a:pt x="354" y="327"/>
                    <a:pt x="354" y="327"/>
                    <a:pt x="354" y="327"/>
                  </a:cubicBezTo>
                  <a:cubicBezTo>
                    <a:pt x="354" y="326"/>
                    <a:pt x="353" y="326"/>
                    <a:pt x="354" y="326"/>
                  </a:cubicBezTo>
                  <a:cubicBezTo>
                    <a:pt x="354" y="326"/>
                    <a:pt x="354" y="325"/>
                    <a:pt x="354" y="325"/>
                  </a:cubicBezTo>
                  <a:cubicBezTo>
                    <a:pt x="354" y="325"/>
                    <a:pt x="354" y="325"/>
                    <a:pt x="354" y="325"/>
                  </a:cubicBezTo>
                  <a:cubicBezTo>
                    <a:pt x="354" y="325"/>
                    <a:pt x="353" y="325"/>
                    <a:pt x="353" y="325"/>
                  </a:cubicBezTo>
                  <a:cubicBezTo>
                    <a:pt x="353" y="325"/>
                    <a:pt x="353" y="325"/>
                    <a:pt x="353" y="325"/>
                  </a:cubicBezTo>
                  <a:cubicBezTo>
                    <a:pt x="353" y="325"/>
                    <a:pt x="353" y="325"/>
                    <a:pt x="353" y="325"/>
                  </a:cubicBezTo>
                  <a:cubicBezTo>
                    <a:pt x="352" y="326"/>
                    <a:pt x="352" y="326"/>
                    <a:pt x="352" y="326"/>
                  </a:cubicBezTo>
                  <a:cubicBezTo>
                    <a:pt x="352" y="326"/>
                    <a:pt x="351" y="326"/>
                    <a:pt x="351" y="326"/>
                  </a:cubicBezTo>
                  <a:cubicBezTo>
                    <a:pt x="351" y="326"/>
                    <a:pt x="350" y="326"/>
                    <a:pt x="350" y="325"/>
                  </a:cubicBezTo>
                  <a:cubicBezTo>
                    <a:pt x="350" y="325"/>
                    <a:pt x="350" y="325"/>
                    <a:pt x="350" y="325"/>
                  </a:cubicBezTo>
                  <a:cubicBezTo>
                    <a:pt x="351" y="325"/>
                    <a:pt x="351" y="325"/>
                    <a:pt x="351" y="325"/>
                  </a:cubicBezTo>
                  <a:cubicBezTo>
                    <a:pt x="351" y="325"/>
                    <a:pt x="351" y="325"/>
                    <a:pt x="351" y="325"/>
                  </a:cubicBezTo>
                  <a:cubicBezTo>
                    <a:pt x="351" y="325"/>
                    <a:pt x="352" y="324"/>
                    <a:pt x="352" y="324"/>
                  </a:cubicBezTo>
                  <a:cubicBezTo>
                    <a:pt x="352" y="324"/>
                    <a:pt x="353" y="323"/>
                    <a:pt x="353" y="323"/>
                  </a:cubicBezTo>
                  <a:cubicBezTo>
                    <a:pt x="353" y="323"/>
                    <a:pt x="353" y="322"/>
                    <a:pt x="353" y="322"/>
                  </a:cubicBezTo>
                  <a:cubicBezTo>
                    <a:pt x="353" y="322"/>
                    <a:pt x="353" y="322"/>
                    <a:pt x="353" y="322"/>
                  </a:cubicBezTo>
                  <a:cubicBezTo>
                    <a:pt x="353" y="322"/>
                    <a:pt x="353" y="322"/>
                    <a:pt x="352" y="321"/>
                  </a:cubicBezTo>
                  <a:cubicBezTo>
                    <a:pt x="352" y="321"/>
                    <a:pt x="352" y="320"/>
                    <a:pt x="352" y="320"/>
                  </a:cubicBezTo>
                  <a:cubicBezTo>
                    <a:pt x="352" y="320"/>
                    <a:pt x="351" y="320"/>
                    <a:pt x="351" y="320"/>
                  </a:cubicBezTo>
                  <a:cubicBezTo>
                    <a:pt x="351" y="320"/>
                    <a:pt x="350" y="320"/>
                    <a:pt x="350" y="320"/>
                  </a:cubicBezTo>
                  <a:cubicBezTo>
                    <a:pt x="350" y="320"/>
                    <a:pt x="350" y="320"/>
                    <a:pt x="350" y="320"/>
                  </a:cubicBezTo>
                  <a:cubicBezTo>
                    <a:pt x="349" y="320"/>
                    <a:pt x="349" y="320"/>
                    <a:pt x="349" y="320"/>
                  </a:cubicBezTo>
                  <a:cubicBezTo>
                    <a:pt x="349" y="320"/>
                    <a:pt x="349" y="320"/>
                    <a:pt x="349" y="320"/>
                  </a:cubicBezTo>
                  <a:cubicBezTo>
                    <a:pt x="349" y="320"/>
                    <a:pt x="349" y="319"/>
                    <a:pt x="349" y="319"/>
                  </a:cubicBezTo>
                  <a:cubicBezTo>
                    <a:pt x="349" y="319"/>
                    <a:pt x="349" y="319"/>
                    <a:pt x="349" y="319"/>
                  </a:cubicBezTo>
                  <a:cubicBezTo>
                    <a:pt x="349" y="319"/>
                    <a:pt x="349" y="318"/>
                    <a:pt x="348" y="318"/>
                  </a:cubicBezTo>
                  <a:cubicBezTo>
                    <a:pt x="348" y="318"/>
                    <a:pt x="348" y="318"/>
                    <a:pt x="347" y="318"/>
                  </a:cubicBezTo>
                  <a:cubicBezTo>
                    <a:pt x="347" y="318"/>
                    <a:pt x="347" y="317"/>
                    <a:pt x="346" y="317"/>
                  </a:cubicBezTo>
                  <a:cubicBezTo>
                    <a:pt x="346" y="317"/>
                    <a:pt x="347" y="317"/>
                    <a:pt x="347" y="317"/>
                  </a:cubicBezTo>
                  <a:cubicBezTo>
                    <a:pt x="347" y="316"/>
                    <a:pt x="348" y="316"/>
                    <a:pt x="348" y="316"/>
                  </a:cubicBezTo>
                  <a:cubicBezTo>
                    <a:pt x="348" y="315"/>
                    <a:pt x="348" y="315"/>
                    <a:pt x="348" y="315"/>
                  </a:cubicBezTo>
                  <a:cubicBezTo>
                    <a:pt x="348" y="314"/>
                    <a:pt x="348" y="314"/>
                    <a:pt x="348" y="314"/>
                  </a:cubicBezTo>
                  <a:cubicBezTo>
                    <a:pt x="348" y="314"/>
                    <a:pt x="348" y="314"/>
                    <a:pt x="348" y="313"/>
                  </a:cubicBezTo>
                  <a:cubicBezTo>
                    <a:pt x="348" y="313"/>
                    <a:pt x="348" y="313"/>
                    <a:pt x="348" y="313"/>
                  </a:cubicBezTo>
                  <a:cubicBezTo>
                    <a:pt x="348" y="313"/>
                    <a:pt x="347" y="313"/>
                    <a:pt x="347" y="313"/>
                  </a:cubicBezTo>
                  <a:cubicBezTo>
                    <a:pt x="347" y="313"/>
                    <a:pt x="346" y="312"/>
                    <a:pt x="346" y="312"/>
                  </a:cubicBezTo>
                  <a:cubicBezTo>
                    <a:pt x="346" y="312"/>
                    <a:pt x="346" y="312"/>
                    <a:pt x="346" y="312"/>
                  </a:cubicBezTo>
                  <a:cubicBezTo>
                    <a:pt x="346" y="313"/>
                    <a:pt x="345" y="313"/>
                    <a:pt x="345" y="313"/>
                  </a:cubicBezTo>
                  <a:cubicBezTo>
                    <a:pt x="345" y="313"/>
                    <a:pt x="345" y="313"/>
                    <a:pt x="345" y="314"/>
                  </a:cubicBezTo>
                  <a:cubicBezTo>
                    <a:pt x="345" y="314"/>
                    <a:pt x="345" y="314"/>
                    <a:pt x="345" y="314"/>
                  </a:cubicBezTo>
                  <a:cubicBezTo>
                    <a:pt x="345" y="314"/>
                    <a:pt x="344" y="314"/>
                    <a:pt x="344" y="315"/>
                  </a:cubicBezTo>
                  <a:cubicBezTo>
                    <a:pt x="344" y="315"/>
                    <a:pt x="344" y="315"/>
                    <a:pt x="344" y="316"/>
                  </a:cubicBezTo>
                  <a:cubicBezTo>
                    <a:pt x="344" y="316"/>
                    <a:pt x="344" y="316"/>
                    <a:pt x="344" y="316"/>
                  </a:cubicBezTo>
                  <a:cubicBezTo>
                    <a:pt x="343" y="317"/>
                    <a:pt x="343" y="317"/>
                    <a:pt x="343" y="318"/>
                  </a:cubicBezTo>
                  <a:cubicBezTo>
                    <a:pt x="342" y="318"/>
                    <a:pt x="342" y="318"/>
                    <a:pt x="342" y="318"/>
                  </a:cubicBezTo>
                  <a:cubicBezTo>
                    <a:pt x="342" y="318"/>
                    <a:pt x="342" y="318"/>
                    <a:pt x="342" y="318"/>
                  </a:cubicBezTo>
                  <a:cubicBezTo>
                    <a:pt x="342" y="319"/>
                    <a:pt x="341" y="319"/>
                    <a:pt x="341" y="319"/>
                  </a:cubicBezTo>
                  <a:cubicBezTo>
                    <a:pt x="341" y="319"/>
                    <a:pt x="341" y="319"/>
                    <a:pt x="341" y="320"/>
                  </a:cubicBezTo>
                  <a:cubicBezTo>
                    <a:pt x="341" y="320"/>
                    <a:pt x="341" y="320"/>
                    <a:pt x="342" y="320"/>
                  </a:cubicBezTo>
                  <a:cubicBezTo>
                    <a:pt x="342" y="321"/>
                    <a:pt x="342" y="321"/>
                    <a:pt x="342" y="321"/>
                  </a:cubicBezTo>
                  <a:cubicBezTo>
                    <a:pt x="343" y="321"/>
                    <a:pt x="343" y="321"/>
                    <a:pt x="343" y="321"/>
                  </a:cubicBezTo>
                  <a:cubicBezTo>
                    <a:pt x="344" y="321"/>
                    <a:pt x="344" y="321"/>
                    <a:pt x="344" y="321"/>
                  </a:cubicBezTo>
                  <a:cubicBezTo>
                    <a:pt x="344" y="320"/>
                    <a:pt x="344" y="320"/>
                    <a:pt x="345" y="320"/>
                  </a:cubicBezTo>
                  <a:cubicBezTo>
                    <a:pt x="345" y="320"/>
                    <a:pt x="345" y="319"/>
                    <a:pt x="345" y="319"/>
                  </a:cubicBezTo>
                  <a:cubicBezTo>
                    <a:pt x="345" y="319"/>
                    <a:pt x="345" y="319"/>
                    <a:pt x="346" y="319"/>
                  </a:cubicBezTo>
                  <a:cubicBezTo>
                    <a:pt x="346" y="319"/>
                    <a:pt x="347" y="319"/>
                    <a:pt x="347" y="320"/>
                  </a:cubicBezTo>
                  <a:cubicBezTo>
                    <a:pt x="347" y="320"/>
                    <a:pt x="347" y="320"/>
                    <a:pt x="347" y="320"/>
                  </a:cubicBezTo>
                  <a:cubicBezTo>
                    <a:pt x="348" y="320"/>
                    <a:pt x="348" y="320"/>
                    <a:pt x="348" y="320"/>
                  </a:cubicBezTo>
                  <a:cubicBezTo>
                    <a:pt x="348" y="320"/>
                    <a:pt x="348" y="320"/>
                    <a:pt x="348" y="320"/>
                  </a:cubicBezTo>
                  <a:cubicBezTo>
                    <a:pt x="348" y="320"/>
                    <a:pt x="348" y="321"/>
                    <a:pt x="348" y="321"/>
                  </a:cubicBezTo>
                  <a:cubicBezTo>
                    <a:pt x="347" y="321"/>
                    <a:pt x="347" y="321"/>
                    <a:pt x="346" y="321"/>
                  </a:cubicBezTo>
                  <a:cubicBezTo>
                    <a:pt x="346" y="321"/>
                    <a:pt x="345" y="321"/>
                    <a:pt x="345" y="321"/>
                  </a:cubicBezTo>
                  <a:cubicBezTo>
                    <a:pt x="344" y="321"/>
                    <a:pt x="344" y="321"/>
                    <a:pt x="344" y="322"/>
                  </a:cubicBezTo>
                  <a:cubicBezTo>
                    <a:pt x="343" y="322"/>
                    <a:pt x="343" y="322"/>
                    <a:pt x="343" y="322"/>
                  </a:cubicBezTo>
                  <a:cubicBezTo>
                    <a:pt x="342" y="323"/>
                    <a:pt x="342" y="323"/>
                    <a:pt x="342" y="323"/>
                  </a:cubicBezTo>
                  <a:cubicBezTo>
                    <a:pt x="342" y="323"/>
                    <a:pt x="341" y="323"/>
                    <a:pt x="341" y="323"/>
                  </a:cubicBezTo>
                  <a:cubicBezTo>
                    <a:pt x="341" y="323"/>
                    <a:pt x="341" y="323"/>
                    <a:pt x="341" y="323"/>
                  </a:cubicBezTo>
                  <a:cubicBezTo>
                    <a:pt x="341" y="324"/>
                    <a:pt x="341" y="324"/>
                    <a:pt x="341" y="325"/>
                  </a:cubicBezTo>
                  <a:cubicBezTo>
                    <a:pt x="341" y="325"/>
                    <a:pt x="341" y="325"/>
                    <a:pt x="342" y="325"/>
                  </a:cubicBezTo>
                  <a:cubicBezTo>
                    <a:pt x="342" y="325"/>
                    <a:pt x="342" y="325"/>
                    <a:pt x="342" y="325"/>
                  </a:cubicBezTo>
                  <a:cubicBezTo>
                    <a:pt x="342" y="325"/>
                    <a:pt x="342" y="325"/>
                    <a:pt x="342" y="325"/>
                  </a:cubicBezTo>
                  <a:cubicBezTo>
                    <a:pt x="343" y="325"/>
                    <a:pt x="343" y="325"/>
                    <a:pt x="343" y="325"/>
                  </a:cubicBezTo>
                  <a:cubicBezTo>
                    <a:pt x="343" y="326"/>
                    <a:pt x="343" y="326"/>
                    <a:pt x="343" y="326"/>
                  </a:cubicBezTo>
                  <a:cubicBezTo>
                    <a:pt x="342" y="326"/>
                    <a:pt x="342" y="326"/>
                    <a:pt x="342" y="326"/>
                  </a:cubicBezTo>
                  <a:cubicBezTo>
                    <a:pt x="342" y="326"/>
                    <a:pt x="341" y="326"/>
                    <a:pt x="341" y="326"/>
                  </a:cubicBezTo>
                  <a:cubicBezTo>
                    <a:pt x="341" y="326"/>
                    <a:pt x="341" y="326"/>
                    <a:pt x="341" y="327"/>
                  </a:cubicBezTo>
                  <a:cubicBezTo>
                    <a:pt x="341" y="327"/>
                    <a:pt x="341" y="327"/>
                    <a:pt x="341" y="327"/>
                  </a:cubicBezTo>
                  <a:cubicBezTo>
                    <a:pt x="341" y="328"/>
                    <a:pt x="341" y="328"/>
                    <a:pt x="342" y="328"/>
                  </a:cubicBezTo>
                  <a:cubicBezTo>
                    <a:pt x="342" y="328"/>
                    <a:pt x="342" y="328"/>
                    <a:pt x="342" y="328"/>
                  </a:cubicBezTo>
                  <a:cubicBezTo>
                    <a:pt x="343" y="328"/>
                    <a:pt x="343" y="328"/>
                    <a:pt x="343" y="328"/>
                  </a:cubicBezTo>
                  <a:cubicBezTo>
                    <a:pt x="343" y="329"/>
                    <a:pt x="343" y="329"/>
                    <a:pt x="342" y="329"/>
                  </a:cubicBezTo>
                  <a:cubicBezTo>
                    <a:pt x="342" y="329"/>
                    <a:pt x="342" y="329"/>
                    <a:pt x="341" y="329"/>
                  </a:cubicBezTo>
                  <a:cubicBezTo>
                    <a:pt x="341" y="330"/>
                    <a:pt x="340" y="330"/>
                    <a:pt x="340" y="330"/>
                  </a:cubicBezTo>
                  <a:cubicBezTo>
                    <a:pt x="339" y="330"/>
                    <a:pt x="339" y="330"/>
                    <a:pt x="339" y="330"/>
                  </a:cubicBezTo>
                  <a:cubicBezTo>
                    <a:pt x="339" y="330"/>
                    <a:pt x="339" y="331"/>
                    <a:pt x="339" y="331"/>
                  </a:cubicBezTo>
                  <a:cubicBezTo>
                    <a:pt x="339" y="331"/>
                    <a:pt x="339" y="332"/>
                    <a:pt x="340" y="332"/>
                  </a:cubicBezTo>
                  <a:cubicBezTo>
                    <a:pt x="340" y="332"/>
                    <a:pt x="340" y="332"/>
                    <a:pt x="341" y="332"/>
                  </a:cubicBezTo>
                  <a:cubicBezTo>
                    <a:pt x="341" y="332"/>
                    <a:pt x="341" y="332"/>
                    <a:pt x="341" y="332"/>
                  </a:cubicBezTo>
                  <a:cubicBezTo>
                    <a:pt x="341" y="332"/>
                    <a:pt x="341" y="333"/>
                    <a:pt x="341" y="333"/>
                  </a:cubicBezTo>
                  <a:cubicBezTo>
                    <a:pt x="341" y="333"/>
                    <a:pt x="340" y="333"/>
                    <a:pt x="340" y="333"/>
                  </a:cubicBezTo>
                  <a:cubicBezTo>
                    <a:pt x="340" y="334"/>
                    <a:pt x="340" y="334"/>
                    <a:pt x="339" y="335"/>
                  </a:cubicBezTo>
                  <a:cubicBezTo>
                    <a:pt x="339" y="335"/>
                    <a:pt x="339" y="335"/>
                    <a:pt x="339" y="335"/>
                  </a:cubicBezTo>
                  <a:cubicBezTo>
                    <a:pt x="339" y="335"/>
                    <a:pt x="338" y="335"/>
                    <a:pt x="338" y="335"/>
                  </a:cubicBezTo>
                  <a:cubicBezTo>
                    <a:pt x="338" y="335"/>
                    <a:pt x="338" y="335"/>
                    <a:pt x="338" y="335"/>
                  </a:cubicBezTo>
                  <a:cubicBezTo>
                    <a:pt x="337" y="336"/>
                    <a:pt x="337" y="336"/>
                    <a:pt x="337" y="336"/>
                  </a:cubicBezTo>
                  <a:cubicBezTo>
                    <a:pt x="336" y="336"/>
                    <a:pt x="336" y="336"/>
                    <a:pt x="336" y="336"/>
                  </a:cubicBezTo>
                  <a:cubicBezTo>
                    <a:pt x="336" y="336"/>
                    <a:pt x="336" y="336"/>
                    <a:pt x="336" y="336"/>
                  </a:cubicBezTo>
                  <a:cubicBezTo>
                    <a:pt x="336" y="337"/>
                    <a:pt x="337" y="337"/>
                    <a:pt x="337" y="337"/>
                  </a:cubicBezTo>
                  <a:cubicBezTo>
                    <a:pt x="337" y="337"/>
                    <a:pt x="337" y="337"/>
                    <a:pt x="338" y="337"/>
                  </a:cubicBezTo>
                  <a:cubicBezTo>
                    <a:pt x="338" y="337"/>
                    <a:pt x="338" y="337"/>
                    <a:pt x="338" y="337"/>
                  </a:cubicBezTo>
                  <a:cubicBezTo>
                    <a:pt x="339" y="337"/>
                    <a:pt x="339" y="337"/>
                    <a:pt x="340" y="336"/>
                  </a:cubicBezTo>
                  <a:cubicBezTo>
                    <a:pt x="340" y="336"/>
                    <a:pt x="340" y="336"/>
                    <a:pt x="340" y="336"/>
                  </a:cubicBezTo>
                  <a:cubicBezTo>
                    <a:pt x="341" y="336"/>
                    <a:pt x="341" y="336"/>
                    <a:pt x="341" y="335"/>
                  </a:cubicBezTo>
                  <a:cubicBezTo>
                    <a:pt x="341" y="335"/>
                    <a:pt x="341" y="335"/>
                    <a:pt x="342" y="335"/>
                  </a:cubicBezTo>
                  <a:cubicBezTo>
                    <a:pt x="342" y="335"/>
                    <a:pt x="342" y="335"/>
                    <a:pt x="342" y="335"/>
                  </a:cubicBezTo>
                  <a:cubicBezTo>
                    <a:pt x="343" y="334"/>
                    <a:pt x="343" y="335"/>
                    <a:pt x="343" y="335"/>
                  </a:cubicBezTo>
                  <a:cubicBezTo>
                    <a:pt x="343" y="335"/>
                    <a:pt x="343" y="335"/>
                    <a:pt x="343" y="335"/>
                  </a:cubicBezTo>
                  <a:cubicBezTo>
                    <a:pt x="343" y="336"/>
                    <a:pt x="343" y="336"/>
                    <a:pt x="343" y="336"/>
                  </a:cubicBezTo>
                  <a:cubicBezTo>
                    <a:pt x="343" y="336"/>
                    <a:pt x="343" y="336"/>
                    <a:pt x="343" y="336"/>
                  </a:cubicBezTo>
                  <a:cubicBezTo>
                    <a:pt x="344" y="336"/>
                    <a:pt x="344" y="336"/>
                    <a:pt x="344" y="336"/>
                  </a:cubicBezTo>
                  <a:cubicBezTo>
                    <a:pt x="344" y="336"/>
                    <a:pt x="344" y="336"/>
                    <a:pt x="345" y="336"/>
                  </a:cubicBezTo>
                  <a:cubicBezTo>
                    <a:pt x="345" y="336"/>
                    <a:pt x="345" y="336"/>
                    <a:pt x="346" y="336"/>
                  </a:cubicBezTo>
                  <a:cubicBezTo>
                    <a:pt x="346" y="336"/>
                    <a:pt x="347" y="336"/>
                    <a:pt x="347" y="336"/>
                  </a:cubicBezTo>
                  <a:cubicBezTo>
                    <a:pt x="347" y="336"/>
                    <a:pt x="347" y="336"/>
                    <a:pt x="348" y="336"/>
                  </a:cubicBezTo>
                  <a:cubicBezTo>
                    <a:pt x="348" y="336"/>
                    <a:pt x="348" y="336"/>
                    <a:pt x="348" y="336"/>
                  </a:cubicBezTo>
                  <a:cubicBezTo>
                    <a:pt x="349" y="336"/>
                    <a:pt x="349" y="336"/>
                    <a:pt x="350" y="336"/>
                  </a:cubicBezTo>
                  <a:cubicBezTo>
                    <a:pt x="350" y="336"/>
                    <a:pt x="351" y="335"/>
                    <a:pt x="351" y="335"/>
                  </a:cubicBezTo>
                  <a:cubicBezTo>
                    <a:pt x="351" y="334"/>
                    <a:pt x="351" y="334"/>
                    <a:pt x="351" y="334"/>
                  </a:cubicBezTo>
                  <a:cubicBezTo>
                    <a:pt x="351" y="334"/>
                    <a:pt x="351" y="334"/>
                    <a:pt x="351" y="333"/>
                  </a:cubicBezTo>
                  <a:cubicBezTo>
                    <a:pt x="351" y="333"/>
                    <a:pt x="351" y="333"/>
                    <a:pt x="351" y="333"/>
                  </a:cubicBezTo>
                  <a:cubicBezTo>
                    <a:pt x="351" y="333"/>
                    <a:pt x="351" y="332"/>
                    <a:pt x="351" y="332"/>
                  </a:cubicBezTo>
                  <a:cubicBezTo>
                    <a:pt x="351" y="332"/>
                    <a:pt x="351" y="332"/>
                    <a:pt x="352" y="331"/>
                  </a:cubicBezTo>
                  <a:cubicBezTo>
                    <a:pt x="352" y="331"/>
                    <a:pt x="352" y="331"/>
                    <a:pt x="352" y="331"/>
                  </a:cubicBezTo>
                  <a:cubicBezTo>
                    <a:pt x="352" y="331"/>
                    <a:pt x="351" y="330"/>
                    <a:pt x="351" y="330"/>
                  </a:cubicBezTo>
                  <a:cubicBezTo>
                    <a:pt x="351" y="330"/>
                    <a:pt x="351" y="330"/>
                    <a:pt x="350" y="330"/>
                  </a:cubicBezTo>
                  <a:cubicBezTo>
                    <a:pt x="350" y="330"/>
                    <a:pt x="350" y="330"/>
                    <a:pt x="349" y="330"/>
                  </a:cubicBezTo>
                  <a:cubicBezTo>
                    <a:pt x="349" y="330"/>
                    <a:pt x="348" y="331"/>
                    <a:pt x="347" y="331"/>
                  </a:cubicBezTo>
                  <a:cubicBezTo>
                    <a:pt x="347" y="331"/>
                    <a:pt x="346" y="331"/>
                    <a:pt x="346" y="331"/>
                  </a:cubicBezTo>
                  <a:cubicBezTo>
                    <a:pt x="345" y="331"/>
                    <a:pt x="345" y="331"/>
                    <a:pt x="344" y="331"/>
                  </a:cubicBezTo>
                  <a:cubicBezTo>
                    <a:pt x="344" y="332"/>
                    <a:pt x="344" y="332"/>
                    <a:pt x="344" y="331"/>
                  </a:cubicBezTo>
                  <a:cubicBezTo>
                    <a:pt x="344" y="331"/>
                    <a:pt x="344" y="331"/>
                    <a:pt x="344" y="331"/>
                  </a:cubicBezTo>
                  <a:cubicBezTo>
                    <a:pt x="344" y="331"/>
                    <a:pt x="344" y="331"/>
                    <a:pt x="344" y="331"/>
                  </a:cubicBezTo>
                  <a:cubicBezTo>
                    <a:pt x="344" y="330"/>
                    <a:pt x="344" y="330"/>
                    <a:pt x="344" y="330"/>
                  </a:cubicBezTo>
                  <a:cubicBezTo>
                    <a:pt x="345" y="330"/>
                    <a:pt x="345" y="330"/>
                    <a:pt x="345" y="330"/>
                  </a:cubicBezTo>
                  <a:cubicBezTo>
                    <a:pt x="346" y="330"/>
                    <a:pt x="346" y="330"/>
                    <a:pt x="347" y="330"/>
                  </a:cubicBezTo>
                  <a:cubicBezTo>
                    <a:pt x="347" y="330"/>
                    <a:pt x="348" y="330"/>
                    <a:pt x="348" y="330"/>
                  </a:cubicBezTo>
                  <a:cubicBezTo>
                    <a:pt x="348" y="329"/>
                    <a:pt x="349" y="329"/>
                    <a:pt x="349" y="329"/>
                  </a:cubicBezTo>
                  <a:cubicBezTo>
                    <a:pt x="349" y="329"/>
                    <a:pt x="349" y="329"/>
                    <a:pt x="349" y="328"/>
                  </a:cubicBezTo>
                  <a:cubicBezTo>
                    <a:pt x="350" y="328"/>
                    <a:pt x="350" y="328"/>
                    <a:pt x="350" y="328"/>
                  </a:cubicBezTo>
                  <a:cubicBezTo>
                    <a:pt x="350" y="328"/>
                    <a:pt x="350" y="328"/>
                    <a:pt x="350" y="328"/>
                  </a:cubicBezTo>
                  <a:cubicBezTo>
                    <a:pt x="350" y="327"/>
                    <a:pt x="350" y="327"/>
                    <a:pt x="351" y="327"/>
                  </a:cubicBezTo>
                  <a:cubicBezTo>
                    <a:pt x="351" y="327"/>
                    <a:pt x="351" y="327"/>
                    <a:pt x="351" y="327"/>
                  </a:cubicBezTo>
                  <a:cubicBezTo>
                    <a:pt x="351" y="328"/>
                    <a:pt x="352" y="328"/>
                    <a:pt x="352" y="328"/>
                  </a:cubicBezTo>
                  <a:cubicBezTo>
                    <a:pt x="352" y="328"/>
                    <a:pt x="352" y="328"/>
                    <a:pt x="353" y="328"/>
                  </a:cubicBezTo>
                  <a:cubicBezTo>
                    <a:pt x="353" y="328"/>
                    <a:pt x="353" y="328"/>
                    <a:pt x="353" y="328"/>
                  </a:cubicBezTo>
                  <a:cubicBezTo>
                    <a:pt x="353" y="328"/>
                    <a:pt x="354" y="327"/>
                    <a:pt x="354" y="327"/>
                  </a:cubicBezTo>
                  <a:cubicBezTo>
                    <a:pt x="354" y="327"/>
                    <a:pt x="354" y="327"/>
                    <a:pt x="354" y="327"/>
                  </a:cubicBezTo>
                  <a:close/>
                  <a:moveTo>
                    <a:pt x="357" y="318"/>
                  </a:moveTo>
                  <a:cubicBezTo>
                    <a:pt x="357" y="317"/>
                    <a:pt x="357" y="315"/>
                    <a:pt x="356" y="314"/>
                  </a:cubicBezTo>
                  <a:cubicBezTo>
                    <a:pt x="356" y="314"/>
                    <a:pt x="356" y="313"/>
                    <a:pt x="356" y="313"/>
                  </a:cubicBezTo>
                  <a:cubicBezTo>
                    <a:pt x="356" y="313"/>
                    <a:pt x="356" y="313"/>
                    <a:pt x="355" y="313"/>
                  </a:cubicBezTo>
                  <a:cubicBezTo>
                    <a:pt x="355" y="313"/>
                    <a:pt x="355" y="313"/>
                    <a:pt x="355" y="313"/>
                  </a:cubicBezTo>
                  <a:cubicBezTo>
                    <a:pt x="355" y="313"/>
                    <a:pt x="355" y="314"/>
                    <a:pt x="355" y="314"/>
                  </a:cubicBezTo>
                  <a:cubicBezTo>
                    <a:pt x="355" y="314"/>
                    <a:pt x="355" y="315"/>
                    <a:pt x="355" y="316"/>
                  </a:cubicBezTo>
                  <a:cubicBezTo>
                    <a:pt x="355" y="316"/>
                    <a:pt x="355" y="316"/>
                    <a:pt x="355" y="316"/>
                  </a:cubicBezTo>
                  <a:cubicBezTo>
                    <a:pt x="355" y="317"/>
                    <a:pt x="355" y="317"/>
                    <a:pt x="355" y="318"/>
                  </a:cubicBezTo>
                  <a:cubicBezTo>
                    <a:pt x="355" y="318"/>
                    <a:pt x="355" y="319"/>
                    <a:pt x="355" y="320"/>
                  </a:cubicBezTo>
                  <a:cubicBezTo>
                    <a:pt x="355" y="320"/>
                    <a:pt x="355" y="320"/>
                    <a:pt x="355" y="320"/>
                  </a:cubicBezTo>
                  <a:cubicBezTo>
                    <a:pt x="355" y="321"/>
                    <a:pt x="354" y="321"/>
                    <a:pt x="355" y="322"/>
                  </a:cubicBezTo>
                  <a:cubicBezTo>
                    <a:pt x="355" y="322"/>
                    <a:pt x="355" y="323"/>
                    <a:pt x="355" y="323"/>
                  </a:cubicBezTo>
                  <a:cubicBezTo>
                    <a:pt x="355" y="324"/>
                    <a:pt x="355" y="325"/>
                    <a:pt x="355" y="325"/>
                  </a:cubicBezTo>
                  <a:cubicBezTo>
                    <a:pt x="355" y="325"/>
                    <a:pt x="355" y="326"/>
                    <a:pt x="355" y="326"/>
                  </a:cubicBezTo>
                  <a:cubicBezTo>
                    <a:pt x="355" y="327"/>
                    <a:pt x="355" y="328"/>
                    <a:pt x="355" y="328"/>
                  </a:cubicBezTo>
                  <a:cubicBezTo>
                    <a:pt x="355" y="329"/>
                    <a:pt x="355" y="329"/>
                    <a:pt x="355" y="329"/>
                  </a:cubicBezTo>
                  <a:cubicBezTo>
                    <a:pt x="355" y="329"/>
                    <a:pt x="355" y="329"/>
                    <a:pt x="355" y="330"/>
                  </a:cubicBezTo>
                  <a:cubicBezTo>
                    <a:pt x="355" y="330"/>
                    <a:pt x="355" y="330"/>
                    <a:pt x="355" y="331"/>
                  </a:cubicBezTo>
                  <a:cubicBezTo>
                    <a:pt x="355" y="331"/>
                    <a:pt x="355" y="332"/>
                    <a:pt x="355" y="332"/>
                  </a:cubicBezTo>
                  <a:cubicBezTo>
                    <a:pt x="355" y="332"/>
                    <a:pt x="355" y="332"/>
                    <a:pt x="355" y="332"/>
                  </a:cubicBezTo>
                  <a:cubicBezTo>
                    <a:pt x="355" y="333"/>
                    <a:pt x="355" y="333"/>
                    <a:pt x="355" y="333"/>
                  </a:cubicBezTo>
                  <a:cubicBezTo>
                    <a:pt x="355" y="334"/>
                    <a:pt x="355" y="334"/>
                    <a:pt x="355" y="335"/>
                  </a:cubicBezTo>
                  <a:cubicBezTo>
                    <a:pt x="355" y="335"/>
                    <a:pt x="355" y="335"/>
                    <a:pt x="355" y="335"/>
                  </a:cubicBezTo>
                  <a:cubicBezTo>
                    <a:pt x="355" y="335"/>
                    <a:pt x="356" y="335"/>
                    <a:pt x="356" y="335"/>
                  </a:cubicBezTo>
                  <a:cubicBezTo>
                    <a:pt x="356" y="334"/>
                    <a:pt x="356" y="334"/>
                    <a:pt x="356" y="334"/>
                  </a:cubicBezTo>
                  <a:cubicBezTo>
                    <a:pt x="356" y="333"/>
                    <a:pt x="356" y="332"/>
                    <a:pt x="356" y="332"/>
                  </a:cubicBezTo>
                  <a:cubicBezTo>
                    <a:pt x="356" y="332"/>
                    <a:pt x="356" y="332"/>
                    <a:pt x="356" y="332"/>
                  </a:cubicBezTo>
                  <a:cubicBezTo>
                    <a:pt x="356" y="331"/>
                    <a:pt x="356" y="330"/>
                    <a:pt x="356" y="330"/>
                  </a:cubicBezTo>
                  <a:cubicBezTo>
                    <a:pt x="356" y="330"/>
                    <a:pt x="356" y="329"/>
                    <a:pt x="356" y="329"/>
                  </a:cubicBezTo>
                  <a:cubicBezTo>
                    <a:pt x="356" y="329"/>
                    <a:pt x="356" y="329"/>
                    <a:pt x="356" y="328"/>
                  </a:cubicBezTo>
                  <a:cubicBezTo>
                    <a:pt x="356" y="328"/>
                    <a:pt x="356" y="328"/>
                    <a:pt x="356" y="327"/>
                  </a:cubicBezTo>
                  <a:cubicBezTo>
                    <a:pt x="356" y="327"/>
                    <a:pt x="356" y="326"/>
                    <a:pt x="356" y="326"/>
                  </a:cubicBezTo>
                  <a:cubicBezTo>
                    <a:pt x="356" y="326"/>
                    <a:pt x="356" y="326"/>
                    <a:pt x="356" y="326"/>
                  </a:cubicBezTo>
                  <a:cubicBezTo>
                    <a:pt x="356" y="325"/>
                    <a:pt x="356" y="325"/>
                    <a:pt x="356" y="325"/>
                  </a:cubicBezTo>
                  <a:cubicBezTo>
                    <a:pt x="356" y="324"/>
                    <a:pt x="356" y="324"/>
                    <a:pt x="357" y="324"/>
                  </a:cubicBezTo>
                  <a:cubicBezTo>
                    <a:pt x="357" y="323"/>
                    <a:pt x="357" y="323"/>
                    <a:pt x="356" y="323"/>
                  </a:cubicBezTo>
                  <a:cubicBezTo>
                    <a:pt x="356" y="322"/>
                    <a:pt x="356" y="322"/>
                    <a:pt x="356" y="321"/>
                  </a:cubicBezTo>
                  <a:cubicBezTo>
                    <a:pt x="356" y="321"/>
                    <a:pt x="356" y="320"/>
                    <a:pt x="357" y="320"/>
                  </a:cubicBezTo>
                  <a:cubicBezTo>
                    <a:pt x="357" y="320"/>
                    <a:pt x="357" y="320"/>
                    <a:pt x="357" y="320"/>
                  </a:cubicBezTo>
                  <a:cubicBezTo>
                    <a:pt x="357" y="319"/>
                    <a:pt x="357" y="319"/>
                    <a:pt x="357" y="319"/>
                  </a:cubicBezTo>
                  <a:cubicBezTo>
                    <a:pt x="357" y="319"/>
                    <a:pt x="357" y="318"/>
                    <a:pt x="357" y="318"/>
                  </a:cubicBezTo>
                  <a:close/>
                  <a:moveTo>
                    <a:pt x="380" y="332"/>
                  </a:moveTo>
                  <a:cubicBezTo>
                    <a:pt x="380" y="332"/>
                    <a:pt x="380" y="332"/>
                    <a:pt x="380" y="332"/>
                  </a:cubicBezTo>
                  <a:cubicBezTo>
                    <a:pt x="379" y="332"/>
                    <a:pt x="379" y="331"/>
                    <a:pt x="379" y="331"/>
                  </a:cubicBezTo>
                  <a:cubicBezTo>
                    <a:pt x="379" y="330"/>
                    <a:pt x="378" y="330"/>
                    <a:pt x="378" y="330"/>
                  </a:cubicBezTo>
                  <a:cubicBezTo>
                    <a:pt x="378" y="330"/>
                    <a:pt x="377" y="331"/>
                    <a:pt x="378" y="331"/>
                  </a:cubicBezTo>
                  <a:cubicBezTo>
                    <a:pt x="378" y="331"/>
                    <a:pt x="378" y="332"/>
                    <a:pt x="378" y="332"/>
                  </a:cubicBezTo>
                  <a:cubicBezTo>
                    <a:pt x="378" y="333"/>
                    <a:pt x="379" y="333"/>
                    <a:pt x="379" y="333"/>
                  </a:cubicBezTo>
                  <a:cubicBezTo>
                    <a:pt x="379" y="333"/>
                    <a:pt x="379" y="333"/>
                    <a:pt x="379" y="333"/>
                  </a:cubicBezTo>
                  <a:cubicBezTo>
                    <a:pt x="379" y="333"/>
                    <a:pt x="379" y="333"/>
                    <a:pt x="380" y="333"/>
                  </a:cubicBezTo>
                  <a:cubicBezTo>
                    <a:pt x="380" y="333"/>
                    <a:pt x="380" y="333"/>
                    <a:pt x="380" y="332"/>
                  </a:cubicBezTo>
                  <a:close/>
                  <a:moveTo>
                    <a:pt x="388" y="321"/>
                  </a:moveTo>
                  <a:cubicBezTo>
                    <a:pt x="388" y="321"/>
                    <a:pt x="388" y="321"/>
                    <a:pt x="387" y="321"/>
                  </a:cubicBezTo>
                  <a:cubicBezTo>
                    <a:pt x="387" y="321"/>
                    <a:pt x="387" y="321"/>
                    <a:pt x="386" y="321"/>
                  </a:cubicBezTo>
                  <a:cubicBezTo>
                    <a:pt x="386" y="321"/>
                    <a:pt x="386" y="321"/>
                    <a:pt x="386" y="321"/>
                  </a:cubicBezTo>
                  <a:cubicBezTo>
                    <a:pt x="386" y="320"/>
                    <a:pt x="386" y="320"/>
                    <a:pt x="386" y="320"/>
                  </a:cubicBezTo>
                  <a:cubicBezTo>
                    <a:pt x="385" y="320"/>
                    <a:pt x="385" y="320"/>
                    <a:pt x="385" y="320"/>
                  </a:cubicBezTo>
                  <a:cubicBezTo>
                    <a:pt x="385" y="320"/>
                    <a:pt x="385" y="320"/>
                    <a:pt x="385" y="320"/>
                  </a:cubicBezTo>
                  <a:cubicBezTo>
                    <a:pt x="384" y="320"/>
                    <a:pt x="384" y="320"/>
                    <a:pt x="384" y="321"/>
                  </a:cubicBezTo>
                  <a:cubicBezTo>
                    <a:pt x="384" y="321"/>
                    <a:pt x="383" y="322"/>
                    <a:pt x="383" y="322"/>
                  </a:cubicBezTo>
                  <a:cubicBezTo>
                    <a:pt x="383" y="322"/>
                    <a:pt x="383" y="322"/>
                    <a:pt x="383" y="322"/>
                  </a:cubicBezTo>
                  <a:cubicBezTo>
                    <a:pt x="382" y="322"/>
                    <a:pt x="382" y="322"/>
                    <a:pt x="382" y="321"/>
                  </a:cubicBezTo>
                  <a:cubicBezTo>
                    <a:pt x="382" y="321"/>
                    <a:pt x="382" y="321"/>
                    <a:pt x="382" y="321"/>
                  </a:cubicBezTo>
                  <a:cubicBezTo>
                    <a:pt x="381" y="321"/>
                    <a:pt x="381" y="321"/>
                    <a:pt x="381" y="322"/>
                  </a:cubicBezTo>
                  <a:cubicBezTo>
                    <a:pt x="381" y="322"/>
                    <a:pt x="381" y="323"/>
                    <a:pt x="381" y="323"/>
                  </a:cubicBezTo>
                  <a:cubicBezTo>
                    <a:pt x="381" y="324"/>
                    <a:pt x="381" y="324"/>
                    <a:pt x="381" y="324"/>
                  </a:cubicBezTo>
                  <a:cubicBezTo>
                    <a:pt x="381" y="324"/>
                    <a:pt x="381" y="324"/>
                    <a:pt x="381" y="324"/>
                  </a:cubicBezTo>
                  <a:cubicBezTo>
                    <a:pt x="380" y="325"/>
                    <a:pt x="380" y="325"/>
                    <a:pt x="380" y="325"/>
                  </a:cubicBezTo>
                  <a:cubicBezTo>
                    <a:pt x="380" y="325"/>
                    <a:pt x="380" y="324"/>
                    <a:pt x="380" y="324"/>
                  </a:cubicBezTo>
                  <a:cubicBezTo>
                    <a:pt x="380" y="324"/>
                    <a:pt x="379" y="324"/>
                    <a:pt x="379" y="323"/>
                  </a:cubicBezTo>
                  <a:cubicBezTo>
                    <a:pt x="379" y="323"/>
                    <a:pt x="379" y="323"/>
                    <a:pt x="379" y="323"/>
                  </a:cubicBezTo>
                  <a:cubicBezTo>
                    <a:pt x="379" y="323"/>
                    <a:pt x="379" y="323"/>
                    <a:pt x="379" y="323"/>
                  </a:cubicBezTo>
                  <a:cubicBezTo>
                    <a:pt x="379" y="323"/>
                    <a:pt x="380" y="322"/>
                    <a:pt x="380" y="322"/>
                  </a:cubicBezTo>
                  <a:cubicBezTo>
                    <a:pt x="380" y="321"/>
                    <a:pt x="380" y="321"/>
                    <a:pt x="380" y="320"/>
                  </a:cubicBezTo>
                  <a:cubicBezTo>
                    <a:pt x="380" y="320"/>
                    <a:pt x="380" y="320"/>
                    <a:pt x="379" y="320"/>
                  </a:cubicBezTo>
                  <a:cubicBezTo>
                    <a:pt x="379" y="319"/>
                    <a:pt x="379" y="319"/>
                    <a:pt x="379" y="319"/>
                  </a:cubicBezTo>
                  <a:cubicBezTo>
                    <a:pt x="379" y="319"/>
                    <a:pt x="378" y="319"/>
                    <a:pt x="378" y="319"/>
                  </a:cubicBezTo>
                  <a:cubicBezTo>
                    <a:pt x="378" y="320"/>
                    <a:pt x="378" y="319"/>
                    <a:pt x="377" y="319"/>
                  </a:cubicBezTo>
                  <a:cubicBezTo>
                    <a:pt x="377" y="319"/>
                    <a:pt x="377" y="319"/>
                    <a:pt x="377" y="319"/>
                  </a:cubicBezTo>
                  <a:cubicBezTo>
                    <a:pt x="378" y="319"/>
                    <a:pt x="378" y="319"/>
                    <a:pt x="378" y="319"/>
                  </a:cubicBezTo>
                  <a:cubicBezTo>
                    <a:pt x="379" y="319"/>
                    <a:pt x="379" y="318"/>
                    <a:pt x="379" y="318"/>
                  </a:cubicBezTo>
                  <a:cubicBezTo>
                    <a:pt x="379" y="318"/>
                    <a:pt x="380" y="318"/>
                    <a:pt x="380" y="318"/>
                  </a:cubicBezTo>
                  <a:cubicBezTo>
                    <a:pt x="380" y="318"/>
                    <a:pt x="380" y="318"/>
                    <a:pt x="381" y="318"/>
                  </a:cubicBezTo>
                  <a:cubicBezTo>
                    <a:pt x="381" y="317"/>
                    <a:pt x="381" y="317"/>
                    <a:pt x="381" y="316"/>
                  </a:cubicBezTo>
                  <a:cubicBezTo>
                    <a:pt x="381" y="316"/>
                    <a:pt x="381" y="315"/>
                    <a:pt x="380" y="315"/>
                  </a:cubicBezTo>
                  <a:cubicBezTo>
                    <a:pt x="380" y="315"/>
                    <a:pt x="380" y="315"/>
                    <a:pt x="380" y="315"/>
                  </a:cubicBezTo>
                  <a:cubicBezTo>
                    <a:pt x="380" y="315"/>
                    <a:pt x="379" y="315"/>
                    <a:pt x="380" y="315"/>
                  </a:cubicBezTo>
                  <a:cubicBezTo>
                    <a:pt x="380" y="315"/>
                    <a:pt x="380" y="315"/>
                    <a:pt x="380" y="315"/>
                  </a:cubicBezTo>
                  <a:cubicBezTo>
                    <a:pt x="380" y="315"/>
                    <a:pt x="380" y="315"/>
                    <a:pt x="380" y="315"/>
                  </a:cubicBezTo>
                  <a:cubicBezTo>
                    <a:pt x="380" y="315"/>
                    <a:pt x="380" y="316"/>
                    <a:pt x="379" y="316"/>
                  </a:cubicBezTo>
                  <a:cubicBezTo>
                    <a:pt x="379" y="316"/>
                    <a:pt x="379" y="316"/>
                    <a:pt x="378" y="316"/>
                  </a:cubicBezTo>
                  <a:cubicBezTo>
                    <a:pt x="377" y="317"/>
                    <a:pt x="377" y="317"/>
                    <a:pt x="376" y="317"/>
                  </a:cubicBezTo>
                  <a:cubicBezTo>
                    <a:pt x="376" y="317"/>
                    <a:pt x="375" y="317"/>
                    <a:pt x="375" y="318"/>
                  </a:cubicBezTo>
                  <a:cubicBezTo>
                    <a:pt x="375" y="318"/>
                    <a:pt x="375" y="318"/>
                    <a:pt x="375" y="318"/>
                  </a:cubicBezTo>
                  <a:cubicBezTo>
                    <a:pt x="375" y="318"/>
                    <a:pt x="374" y="318"/>
                    <a:pt x="374" y="318"/>
                  </a:cubicBezTo>
                  <a:cubicBezTo>
                    <a:pt x="374" y="318"/>
                    <a:pt x="374" y="318"/>
                    <a:pt x="374" y="318"/>
                  </a:cubicBezTo>
                  <a:cubicBezTo>
                    <a:pt x="374" y="318"/>
                    <a:pt x="373" y="318"/>
                    <a:pt x="373" y="318"/>
                  </a:cubicBezTo>
                  <a:cubicBezTo>
                    <a:pt x="373" y="318"/>
                    <a:pt x="373" y="318"/>
                    <a:pt x="373" y="318"/>
                  </a:cubicBezTo>
                  <a:cubicBezTo>
                    <a:pt x="373" y="318"/>
                    <a:pt x="372" y="318"/>
                    <a:pt x="372" y="317"/>
                  </a:cubicBezTo>
                  <a:cubicBezTo>
                    <a:pt x="371" y="317"/>
                    <a:pt x="371" y="317"/>
                    <a:pt x="370" y="317"/>
                  </a:cubicBezTo>
                  <a:cubicBezTo>
                    <a:pt x="370" y="317"/>
                    <a:pt x="370" y="317"/>
                    <a:pt x="370" y="317"/>
                  </a:cubicBezTo>
                  <a:cubicBezTo>
                    <a:pt x="370" y="317"/>
                    <a:pt x="370" y="317"/>
                    <a:pt x="370" y="317"/>
                  </a:cubicBezTo>
                  <a:cubicBezTo>
                    <a:pt x="370" y="318"/>
                    <a:pt x="370" y="318"/>
                    <a:pt x="370" y="318"/>
                  </a:cubicBezTo>
                  <a:cubicBezTo>
                    <a:pt x="370" y="318"/>
                    <a:pt x="370" y="318"/>
                    <a:pt x="370" y="318"/>
                  </a:cubicBezTo>
                  <a:cubicBezTo>
                    <a:pt x="370" y="319"/>
                    <a:pt x="370" y="319"/>
                    <a:pt x="371" y="319"/>
                  </a:cubicBezTo>
                  <a:cubicBezTo>
                    <a:pt x="371" y="319"/>
                    <a:pt x="371" y="319"/>
                    <a:pt x="371" y="319"/>
                  </a:cubicBezTo>
                  <a:cubicBezTo>
                    <a:pt x="371" y="320"/>
                    <a:pt x="371" y="320"/>
                    <a:pt x="372" y="320"/>
                  </a:cubicBezTo>
                  <a:cubicBezTo>
                    <a:pt x="372" y="320"/>
                    <a:pt x="372" y="320"/>
                    <a:pt x="373" y="320"/>
                  </a:cubicBezTo>
                  <a:cubicBezTo>
                    <a:pt x="373" y="320"/>
                    <a:pt x="373" y="321"/>
                    <a:pt x="373" y="321"/>
                  </a:cubicBezTo>
                  <a:cubicBezTo>
                    <a:pt x="373" y="321"/>
                    <a:pt x="373" y="321"/>
                    <a:pt x="373" y="321"/>
                  </a:cubicBezTo>
                  <a:cubicBezTo>
                    <a:pt x="372" y="322"/>
                    <a:pt x="372" y="322"/>
                    <a:pt x="372" y="322"/>
                  </a:cubicBezTo>
                  <a:cubicBezTo>
                    <a:pt x="372" y="322"/>
                    <a:pt x="372" y="323"/>
                    <a:pt x="372" y="323"/>
                  </a:cubicBezTo>
                  <a:cubicBezTo>
                    <a:pt x="372" y="323"/>
                    <a:pt x="372" y="323"/>
                    <a:pt x="372" y="323"/>
                  </a:cubicBezTo>
                  <a:cubicBezTo>
                    <a:pt x="372" y="323"/>
                    <a:pt x="372" y="323"/>
                    <a:pt x="372" y="323"/>
                  </a:cubicBezTo>
                  <a:cubicBezTo>
                    <a:pt x="372" y="323"/>
                    <a:pt x="372" y="323"/>
                    <a:pt x="372" y="323"/>
                  </a:cubicBezTo>
                  <a:cubicBezTo>
                    <a:pt x="373" y="324"/>
                    <a:pt x="373" y="324"/>
                    <a:pt x="373" y="323"/>
                  </a:cubicBezTo>
                  <a:cubicBezTo>
                    <a:pt x="374" y="323"/>
                    <a:pt x="374" y="323"/>
                    <a:pt x="374" y="323"/>
                  </a:cubicBezTo>
                  <a:cubicBezTo>
                    <a:pt x="374" y="323"/>
                    <a:pt x="375" y="323"/>
                    <a:pt x="375" y="324"/>
                  </a:cubicBezTo>
                  <a:cubicBezTo>
                    <a:pt x="375" y="324"/>
                    <a:pt x="375" y="324"/>
                    <a:pt x="375" y="324"/>
                  </a:cubicBezTo>
                  <a:cubicBezTo>
                    <a:pt x="375" y="324"/>
                    <a:pt x="375" y="324"/>
                    <a:pt x="375" y="324"/>
                  </a:cubicBezTo>
                  <a:cubicBezTo>
                    <a:pt x="375" y="324"/>
                    <a:pt x="374" y="324"/>
                    <a:pt x="374" y="325"/>
                  </a:cubicBezTo>
                  <a:cubicBezTo>
                    <a:pt x="374" y="325"/>
                    <a:pt x="374" y="325"/>
                    <a:pt x="374" y="325"/>
                  </a:cubicBezTo>
                  <a:cubicBezTo>
                    <a:pt x="374" y="325"/>
                    <a:pt x="373" y="326"/>
                    <a:pt x="373" y="326"/>
                  </a:cubicBezTo>
                  <a:cubicBezTo>
                    <a:pt x="372" y="326"/>
                    <a:pt x="372" y="326"/>
                    <a:pt x="372" y="326"/>
                  </a:cubicBezTo>
                  <a:cubicBezTo>
                    <a:pt x="371" y="327"/>
                    <a:pt x="370" y="327"/>
                    <a:pt x="370" y="327"/>
                  </a:cubicBezTo>
                  <a:cubicBezTo>
                    <a:pt x="369" y="327"/>
                    <a:pt x="368" y="327"/>
                    <a:pt x="368" y="327"/>
                  </a:cubicBezTo>
                  <a:cubicBezTo>
                    <a:pt x="368" y="327"/>
                    <a:pt x="368" y="327"/>
                    <a:pt x="368" y="327"/>
                  </a:cubicBezTo>
                  <a:cubicBezTo>
                    <a:pt x="368" y="327"/>
                    <a:pt x="368" y="328"/>
                    <a:pt x="368" y="328"/>
                  </a:cubicBezTo>
                  <a:cubicBezTo>
                    <a:pt x="368" y="328"/>
                    <a:pt x="368" y="328"/>
                    <a:pt x="368" y="328"/>
                  </a:cubicBezTo>
                  <a:cubicBezTo>
                    <a:pt x="368" y="328"/>
                    <a:pt x="369" y="328"/>
                    <a:pt x="369" y="328"/>
                  </a:cubicBezTo>
                  <a:cubicBezTo>
                    <a:pt x="369" y="328"/>
                    <a:pt x="370" y="328"/>
                    <a:pt x="370" y="328"/>
                  </a:cubicBezTo>
                  <a:cubicBezTo>
                    <a:pt x="370" y="328"/>
                    <a:pt x="371" y="328"/>
                    <a:pt x="371" y="328"/>
                  </a:cubicBezTo>
                  <a:cubicBezTo>
                    <a:pt x="372" y="328"/>
                    <a:pt x="372" y="328"/>
                    <a:pt x="373" y="328"/>
                  </a:cubicBezTo>
                  <a:cubicBezTo>
                    <a:pt x="373" y="328"/>
                    <a:pt x="373" y="328"/>
                    <a:pt x="374" y="328"/>
                  </a:cubicBezTo>
                  <a:cubicBezTo>
                    <a:pt x="374" y="328"/>
                    <a:pt x="374" y="328"/>
                    <a:pt x="374" y="329"/>
                  </a:cubicBezTo>
                  <a:cubicBezTo>
                    <a:pt x="374" y="329"/>
                    <a:pt x="373" y="329"/>
                    <a:pt x="373" y="329"/>
                  </a:cubicBezTo>
                  <a:cubicBezTo>
                    <a:pt x="372" y="330"/>
                    <a:pt x="371" y="330"/>
                    <a:pt x="370" y="331"/>
                  </a:cubicBezTo>
                  <a:cubicBezTo>
                    <a:pt x="369" y="331"/>
                    <a:pt x="368" y="331"/>
                    <a:pt x="367" y="331"/>
                  </a:cubicBezTo>
                  <a:cubicBezTo>
                    <a:pt x="367" y="331"/>
                    <a:pt x="367" y="331"/>
                    <a:pt x="367" y="332"/>
                  </a:cubicBezTo>
                  <a:cubicBezTo>
                    <a:pt x="367" y="332"/>
                    <a:pt x="367" y="332"/>
                    <a:pt x="367" y="332"/>
                  </a:cubicBezTo>
                  <a:cubicBezTo>
                    <a:pt x="367" y="333"/>
                    <a:pt x="367" y="333"/>
                    <a:pt x="368" y="333"/>
                  </a:cubicBezTo>
                  <a:cubicBezTo>
                    <a:pt x="368" y="333"/>
                    <a:pt x="368" y="333"/>
                    <a:pt x="368" y="333"/>
                  </a:cubicBezTo>
                  <a:cubicBezTo>
                    <a:pt x="369" y="333"/>
                    <a:pt x="369" y="333"/>
                    <a:pt x="369" y="332"/>
                  </a:cubicBezTo>
                  <a:cubicBezTo>
                    <a:pt x="370" y="332"/>
                    <a:pt x="370" y="332"/>
                    <a:pt x="370" y="332"/>
                  </a:cubicBezTo>
                  <a:cubicBezTo>
                    <a:pt x="371" y="332"/>
                    <a:pt x="371" y="333"/>
                    <a:pt x="371" y="333"/>
                  </a:cubicBezTo>
                  <a:cubicBezTo>
                    <a:pt x="371" y="333"/>
                    <a:pt x="371" y="333"/>
                    <a:pt x="371" y="333"/>
                  </a:cubicBezTo>
                  <a:cubicBezTo>
                    <a:pt x="371" y="334"/>
                    <a:pt x="371" y="334"/>
                    <a:pt x="371" y="334"/>
                  </a:cubicBezTo>
                  <a:cubicBezTo>
                    <a:pt x="371" y="335"/>
                    <a:pt x="371" y="335"/>
                    <a:pt x="371" y="335"/>
                  </a:cubicBezTo>
                  <a:cubicBezTo>
                    <a:pt x="371" y="335"/>
                    <a:pt x="372" y="335"/>
                    <a:pt x="372" y="334"/>
                  </a:cubicBezTo>
                  <a:cubicBezTo>
                    <a:pt x="372" y="334"/>
                    <a:pt x="372" y="334"/>
                    <a:pt x="372" y="334"/>
                  </a:cubicBezTo>
                  <a:cubicBezTo>
                    <a:pt x="372" y="334"/>
                    <a:pt x="372" y="334"/>
                    <a:pt x="372" y="333"/>
                  </a:cubicBezTo>
                  <a:cubicBezTo>
                    <a:pt x="372" y="333"/>
                    <a:pt x="372" y="333"/>
                    <a:pt x="372" y="333"/>
                  </a:cubicBezTo>
                  <a:cubicBezTo>
                    <a:pt x="372" y="333"/>
                    <a:pt x="372" y="332"/>
                    <a:pt x="372" y="332"/>
                  </a:cubicBezTo>
                  <a:cubicBezTo>
                    <a:pt x="372" y="332"/>
                    <a:pt x="372" y="332"/>
                    <a:pt x="372" y="332"/>
                  </a:cubicBezTo>
                  <a:cubicBezTo>
                    <a:pt x="373" y="331"/>
                    <a:pt x="373" y="331"/>
                    <a:pt x="374" y="331"/>
                  </a:cubicBezTo>
                  <a:cubicBezTo>
                    <a:pt x="374" y="331"/>
                    <a:pt x="374" y="332"/>
                    <a:pt x="374" y="332"/>
                  </a:cubicBezTo>
                  <a:cubicBezTo>
                    <a:pt x="374" y="332"/>
                    <a:pt x="374" y="332"/>
                    <a:pt x="374" y="332"/>
                  </a:cubicBezTo>
                  <a:cubicBezTo>
                    <a:pt x="374" y="333"/>
                    <a:pt x="374" y="333"/>
                    <a:pt x="374" y="333"/>
                  </a:cubicBezTo>
                  <a:cubicBezTo>
                    <a:pt x="374" y="334"/>
                    <a:pt x="374" y="334"/>
                    <a:pt x="374" y="334"/>
                  </a:cubicBezTo>
                  <a:cubicBezTo>
                    <a:pt x="373" y="334"/>
                    <a:pt x="373" y="335"/>
                    <a:pt x="374" y="335"/>
                  </a:cubicBezTo>
                  <a:cubicBezTo>
                    <a:pt x="374" y="335"/>
                    <a:pt x="374" y="335"/>
                    <a:pt x="374" y="336"/>
                  </a:cubicBezTo>
                  <a:cubicBezTo>
                    <a:pt x="374" y="336"/>
                    <a:pt x="374" y="336"/>
                    <a:pt x="374" y="336"/>
                  </a:cubicBezTo>
                  <a:cubicBezTo>
                    <a:pt x="375" y="336"/>
                    <a:pt x="375" y="335"/>
                    <a:pt x="375" y="335"/>
                  </a:cubicBezTo>
                  <a:cubicBezTo>
                    <a:pt x="375" y="335"/>
                    <a:pt x="375" y="334"/>
                    <a:pt x="376" y="334"/>
                  </a:cubicBezTo>
                  <a:cubicBezTo>
                    <a:pt x="376" y="333"/>
                    <a:pt x="376" y="333"/>
                    <a:pt x="376" y="332"/>
                  </a:cubicBezTo>
                  <a:cubicBezTo>
                    <a:pt x="376" y="332"/>
                    <a:pt x="376" y="332"/>
                    <a:pt x="376" y="332"/>
                  </a:cubicBezTo>
                  <a:cubicBezTo>
                    <a:pt x="376" y="332"/>
                    <a:pt x="376" y="331"/>
                    <a:pt x="376" y="331"/>
                  </a:cubicBezTo>
                  <a:cubicBezTo>
                    <a:pt x="376" y="331"/>
                    <a:pt x="376" y="330"/>
                    <a:pt x="376" y="330"/>
                  </a:cubicBezTo>
                  <a:cubicBezTo>
                    <a:pt x="377" y="330"/>
                    <a:pt x="377" y="330"/>
                    <a:pt x="377" y="330"/>
                  </a:cubicBezTo>
                  <a:cubicBezTo>
                    <a:pt x="377" y="330"/>
                    <a:pt x="377" y="330"/>
                    <a:pt x="378" y="329"/>
                  </a:cubicBezTo>
                  <a:cubicBezTo>
                    <a:pt x="378" y="329"/>
                    <a:pt x="379" y="329"/>
                    <a:pt x="379" y="329"/>
                  </a:cubicBezTo>
                  <a:cubicBezTo>
                    <a:pt x="380" y="329"/>
                    <a:pt x="380" y="329"/>
                    <a:pt x="380" y="329"/>
                  </a:cubicBezTo>
                  <a:cubicBezTo>
                    <a:pt x="380" y="328"/>
                    <a:pt x="380" y="328"/>
                    <a:pt x="380" y="328"/>
                  </a:cubicBezTo>
                  <a:cubicBezTo>
                    <a:pt x="380" y="328"/>
                    <a:pt x="379" y="328"/>
                    <a:pt x="379" y="327"/>
                  </a:cubicBezTo>
                  <a:cubicBezTo>
                    <a:pt x="379" y="327"/>
                    <a:pt x="379" y="327"/>
                    <a:pt x="378" y="327"/>
                  </a:cubicBezTo>
                  <a:cubicBezTo>
                    <a:pt x="378" y="327"/>
                    <a:pt x="378" y="327"/>
                    <a:pt x="377" y="327"/>
                  </a:cubicBezTo>
                  <a:cubicBezTo>
                    <a:pt x="377" y="328"/>
                    <a:pt x="377" y="328"/>
                    <a:pt x="377" y="328"/>
                  </a:cubicBezTo>
                  <a:cubicBezTo>
                    <a:pt x="377" y="328"/>
                    <a:pt x="377" y="328"/>
                    <a:pt x="377" y="328"/>
                  </a:cubicBezTo>
                  <a:cubicBezTo>
                    <a:pt x="376" y="327"/>
                    <a:pt x="376" y="327"/>
                    <a:pt x="376" y="326"/>
                  </a:cubicBezTo>
                  <a:cubicBezTo>
                    <a:pt x="376" y="326"/>
                    <a:pt x="376" y="326"/>
                    <a:pt x="376" y="326"/>
                  </a:cubicBezTo>
                  <a:cubicBezTo>
                    <a:pt x="376" y="326"/>
                    <a:pt x="377" y="326"/>
                    <a:pt x="377" y="326"/>
                  </a:cubicBezTo>
                  <a:cubicBezTo>
                    <a:pt x="377" y="326"/>
                    <a:pt x="377" y="326"/>
                    <a:pt x="377" y="326"/>
                  </a:cubicBezTo>
                  <a:cubicBezTo>
                    <a:pt x="378" y="326"/>
                    <a:pt x="378" y="326"/>
                    <a:pt x="379" y="326"/>
                  </a:cubicBezTo>
                  <a:cubicBezTo>
                    <a:pt x="379" y="325"/>
                    <a:pt x="379" y="325"/>
                    <a:pt x="380" y="325"/>
                  </a:cubicBezTo>
                  <a:cubicBezTo>
                    <a:pt x="380" y="325"/>
                    <a:pt x="380" y="325"/>
                    <a:pt x="380" y="326"/>
                  </a:cubicBezTo>
                  <a:cubicBezTo>
                    <a:pt x="380" y="326"/>
                    <a:pt x="380" y="326"/>
                    <a:pt x="380" y="327"/>
                  </a:cubicBezTo>
                  <a:cubicBezTo>
                    <a:pt x="380" y="327"/>
                    <a:pt x="381" y="328"/>
                    <a:pt x="380" y="328"/>
                  </a:cubicBezTo>
                  <a:cubicBezTo>
                    <a:pt x="380" y="329"/>
                    <a:pt x="380" y="329"/>
                    <a:pt x="380" y="330"/>
                  </a:cubicBezTo>
                  <a:cubicBezTo>
                    <a:pt x="380" y="330"/>
                    <a:pt x="380" y="330"/>
                    <a:pt x="381" y="330"/>
                  </a:cubicBezTo>
                  <a:cubicBezTo>
                    <a:pt x="381" y="330"/>
                    <a:pt x="381" y="330"/>
                    <a:pt x="381" y="330"/>
                  </a:cubicBezTo>
                  <a:cubicBezTo>
                    <a:pt x="382" y="330"/>
                    <a:pt x="382" y="330"/>
                    <a:pt x="382" y="330"/>
                  </a:cubicBezTo>
                  <a:cubicBezTo>
                    <a:pt x="382" y="329"/>
                    <a:pt x="382" y="329"/>
                    <a:pt x="382" y="328"/>
                  </a:cubicBezTo>
                  <a:cubicBezTo>
                    <a:pt x="382" y="328"/>
                    <a:pt x="382" y="327"/>
                    <a:pt x="382" y="327"/>
                  </a:cubicBezTo>
                  <a:cubicBezTo>
                    <a:pt x="382" y="326"/>
                    <a:pt x="383" y="326"/>
                    <a:pt x="383" y="325"/>
                  </a:cubicBezTo>
                  <a:cubicBezTo>
                    <a:pt x="383" y="325"/>
                    <a:pt x="383" y="325"/>
                    <a:pt x="384" y="325"/>
                  </a:cubicBezTo>
                  <a:cubicBezTo>
                    <a:pt x="384" y="325"/>
                    <a:pt x="384" y="325"/>
                    <a:pt x="384" y="325"/>
                  </a:cubicBezTo>
                  <a:cubicBezTo>
                    <a:pt x="384" y="325"/>
                    <a:pt x="384" y="325"/>
                    <a:pt x="384" y="326"/>
                  </a:cubicBezTo>
                  <a:cubicBezTo>
                    <a:pt x="384" y="326"/>
                    <a:pt x="384" y="326"/>
                    <a:pt x="384" y="326"/>
                  </a:cubicBezTo>
                  <a:cubicBezTo>
                    <a:pt x="384" y="327"/>
                    <a:pt x="384" y="327"/>
                    <a:pt x="384" y="327"/>
                  </a:cubicBezTo>
                  <a:cubicBezTo>
                    <a:pt x="384" y="328"/>
                    <a:pt x="384" y="328"/>
                    <a:pt x="384" y="328"/>
                  </a:cubicBezTo>
                  <a:cubicBezTo>
                    <a:pt x="384" y="329"/>
                    <a:pt x="384" y="329"/>
                    <a:pt x="384" y="330"/>
                  </a:cubicBezTo>
                  <a:cubicBezTo>
                    <a:pt x="384" y="330"/>
                    <a:pt x="384" y="330"/>
                    <a:pt x="384" y="330"/>
                  </a:cubicBezTo>
                  <a:cubicBezTo>
                    <a:pt x="385" y="330"/>
                    <a:pt x="385" y="331"/>
                    <a:pt x="385" y="331"/>
                  </a:cubicBezTo>
                  <a:cubicBezTo>
                    <a:pt x="384" y="332"/>
                    <a:pt x="384" y="332"/>
                    <a:pt x="384" y="333"/>
                  </a:cubicBezTo>
                  <a:cubicBezTo>
                    <a:pt x="385" y="333"/>
                    <a:pt x="385" y="333"/>
                    <a:pt x="384" y="333"/>
                  </a:cubicBezTo>
                  <a:cubicBezTo>
                    <a:pt x="384" y="334"/>
                    <a:pt x="384" y="335"/>
                    <a:pt x="384" y="335"/>
                  </a:cubicBezTo>
                  <a:cubicBezTo>
                    <a:pt x="384" y="335"/>
                    <a:pt x="384" y="335"/>
                    <a:pt x="384" y="335"/>
                  </a:cubicBezTo>
                  <a:cubicBezTo>
                    <a:pt x="384" y="336"/>
                    <a:pt x="384" y="336"/>
                    <a:pt x="384" y="336"/>
                  </a:cubicBezTo>
                  <a:cubicBezTo>
                    <a:pt x="384" y="337"/>
                    <a:pt x="384" y="337"/>
                    <a:pt x="384" y="338"/>
                  </a:cubicBezTo>
                  <a:cubicBezTo>
                    <a:pt x="384" y="338"/>
                    <a:pt x="384" y="339"/>
                    <a:pt x="384" y="339"/>
                  </a:cubicBezTo>
                  <a:cubicBezTo>
                    <a:pt x="384" y="339"/>
                    <a:pt x="384" y="340"/>
                    <a:pt x="385" y="340"/>
                  </a:cubicBezTo>
                  <a:cubicBezTo>
                    <a:pt x="385" y="340"/>
                    <a:pt x="385" y="339"/>
                    <a:pt x="385" y="339"/>
                  </a:cubicBezTo>
                  <a:cubicBezTo>
                    <a:pt x="385" y="339"/>
                    <a:pt x="385" y="339"/>
                    <a:pt x="385" y="339"/>
                  </a:cubicBezTo>
                  <a:cubicBezTo>
                    <a:pt x="385" y="339"/>
                    <a:pt x="386" y="338"/>
                    <a:pt x="386" y="338"/>
                  </a:cubicBezTo>
                  <a:cubicBezTo>
                    <a:pt x="386" y="338"/>
                    <a:pt x="386" y="338"/>
                    <a:pt x="386" y="338"/>
                  </a:cubicBezTo>
                  <a:cubicBezTo>
                    <a:pt x="386" y="337"/>
                    <a:pt x="386" y="337"/>
                    <a:pt x="386" y="337"/>
                  </a:cubicBezTo>
                  <a:cubicBezTo>
                    <a:pt x="386" y="336"/>
                    <a:pt x="386" y="336"/>
                    <a:pt x="386" y="336"/>
                  </a:cubicBezTo>
                  <a:cubicBezTo>
                    <a:pt x="386" y="335"/>
                    <a:pt x="386" y="335"/>
                    <a:pt x="386" y="335"/>
                  </a:cubicBezTo>
                  <a:cubicBezTo>
                    <a:pt x="386" y="335"/>
                    <a:pt x="386" y="335"/>
                    <a:pt x="386" y="335"/>
                  </a:cubicBezTo>
                  <a:cubicBezTo>
                    <a:pt x="386" y="334"/>
                    <a:pt x="386" y="334"/>
                    <a:pt x="386" y="334"/>
                  </a:cubicBezTo>
                  <a:cubicBezTo>
                    <a:pt x="386" y="334"/>
                    <a:pt x="386" y="334"/>
                    <a:pt x="386" y="334"/>
                  </a:cubicBezTo>
                  <a:cubicBezTo>
                    <a:pt x="386" y="333"/>
                    <a:pt x="386" y="333"/>
                    <a:pt x="386" y="333"/>
                  </a:cubicBezTo>
                  <a:cubicBezTo>
                    <a:pt x="386" y="332"/>
                    <a:pt x="386" y="331"/>
                    <a:pt x="386" y="330"/>
                  </a:cubicBezTo>
                  <a:cubicBezTo>
                    <a:pt x="386" y="329"/>
                    <a:pt x="386" y="328"/>
                    <a:pt x="386" y="327"/>
                  </a:cubicBezTo>
                  <a:cubicBezTo>
                    <a:pt x="386" y="327"/>
                    <a:pt x="386" y="327"/>
                    <a:pt x="386" y="326"/>
                  </a:cubicBezTo>
                  <a:cubicBezTo>
                    <a:pt x="386" y="326"/>
                    <a:pt x="386" y="325"/>
                    <a:pt x="386" y="324"/>
                  </a:cubicBezTo>
                  <a:cubicBezTo>
                    <a:pt x="386" y="323"/>
                    <a:pt x="387" y="323"/>
                    <a:pt x="387" y="323"/>
                  </a:cubicBezTo>
                  <a:cubicBezTo>
                    <a:pt x="387" y="323"/>
                    <a:pt x="388" y="323"/>
                    <a:pt x="388" y="323"/>
                  </a:cubicBezTo>
                  <a:cubicBezTo>
                    <a:pt x="388" y="322"/>
                    <a:pt x="388" y="322"/>
                    <a:pt x="388" y="321"/>
                  </a:cubicBezTo>
                  <a:close/>
                  <a:moveTo>
                    <a:pt x="377" y="323"/>
                  </a:moveTo>
                  <a:cubicBezTo>
                    <a:pt x="377" y="323"/>
                    <a:pt x="377" y="324"/>
                    <a:pt x="377" y="324"/>
                  </a:cubicBezTo>
                  <a:cubicBezTo>
                    <a:pt x="377" y="324"/>
                    <a:pt x="377" y="324"/>
                    <a:pt x="378" y="324"/>
                  </a:cubicBezTo>
                  <a:cubicBezTo>
                    <a:pt x="378" y="324"/>
                    <a:pt x="378" y="324"/>
                    <a:pt x="378" y="324"/>
                  </a:cubicBezTo>
                  <a:cubicBezTo>
                    <a:pt x="378" y="323"/>
                    <a:pt x="378" y="323"/>
                    <a:pt x="378" y="323"/>
                  </a:cubicBezTo>
                  <a:cubicBezTo>
                    <a:pt x="378" y="323"/>
                    <a:pt x="378" y="323"/>
                    <a:pt x="378" y="323"/>
                  </a:cubicBezTo>
                  <a:cubicBezTo>
                    <a:pt x="378" y="323"/>
                    <a:pt x="377" y="323"/>
                    <a:pt x="377" y="323"/>
                  </a:cubicBezTo>
                  <a:close/>
                  <a:moveTo>
                    <a:pt x="300" y="327"/>
                  </a:moveTo>
                  <a:cubicBezTo>
                    <a:pt x="300" y="327"/>
                    <a:pt x="300" y="327"/>
                    <a:pt x="300" y="327"/>
                  </a:cubicBezTo>
                  <a:cubicBezTo>
                    <a:pt x="300" y="327"/>
                    <a:pt x="300" y="328"/>
                    <a:pt x="300" y="328"/>
                  </a:cubicBezTo>
                  <a:cubicBezTo>
                    <a:pt x="299" y="328"/>
                    <a:pt x="299" y="329"/>
                    <a:pt x="299" y="330"/>
                  </a:cubicBezTo>
                  <a:cubicBezTo>
                    <a:pt x="299" y="330"/>
                    <a:pt x="298" y="330"/>
                    <a:pt x="298" y="330"/>
                  </a:cubicBezTo>
                  <a:cubicBezTo>
                    <a:pt x="298" y="330"/>
                    <a:pt x="298" y="330"/>
                    <a:pt x="299" y="330"/>
                  </a:cubicBezTo>
                  <a:cubicBezTo>
                    <a:pt x="299" y="330"/>
                    <a:pt x="299" y="330"/>
                    <a:pt x="299" y="331"/>
                  </a:cubicBezTo>
                  <a:cubicBezTo>
                    <a:pt x="299" y="331"/>
                    <a:pt x="300" y="331"/>
                    <a:pt x="300" y="331"/>
                  </a:cubicBezTo>
                  <a:cubicBezTo>
                    <a:pt x="300" y="331"/>
                    <a:pt x="301" y="331"/>
                    <a:pt x="301" y="330"/>
                  </a:cubicBezTo>
                  <a:cubicBezTo>
                    <a:pt x="301" y="330"/>
                    <a:pt x="301" y="330"/>
                    <a:pt x="301" y="329"/>
                  </a:cubicBezTo>
                  <a:cubicBezTo>
                    <a:pt x="301" y="329"/>
                    <a:pt x="301" y="328"/>
                    <a:pt x="301" y="328"/>
                  </a:cubicBezTo>
                  <a:cubicBezTo>
                    <a:pt x="301" y="328"/>
                    <a:pt x="301" y="327"/>
                    <a:pt x="301" y="327"/>
                  </a:cubicBezTo>
                  <a:cubicBezTo>
                    <a:pt x="301" y="327"/>
                    <a:pt x="301" y="326"/>
                    <a:pt x="301" y="327"/>
                  </a:cubicBezTo>
                  <a:cubicBezTo>
                    <a:pt x="301" y="327"/>
                    <a:pt x="300" y="327"/>
                    <a:pt x="300" y="327"/>
                  </a:cubicBezTo>
                  <a:close/>
                  <a:moveTo>
                    <a:pt x="226" y="319"/>
                  </a:moveTo>
                  <a:cubicBezTo>
                    <a:pt x="225" y="319"/>
                    <a:pt x="224" y="319"/>
                    <a:pt x="223" y="319"/>
                  </a:cubicBezTo>
                  <a:cubicBezTo>
                    <a:pt x="223" y="319"/>
                    <a:pt x="223" y="319"/>
                    <a:pt x="223" y="320"/>
                  </a:cubicBezTo>
                  <a:cubicBezTo>
                    <a:pt x="223" y="320"/>
                    <a:pt x="223" y="320"/>
                    <a:pt x="223" y="321"/>
                  </a:cubicBezTo>
                  <a:cubicBezTo>
                    <a:pt x="223" y="321"/>
                    <a:pt x="223" y="321"/>
                    <a:pt x="223" y="321"/>
                  </a:cubicBezTo>
                  <a:cubicBezTo>
                    <a:pt x="223" y="321"/>
                    <a:pt x="223" y="321"/>
                    <a:pt x="223" y="321"/>
                  </a:cubicBezTo>
                  <a:cubicBezTo>
                    <a:pt x="223" y="321"/>
                    <a:pt x="223" y="321"/>
                    <a:pt x="223" y="321"/>
                  </a:cubicBezTo>
                  <a:cubicBezTo>
                    <a:pt x="224" y="321"/>
                    <a:pt x="224" y="320"/>
                    <a:pt x="225" y="321"/>
                  </a:cubicBezTo>
                  <a:cubicBezTo>
                    <a:pt x="225" y="321"/>
                    <a:pt x="225" y="321"/>
                    <a:pt x="225" y="321"/>
                  </a:cubicBezTo>
                  <a:cubicBezTo>
                    <a:pt x="225" y="322"/>
                    <a:pt x="225" y="322"/>
                    <a:pt x="225" y="322"/>
                  </a:cubicBezTo>
                  <a:cubicBezTo>
                    <a:pt x="224" y="322"/>
                    <a:pt x="224" y="322"/>
                    <a:pt x="224" y="322"/>
                  </a:cubicBezTo>
                  <a:cubicBezTo>
                    <a:pt x="224" y="322"/>
                    <a:pt x="223" y="322"/>
                    <a:pt x="223" y="323"/>
                  </a:cubicBezTo>
                  <a:cubicBezTo>
                    <a:pt x="223" y="323"/>
                    <a:pt x="223" y="323"/>
                    <a:pt x="222" y="323"/>
                  </a:cubicBezTo>
                  <a:cubicBezTo>
                    <a:pt x="222" y="323"/>
                    <a:pt x="222" y="323"/>
                    <a:pt x="222" y="323"/>
                  </a:cubicBezTo>
                  <a:cubicBezTo>
                    <a:pt x="223" y="323"/>
                    <a:pt x="223" y="323"/>
                    <a:pt x="223" y="323"/>
                  </a:cubicBezTo>
                  <a:cubicBezTo>
                    <a:pt x="223" y="323"/>
                    <a:pt x="223" y="323"/>
                    <a:pt x="223" y="323"/>
                  </a:cubicBezTo>
                  <a:cubicBezTo>
                    <a:pt x="224" y="323"/>
                    <a:pt x="224" y="323"/>
                    <a:pt x="225" y="323"/>
                  </a:cubicBezTo>
                  <a:cubicBezTo>
                    <a:pt x="225" y="323"/>
                    <a:pt x="225" y="323"/>
                    <a:pt x="225" y="323"/>
                  </a:cubicBezTo>
                  <a:cubicBezTo>
                    <a:pt x="225" y="324"/>
                    <a:pt x="225" y="324"/>
                    <a:pt x="225" y="324"/>
                  </a:cubicBezTo>
                  <a:cubicBezTo>
                    <a:pt x="225" y="325"/>
                    <a:pt x="225" y="325"/>
                    <a:pt x="225" y="325"/>
                  </a:cubicBezTo>
                  <a:cubicBezTo>
                    <a:pt x="224" y="325"/>
                    <a:pt x="223" y="325"/>
                    <a:pt x="223" y="325"/>
                  </a:cubicBezTo>
                  <a:cubicBezTo>
                    <a:pt x="222" y="326"/>
                    <a:pt x="222" y="326"/>
                    <a:pt x="222" y="326"/>
                  </a:cubicBezTo>
                  <a:cubicBezTo>
                    <a:pt x="222" y="326"/>
                    <a:pt x="222" y="326"/>
                    <a:pt x="222" y="326"/>
                  </a:cubicBezTo>
                  <a:cubicBezTo>
                    <a:pt x="223" y="327"/>
                    <a:pt x="224" y="326"/>
                    <a:pt x="224" y="326"/>
                  </a:cubicBezTo>
                  <a:cubicBezTo>
                    <a:pt x="225" y="326"/>
                    <a:pt x="225" y="326"/>
                    <a:pt x="225" y="326"/>
                  </a:cubicBezTo>
                  <a:cubicBezTo>
                    <a:pt x="226" y="326"/>
                    <a:pt x="226" y="326"/>
                    <a:pt x="226" y="325"/>
                  </a:cubicBezTo>
                  <a:cubicBezTo>
                    <a:pt x="227" y="325"/>
                    <a:pt x="227" y="324"/>
                    <a:pt x="227" y="324"/>
                  </a:cubicBezTo>
                  <a:cubicBezTo>
                    <a:pt x="227" y="323"/>
                    <a:pt x="227" y="321"/>
                    <a:pt x="227" y="320"/>
                  </a:cubicBezTo>
                  <a:cubicBezTo>
                    <a:pt x="227" y="320"/>
                    <a:pt x="226" y="319"/>
                    <a:pt x="226" y="319"/>
                  </a:cubicBezTo>
                  <a:cubicBezTo>
                    <a:pt x="226" y="319"/>
                    <a:pt x="226" y="319"/>
                    <a:pt x="226" y="319"/>
                  </a:cubicBezTo>
                  <a:close/>
                  <a:moveTo>
                    <a:pt x="0" y="1"/>
                  </a:moveTo>
                  <a:cubicBezTo>
                    <a:pt x="111" y="1"/>
                    <a:pt x="201" y="0"/>
                    <a:pt x="248" y="47"/>
                  </a:cubicBezTo>
                  <a:cubicBezTo>
                    <a:pt x="295" y="0"/>
                    <a:pt x="385" y="1"/>
                    <a:pt x="496" y="1"/>
                  </a:cubicBezTo>
                  <a:cubicBezTo>
                    <a:pt x="496" y="15"/>
                    <a:pt x="496" y="15"/>
                    <a:pt x="496" y="15"/>
                  </a:cubicBezTo>
                  <a:cubicBezTo>
                    <a:pt x="496" y="45"/>
                    <a:pt x="496" y="45"/>
                    <a:pt x="496" y="45"/>
                  </a:cubicBezTo>
                  <a:cubicBezTo>
                    <a:pt x="496" y="64"/>
                    <a:pt x="496" y="64"/>
                    <a:pt x="496" y="64"/>
                  </a:cubicBezTo>
                  <a:cubicBezTo>
                    <a:pt x="496" y="89"/>
                    <a:pt x="496" y="89"/>
                    <a:pt x="496" y="89"/>
                  </a:cubicBezTo>
                  <a:cubicBezTo>
                    <a:pt x="496" y="113"/>
                    <a:pt x="496" y="113"/>
                    <a:pt x="496" y="113"/>
                  </a:cubicBezTo>
                  <a:cubicBezTo>
                    <a:pt x="496" y="133"/>
                    <a:pt x="496" y="133"/>
                    <a:pt x="496" y="133"/>
                  </a:cubicBezTo>
                  <a:cubicBezTo>
                    <a:pt x="496" y="162"/>
                    <a:pt x="496" y="162"/>
                    <a:pt x="496" y="162"/>
                  </a:cubicBezTo>
                  <a:cubicBezTo>
                    <a:pt x="496" y="391"/>
                    <a:pt x="496" y="391"/>
                    <a:pt x="496" y="391"/>
                  </a:cubicBezTo>
                  <a:cubicBezTo>
                    <a:pt x="496" y="407"/>
                    <a:pt x="495" y="424"/>
                    <a:pt x="490" y="446"/>
                  </a:cubicBezTo>
                  <a:cubicBezTo>
                    <a:pt x="487" y="461"/>
                    <a:pt x="481" y="478"/>
                    <a:pt x="472" y="496"/>
                  </a:cubicBezTo>
                  <a:cubicBezTo>
                    <a:pt x="472" y="496"/>
                    <a:pt x="471" y="497"/>
                    <a:pt x="471" y="497"/>
                  </a:cubicBezTo>
                  <a:cubicBezTo>
                    <a:pt x="470" y="500"/>
                    <a:pt x="468" y="504"/>
                    <a:pt x="466" y="507"/>
                  </a:cubicBezTo>
                  <a:cubicBezTo>
                    <a:pt x="466" y="507"/>
                    <a:pt x="466" y="508"/>
                    <a:pt x="466" y="508"/>
                  </a:cubicBezTo>
                  <a:cubicBezTo>
                    <a:pt x="464" y="512"/>
                    <a:pt x="462" y="515"/>
                    <a:pt x="460" y="519"/>
                  </a:cubicBezTo>
                  <a:cubicBezTo>
                    <a:pt x="459" y="519"/>
                    <a:pt x="459" y="520"/>
                    <a:pt x="459" y="520"/>
                  </a:cubicBezTo>
                  <a:cubicBezTo>
                    <a:pt x="457" y="523"/>
                    <a:pt x="455" y="526"/>
                    <a:pt x="453" y="529"/>
                  </a:cubicBezTo>
                  <a:cubicBezTo>
                    <a:pt x="453" y="530"/>
                    <a:pt x="452" y="531"/>
                    <a:pt x="452" y="531"/>
                  </a:cubicBezTo>
                  <a:cubicBezTo>
                    <a:pt x="450" y="534"/>
                    <a:pt x="448" y="537"/>
                    <a:pt x="446" y="540"/>
                  </a:cubicBezTo>
                  <a:cubicBezTo>
                    <a:pt x="445" y="541"/>
                    <a:pt x="445" y="541"/>
                    <a:pt x="445" y="541"/>
                  </a:cubicBezTo>
                  <a:cubicBezTo>
                    <a:pt x="443" y="545"/>
                    <a:pt x="441" y="548"/>
                    <a:pt x="438" y="551"/>
                  </a:cubicBezTo>
                  <a:cubicBezTo>
                    <a:pt x="438" y="552"/>
                    <a:pt x="437" y="552"/>
                    <a:pt x="436" y="553"/>
                  </a:cubicBezTo>
                  <a:cubicBezTo>
                    <a:pt x="435" y="555"/>
                    <a:pt x="433" y="558"/>
                    <a:pt x="431" y="560"/>
                  </a:cubicBezTo>
                  <a:cubicBezTo>
                    <a:pt x="430" y="561"/>
                    <a:pt x="429" y="562"/>
                    <a:pt x="429" y="563"/>
                  </a:cubicBezTo>
                  <a:cubicBezTo>
                    <a:pt x="426" y="566"/>
                    <a:pt x="424" y="568"/>
                    <a:pt x="421" y="571"/>
                  </a:cubicBezTo>
                  <a:cubicBezTo>
                    <a:pt x="370" y="626"/>
                    <a:pt x="297" y="652"/>
                    <a:pt x="248" y="667"/>
                  </a:cubicBezTo>
                  <a:cubicBezTo>
                    <a:pt x="199" y="652"/>
                    <a:pt x="126" y="626"/>
                    <a:pt x="74" y="571"/>
                  </a:cubicBezTo>
                  <a:cubicBezTo>
                    <a:pt x="72" y="568"/>
                    <a:pt x="69" y="566"/>
                    <a:pt x="67" y="563"/>
                  </a:cubicBezTo>
                  <a:cubicBezTo>
                    <a:pt x="66" y="562"/>
                    <a:pt x="65" y="561"/>
                    <a:pt x="64" y="560"/>
                  </a:cubicBezTo>
                  <a:cubicBezTo>
                    <a:pt x="63" y="558"/>
                    <a:pt x="61" y="556"/>
                    <a:pt x="59" y="553"/>
                  </a:cubicBezTo>
                  <a:cubicBezTo>
                    <a:pt x="58" y="552"/>
                    <a:pt x="58" y="552"/>
                    <a:pt x="57" y="551"/>
                  </a:cubicBezTo>
                  <a:cubicBezTo>
                    <a:pt x="55" y="548"/>
                    <a:pt x="52" y="545"/>
                    <a:pt x="50" y="541"/>
                  </a:cubicBezTo>
                  <a:cubicBezTo>
                    <a:pt x="50" y="541"/>
                    <a:pt x="50" y="541"/>
                    <a:pt x="49" y="540"/>
                  </a:cubicBezTo>
                  <a:cubicBezTo>
                    <a:pt x="47" y="537"/>
                    <a:pt x="45" y="534"/>
                    <a:pt x="43" y="531"/>
                  </a:cubicBezTo>
                  <a:cubicBezTo>
                    <a:pt x="43" y="531"/>
                    <a:pt x="42" y="530"/>
                    <a:pt x="42" y="529"/>
                  </a:cubicBezTo>
                  <a:cubicBezTo>
                    <a:pt x="40" y="526"/>
                    <a:pt x="38" y="523"/>
                    <a:pt x="37" y="520"/>
                  </a:cubicBezTo>
                  <a:cubicBezTo>
                    <a:pt x="36" y="520"/>
                    <a:pt x="36" y="519"/>
                    <a:pt x="36" y="519"/>
                  </a:cubicBezTo>
                  <a:cubicBezTo>
                    <a:pt x="34" y="515"/>
                    <a:pt x="32" y="512"/>
                    <a:pt x="30" y="508"/>
                  </a:cubicBezTo>
                  <a:cubicBezTo>
                    <a:pt x="29" y="508"/>
                    <a:pt x="29" y="507"/>
                    <a:pt x="29" y="507"/>
                  </a:cubicBezTo>
                  <a:cubicBezTo>
                    <a:pt x="27" y="504"/>
                    <a:pt x="26" y="500"/>
                    <a:pt x="24" y="498"/>
                  </a:cubicBezTo>
                  <a:cubicBezTo>
                    <a:pt x="24" y="497"/>
                    <a:pt x="24" y="496"/>
                    <a:pt x="23" y="495"/>
                  </a:cubicBezTo>
                  <a:cubicBezTo>
                    <a:pt x="22" y="492"/>
                    <a:pt x="20" y="489"/>
                    <a:pt x="19" y="485"/>
                  </a:cubicBezTo>
                  <a:cubicBezTo>
                    <a:pt x="19" y="485"/>
                    <a:pt x="18" y="485"/>
                    <a:pt x="18" y="485"/>
                  </a:cubicBezTo>
                  <a:cubicBezTo>
                    <a:pt x="12" y="471"/>
                    <a:pt x="8" y="458"/>
                    <a:pt x="5" y="446"/>
                  </a:cubicBezTo>
                  <a:cubicBezTo>
                    <a:pt x="1" y="424"/>
                    <a:pt x="0" y="407"/>
                    <a:pt x="0" y="391"/>
                  </a:cubicBezTo>
                  <a:cubicBezTo>
                    <a:pt x="0" y="384"/>
                    <a:pt x="0" y="266"/>
                    <a:pt x="0" y="162"/>
                  </a:cubicBezTo>
                  <a:cubicBezTo>
                    <a:pt x="0" y="152"/>
                    <a:pt x="0" y="143"/>
                    <a:pt x="0" y="133"/>
                  </a:cubicBezTo>
                  <a:cubicBezTo>
                    <a:pt x="0" y="126"/>
                    <a:pt x="0" y="120"/>
                    <a:pt x="0" y="113"/>
                  </a:cubicBezTo>
                  <a:cubicBezTo>
                    <a:pt x="0" y="105"/>
                    <a:pt x="0" y="97"/>
                    <a:pt x="0" y="89"/>
                  </a:cubicBezTo>
                  <a:cubicBezTo>
                    <a:pt x="0" y="80"/>
                    <a:pt x="0" y="72"/>
                    <a:pt x="0" y="64"/>
                  </a:cubicBezTo>
                  <a:cubicBezTo>
                    <a:pt x="0" y="57"/>
                    <a:pt x="0" y="51"/>
                    <a:pt x="0" y="45"/>
                  </a:cubicBezTo>
                  <a:cubicBezTo>
                    <a:pt x="0" y="33"/>
                    <a:pt x="0" y="22"/>
                    <a:pt x="0" y="15"/>
                  </a:cubicBezTo>
                  <a:cubicBezTo>
                    <a:pt x="0" y="6"/>
                    <a:pt x="0" y="1"/>
                    <a:pt x="0" y="1"/>
                  </a:cubicBezTo>
                  <a:close/>
                  <a:moveTo>
                    <a:pt x="167" y="524"/>
                  </a:moveTo>
                  <a:cubicBezTo>
                    <a:pt x="158" y="524"/>
                    <a:pt x="158" y="524"/>
                    <a:pt x="158" y="524"/>
                  </a:cubicBezTo>
                  <a:cubicBezTo>
                    <a:pt x="144" y="531"/>
                    <a:pt x="144" y="531"/>
                    <a:pt x="144" y="531"/>
                  </a:cubicBezTo>
                  <a:cubicBezTo>
                    <a:pt x="146" y="538"/>
                    <a:pt x="146" y="538"/>
                    <a:pt x="146" y="538"/>
                  </a:cubicBezTo>
                  <a:cubicBezTo>
                    <a:pt x="156" y="533"/>
                    <a:pt x="156" y="533"/>
                    <a:pt x="156" y="533"/>
                  </a:cubicBezTo>
                  <a:cubicBezTo>
                    <a:pt x="156" y="533"/>
                    <a:pt x="156" y="533"/>
                    <a:pt x="156" y="533"/>
                  </a:cubicBezTo>
                  <a:cubicBezTo>
                    <a:pt x="156" y="575"/>
                    <a:pt x="156" y="575"/>
                    <a:pt x="156" y="575"/>
                  </a:cubicBezTo>
                  <a:cubicBezTo>
                    <a:pt x="167" y="575"/>
                    <a:pt x="167" y="575"/>
                    <a:pt x="167" y="575"/>
                  </a:cubicBezTo>
                  <a:lnTo>
                    <a:pt x="167" y="524"/>
                  </a:lnTo>
                  <a:close/>
                  <a:moveTo>
                    <a:pt x="235" y="545"/>
                  </a:moveTo>
                  <a:cubicBezTo>
                    <a:pt x="235" y="533"/>
                    <a:pt x="229" y="524"/>
                    <a:pt x="217" y="524"/>
                  </a:cubicBezTo>
                  <a:cubicBezTo>
                    <a:pt x="205" y="524"/>
                    <a:pt x="198" y="532"/>
                    <a:pt x="198" y="541"/>
                  </a:cubicBezTo>
                  <a:cubicBezTo>
                    <a:pt x="198" y="551"/>
                    <a:pt x="205" y="557"/>
                    <a:pt x="213" y="557"/>
                  </a:cubicBezTo>
                  <a:cubicBezTo>
                    <a:pt x="218" y="557"/>
                    <a:pt x="221" y="555"/>
                    <a:pt x="224" y="553"/>
                  </a:cubicBezTo>
                  <a:cubicBezTo>
                    <a:pt x="224" y="553"/>
                    <a:pt x="224" y="553"/>
                    <a:pt x="224" y="553"/>
                  </a:cubicBezTo>
                  <a:cubicBezTo>
                    <a:pt x="222" y="560"/>
                    <a:pt x="217" y="567"/>
                    <a:pt x="208" y="567"/>
                  </a:cubicBezTo>
                  <a:cubicBezTo>
                    <a:pt x="205" y="568"/>
                    <a:pt x="204" y="568"/>
                    <a:pt x="203" y="568"/>
                  </a:cubicBezTo>
                  <a:cubicBezTo>
                    <a:pt x="203" y="575"/>
                    <a:pt x="203" y="575"/>
                    <a:pt x="203" y="575"/>
                  </a:cubicBezTo>
                  <a:cubicBezTo>
                    <a:pt x="225" y="576"/>
                    <a:pt x="235" y="562"/>
                    <a:pt x="235" y="545"/>
                  </a:cubicBezTo>
                  <a:close/>
                  <a:moveTo>
                    <a:pt x="294" y="558"/>
                  </a:moveTo>
                  <a:cubicBezTo>
                    <a:pt x="294" y="547"/>
                    <a:pt x="285" y="542"/>
                    <a:pt x="275" y="542"/>
                  </a:cubicBezTo>
                  <a:cubicBezTo>
                    <a:pt x="274" y="542"/>
                    <a:pt x="273" y="542"/>
                    <a:pt x="272" y="542"/>
                  </a:cubicBezTo>
                  <a:cubicBezTo>
                    <a:pt x="274" y="532"/>
                    <a:pt x="274" y="532"/>
                    <a:pt x="274" y="532"/>
                  </a:cubicBezTo>
                  <a:cubicBezTo>
                    <a:pt x="292" y="532"/>
                    <a:pt x="292" y="532"/>
                    <a:pt x="292" y="532"/>
                  </a:cubicBezTo>
                  <a:cubicBezTo>
                    <a:pt x="292" y="524"/>
                    <a:pt x="292" y="524"/>
                    <a:pt x="292" y="524"/>
                  </a:cubicBezTo>
                  <a:cubicBezTo>
                    <a:pt x="266" y="524"/>
                    <a:pt x="266" y="524"/>
                    <a:pt x="266" y="524"/>
                  </a:cubicBezTo>
                  <a:cubicBezTo>
                    <a:pt x="262" y="549"/>
                    <a:pt x="262" y="549"/>
                    <a:pt x="262" y="549"/>
                  </a:cubicBezTo>
                  <a:cubicBezTo>
                    <a:pt x="264" y="549"/>
                    <a:pt x="266" y="549"/>
                    <a:pt x="269" y="549"/>
                  </a:cubicBezTo>
                  <a:cubicBezTo>
                    <a:pt x="278" y="549"/>
                    <a:pt x="283" y="553"/>
                    <a:pt x="283" y="559"/>
                  </a:cubicBezTo>
                  <a:cubicBezTo>
                    <a:pt x="283" y="564"/>
                    <a:pt x="278" y="568"/>
                    <a:pt x="272" y="568"/>
                  </a:cubicBezTo>
                  <a:cubicBezTo>
                    <a:pt x="268" y="568"/>
                    <a:pt x="264" y="566"/>
                    <a:pt x="262" y="565"/>
                  </a:cubicBezTo>
                  <a:cubicBezTo>
                    <a:pt x="260" y="573"/>
                    <a:pt x="260" y="573"/>
                    <a:pt x="260" y="573"/>
                  </a:cubicBezTo>
                  <a:cubicBezTo>
                    <a:pt x="262" y="574"/>
                    <a:pt x="267" y="576"/>
                    <a:pt x="273" y="576"/>
                  </a:cubicBezTo>
                  <a:cubicBezTo>
                    <a:pt x="286" y="576"/>
                    <a:pt x="294" y="568"/>
                    <a:pt x="294" y="558"/>
                  </a:cubicBezTo>
                  <a:close/>
                  <a:moveTo>
                    <a:pt x="351" y="560"/>
                  </a:moveTo>
                  <a:cubicBezTo>
                    <a:pt x="351" y="553"/>
                    <a:pt x="346" y="549"/>
                    <a:pt x="340" y="548"/>
                  </a:cubicBezTo>
                  <a:cubicBezTo>
                    <a:pt x="340" y="547"/>
                    <a:pt x="340" y="547"/>
                    <a:pt x="340" y="547"/>
                  </a:cubicBezTo>
                  <a:cubicBezTo>
                    <a:pt x="346" y="545"/>
                    <a:pt x="349" y="541"/>
                    <a:pt x="349" y="536"/>
                  </a:cubicBezTo>
                  <a:cubicBezTo>
                    <a:pt x="349" y="529"/>
                    <a:pt x="344" y="524"/>
                    <a:pt x="333" y="524"/>
                  </a:cubicBezTo>
                  <a:cubicBezTo>
                    <a:pt x="327" y="524"/>
                    <a:pt x="322" y="525"/>
                    <a:pt x="319" y="527"/>
                  </a:cubicBezTo>
                  <a:cubicBezTo>
                    <a:pt x="321" y="534"/>
                    <a:pt x="321" y="534"/>
                    <a:pt x="321" y="534"/>
                  </a:cubicBezTo>
                  <a:cubicBezTo>
                    <a:pt x="323" y="533"/>
                    <a:pt x="327" y="531"/>
                    <a:pt x="331" y="531"/>
                  </a:cubicBezTo>
                  <a:cubicBezTo>
                    <a:pt x="336" y="531"/>
                    <a:pt x="338" y="534"/>
                    <a:pt x="338" y="537"/>
                  </a:cubicBezTo>
                  <a:cubicBezTo>
                    <a:pt x="338" y="542"/>
                    <a:pt x="333" y="545"/>
                    <a:pt x="328" y="545"/>
                  </a:cubicBezTo>
                  <a:cubicBezTo>
                    <a:pt x="325" y="545"/>
                    <a:pt x="325" y="545"/>
                    <a:pt x="325" y="545"/>
                  </a:cubicBezTo>
                  <a:cubicBezTo>
                    <a:pt x="325" y="551"/>
                    <a:pt x="325" y="551"/>
                    <a:pt x="325" y="551"/>
                  </a:cubicBezTo>
                  <a:cubicBezTo>
                    <a:pt x="329" y="551"/>
                    <a:pt x="329" y="551"/>
                    <a:pt x="329" y="551"/>
                  </a:cubicBezTo>
                  <a:cubicBezTo>
                    <a:pt x="335" y="551"/>
                    <a:pt x="340" y="554"/>
                    <a:pt x="340" y="560"/>
                  </a:cubicBezTo>
                  <a:cubicBezTo>
                    <a:pt x="340" y="564"/>
                    <a:pt x="337" y="568"/>
                    <a:pt x="330" y="568"/>
                  </a:cubicBezTo>
                  <a:cubicBezTo>
                    <a:pt x="326" y="568"/>
                    <a:pt x="321" y="566"/>
                    <a:pt x="319" y="565"/>
                  </a:cubicBezTo>
                  <a:cubicBezTo>
                    <a:pt x="317" y="572"/>
                    <a:pt x="317" y="572"/>
                    <a:pt x="317" y="572"/>
                  </a:cubicBezTo>
                  <a:cubicBezTo>
                    <a:pt x="320" y="574"/>
                    <a:pt x="325" y="576"/>
                    <a:pt x="331" y="576"/>
                  </a:cubicBezTo>
                  <a:cubicBezTo>
                    <a:pt x="344" y="576"/>
                    <a:pt x="351" y="569"/>
                    <a:pt x="351" y="560"/>
                  </a:cubicBezTo>
                  <a:close/>
                  <a:moveTo>
                    <a:pt x="18" y="45"/>
                  </a:moveTo>
                  <a:cubicBezTo>
                    <a:pt x="121" y="45"/>
                    <a:pt x="203" y="47"/>
                    <a:pt x="248" y="92"/>
                  </a:cubicBezTo>
                  <a:cubicBezTo>
                    <a:pt x="292" y="47"/>
                    <a:pt x="375" y="45"/>
                    <a:pt x="477" y="45"/>
                  </a:cubicBezTo>
                  <a:cubicBezTo>
                    <a:pt x="477" y="34"/>
                    <a:pt x="477" y="24"/>
                    <a:pt x="477" y="15"/>
                  </a:cubicBezTo>
                  <a:cubicBezTo>
                    <a:pt x="375" y="15"/>
                    <a:pt x="292" y="17"/>
                    <a:pt x="248" y="62"/>
                  </a:cubicBezTo>
                  <a:cubicBezTo>
                    <a:pt x="203" y="17"/>
                    <a:pt x="121" y="15"/>
                    <a:pt x="18" y="15"/>
                  </a:cubicBezTo>
                  <a:cubicBezTo>
                    <a:pt x="18" y="24"/>
                    <a:pt x="18" y="34"/>
                    <a:pt x="18" y="45"/>
                  </a:cubicBezTo>
                  <a:close/>
                  <a:moveTo>
                    <a:pt x="18" y="89"/>
                  </a:moveTo>
                  <a:cubicBezTo>
                    <a:pt x="121" y="89"/>
                    <a:pt x="203" y="91"/>
                    <a:pt x="248" y="136"/>
                  </a:cubicBezTo>
                  <a:cubicBezTo>
                    <a:pt x="292" y="91"/>
                    <a:pt x="375" y="89"/>
                    <a:pt x="477" y="89"/>
                  </a:cubicBezTo>
                  <a:cubicBezTo>
                    <a:pt x="477" y="80"/>
                    <a:pt x="477" y="72"/>
                    <a:pt x="477" y="64"/>
                  </a:cubicBezTo>
                  <a:cubicBezTo>
                    <a:pt x="375" y="64"/>
                    <a:pt x="292" y="66"/>
                    <a:pt x="248" y="111"/>
                  </a:cubicBezTo>
                  <a:cubicBezTo>
                    <a:pt x="203" y="66"/>
                    <a:pt x="121" y="64"/>
                    <a:pt x="18" y="64"/>
                  </a:cubicBezTo>
                  <a:cubicBezTo>
                    <a:pt x="18" y="72"/>
                    <a:pt x="18" y="80"/>
                    <a:pt x="18" y="89"/>
                  </a:cubicBezTo>
                  <a:close/>
                  <a:moveTo>
                    <a:pt x="18" y="133"/>
                  </a:moveTo>
                  <a:cubicBezTo>
                    <a:pt x="121" y="133"/>
                    <a:pt x="203" y="135"/>
                    <a:pt x="248" y="180"/>
                  </a:cubicBezTo>
                  <a:cubicBezTo>
                    <a:pt x="292" y="135"/>
                    <a:pt x="375" y="133"/>
                    <a:pt x="477" y="133"/>
                  </a:cubicBezTo>
                  <a:cubicBezTo>
                    <a:pt x="477" y="126"/>
                    <a:pt x="477" y="120"/>
                    <a:pt x="477" y="113"/>
                  </a:cubicBezTo>
                  <a:cubicBezTo>
                    <a:pt x="375" y="113"/>
                    <a:pt x="292" y="115"/>
                    <a:pt x="248" y="160"/>
                  </a:cubicBezTo>
                  <a:cubicBezTo>
                    <a:pt x="203" y="115"/>
                    <a:pt x="121" y="113"/>
                    <a:pt x="18" y="113"/>
                  </a:cubicBezTo>
                  <a:cubicBezTo>
                    <a:pt x="18" y="120"/>
                    <a:pt x="18" y="126"/>
                    <a:pt x="18" y="133"/>
                  </a:cubicBezTo>
                  <a:close/>
                  <a:moveTo>
                    <a:pt x="19" y="395"/>
                  </a:moveTo>
                  <a:cubicBezTo>
                    <a:pt x="20" y="408"/>
                    <a:pt x="20" y="427"/>
                    <a:pt x="28" y="455"/>
                  </a:cubicBezTo>
                  <a:cubicBezTo>
                    <a:pt x="31" y="465"/>
                    <a:pt x="35" y="475"/>
                    <a:pt x="40" y="485"/>
                  </a:cubicBezTo>
                  <a:cubicBezTo>
                    <a:pt x="455" y="485"/>
                    <a:pt x="455" y="485"/>
                    <a:pt x="455" y="485"/>
                  </a:cubicBezTo>
                  <a:cubicBezTo>
                    <a:pt x="460" y="475"/>
                    <a:pt x="464" y="465"/>
                    <a:pt x="467" y="455"/>
                  </a:cubicBezTo>
                  <a:cubicBezTo>
                    <a:pt x="475" y="427"/>
                    <a:pt x="475" y="408"/>
                    <a:pt x="477" y="395"/>
                  </a:cubicBezTo>
                  <a:cubicBezTo>
                    <a:pt x="477" y="391"/>
                    <a:pt x="477" y="273"/>
                    <a:pt x="477" y="162"/>
                  </a:cubicBezTo>
                  <a:cubicBezTo>
                    <a:pt x="375" y="162"/>
                    <a:pt x="292" y="163"/>
                    <a:pt x="248" y="209"/>
                  </a:cubicBezTo>
                  <a:cubicBezTo>
                    <a:pt x="203" y="163"/>
                    <a:pt x="121" y="162"/>
                    <a:pt x="18" y="162"/>
                  </a:cubicBezTo>
                  <a:cubicBezTo>
                    <a:pt x="18" y="273"/>
                    <a:pt x="18" y="391"/>
                    <a:pt x="19" y="39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58"/>
            <p:cNvSpPr>
              <a:spLocks noEditPoints="1"/>
            </p:cNvSpPr>
            <p:nvPr/>
          </p:nvSpPr>
          <p:spPr bwMode="auto">
            <a:xfrm>
              <a:off x="-1106488" y="-771525"/>
              <a:ext cx="171450" cy="127000"/>
            </a:xfrm>
            <a:custGeom>
              <a:avLst/>
              <a:gdLst>
                <a:gd name="T0" fmla="*/ 3 w 224"/>
                <a:gd name="T1" fmla="*/ 112 h 165"/>
                <a:gd name="T2" fmla="*/ 17 w 224"/>
                <a:gd name="T3" fmla="*/ 96 h 165"/>
                <a:gd name="T4" fmla="*/ 22 w 224"/>
                <a:gd name="T5" fmla="*/ 124 h 165"/>
                <a:gd name="T6" fmla="*/ 56 w 224"/>
                <a:gd name="T7" fmla="*/ 103 h 165"/>
                <a:gd name="T8" fmla="*/ 21 w 224"/>
                <a:gd name="T9" fmla="*/ 59 h 165"/>
                <a:gd name="T10" fmla="*/ 39 w 224"/>
                <a:gd name="T11" fmla="*/ 64 h 165"/>
                <a:gd name="T12" fmla="*/ 79 w 224"/>
                <a:gd name="T13" fmla="*/ 91 h 165"/>
                <a:gd name="T14" fmla="*/ 104 w 224"/>
                <a:gd name="T15" fmla="*/ 87 h 165"/>
                <a:gd name="T16" fmla="*/ 108 w 224"/>
                <a:gd name="T17" fmla="*/ 69 h 165"/>
                <a:gd name="T18" fmla="*/ 127 w 224"/>
                <a:gd name="T19" fmla="*/ 97 h 165"/>
                <a:gd name="T20" fmla="*/ 109 w 224"/>
                <a:gd name="T21" fmla="*/ 102 h 165"/>
                <a:gd name="T22" fmla="*/ 90 w 224"/>
                <a:gd name="T23" fmla="*/ 102 h 165"/>
                <a:gd name="T24" fmla="*/ 115 w 224"/>
                <a:gd name="T25" fmla="*/ 130 h 165"/>
                <a:gd name="T26" fmla="*/ 110 w 224"/>
                <a:gd name="T27" fmla="*/ 164 h 165"/>
                <a:gd name="T28" fmla="*/ 86 w 224"/>
                <a:gd name="T29" fmla="*/ 136 h 165"/>
                <a:gd name="T30" fmla="*/ 47 w 224"/>
                <a:gd name="T31" fmla="*/ 139 h 165"/>
                <a:gd name="T32" fmla="*/ 126 w 224"/>
                <a:gd name="T33" fmla="*/ 40 h 165"/>
                <a:gd name="T34" fmla="*/ 151 w 224"/>
                <a:gd name="T35" fmla="*/ 26 h 165"/>
                <a:gd name="T36" fmla="*/ 150 w 224"/>
                <a:gd name="T37" fmla="*/ 44 h 165"/>
                <a:gd name="T38" fmla="*/ 133 w 224"/>
                <a:gd name="T39" fmla="*/ 45 h 165"/>
                <a:gd name="T40" fmla="*/ 190 w 224"/>
                <a:gd name="T41" fmla="*/ 74 h 165"/>
                <a:gd name="T42" fmla="*/ 204 w 224"/>
                <a:gd name="T43" fmla="*/ 83 h 165"/>
                <a:gd name="T44" fmla="*/ 220 w 224"/>
                <a:gd name="T45" fmla="*/ 79 h 165"/>
                <a:gd name="T46" fmla="*/ 220 w 224"/>
                <a:gd name="T47" fmla="*/ 60 h 165"/>
                <a:gd name="T48" fmla="*/ 209 w 224"/>
                <a:gd name="T49" fmla="*/ 53 h 165"/>
                <a:gd name="T50" fmla="*/ 195 w 224"/>
                <a:gd name="T51" fmla="*/ 58 h 165"/>
                <a:gd name="T52" fmla="*/ 183 w 224"/>
                <a:gd name="T53" fmla="*/ 36 h 165"/>
                <a:gd name="T54" fmla="*/ 179 w 224"/>
                <a:gd name="T55" fmla="*/ 25 h 165"/>
                <a:gd name="T56" fmla="*/ 149 w 224"/>
                <a:gd name="T57" fmla="*/ 22 h 165"/>
                <a:gd name="T58" fmla="*/ 157 w 224"/>
                <a:gd name="T59" fmla="*/ 4 h 165"/>
                <a:gd name="T60" fmla="*/ 119 w 224"/>
                <a:gd name="T61" fmla="*/ 13 h 165"/>
                <a:gd name="T62" fmla="*/ 119 w 224"/>
                <a:gd name="T63" fmla="*/ 39 h 165"/>
                <a:gd name="T64" fmla="*/ 122 w 224"/>
                <a:gd name="T65" fmla="*/ 61 h 165"/>
                <a:gd name="T66" fmla="*/ 175 w 224"/>
                <a:gd name="T67" fmla="*/ 114 h 165"/>
                <a:gd name="T68" fmla="*/ 129 w 224"/>
                <a:gd name="T69" fmla="*/ 102 h 165"/>
                <a:gd name="T70" fmla="*/ 128 w 224"/>
                <a:gd name="T71" fmla="*/ 103 h 165"/>
                <a:gd name="T72" fmla="*/ 157 w 224"/>
                <a:gd name="T73" fmla="*/ 130 h 165"/>
                <a:gd name="T74" fmla="*/ 184 w 224"/>
                <a:gd name="T75" fmla="*/ 108 h 165"/>
                <a:gd name="T76" fmla="*/ 115 w 224"/>
                <a:gd name="T77" fmla="*/ 46 h 165"/>
                <a:gd name="T78" fmla="*/ 98 w 224"/>
                <a:gd name="T79" fmla="*/ 44 h 165"/>
                <a:gd name="T80" fmla="*/ 60 w 224"/>
                <a:gd name="T81" fmla="*/ 40 h 165"/>
                <a:gd name="T82" fmla="*/ 82 w 224"/>
                <a:gd name="T83" fmla="*/ 25 h 165"/>
                <a:gd name="T84" fmla="*/ 66 w 224"/>
                <a:gd name="T85" fmla="*/ 15 h 165"/>
                <a:gd name="T86" fmla="*/ 45 w 224"/>
                <a:gd name="T87" fmla="*/ 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4" h="165">
                  <a:moveTo>
                    <a:pt x="7" y="136"/>
                  </a:moveTo>
                  <a:cubicBezTo>
                    <a:pt x="2" y="133"/>
                    <a:pt x="0" y="128"/>
                    <a:pt x="0" y="123"/>
                  </a:cubicBezTo>
                  <a:cubicBezTo>
                    <a:pt x="0" y="122"/>
                    <a:pt x="1" y="117"/>
                    <a:pt x="3" y="112"/>
                  </a:cubicBezTo>
                  <a:cubicBezTo>
                    <a:pt x="4" y="110"/>
                    <a:pt x="7" y="112"/>
                    <a:pt x="8" y="108"/>
                  </a:cubicBezTo>
                  <a:cubicBezTo>
                    <a:pt x="9" y="103"/>
                    <a:pt x="13" y="97"/>
                    <a:pt x="14" y="96"/>
                  </a:cubicBezTo>
                  <a:cubicBezTo>
                    <a:pt x="15" y="96"/>
                    <a:pt x="16" y="96"/>
                    <a:pt x="17" y="96"/>
                  </a:cubicBezTo>
                  <a:cubicBezTo>
                    <a:pt x="18" y="96"/>
                    <a:pt x="16" y="100"/>
                    <a:pt x="16" y="102"/>
                  </a:cubicBezTo>
                  <a:cubicBezTo>
                    <a:pt x="16" y="103"/>
                    <a:pt x="13" y="111"/>
                    <a:pt x="15" y="117"/>
                  </a:cubicBezTo>
                  <a:cubicBezTo>
                    <a:pt x="17" y="123"/>
                    <a:pt x="20" y="123"/>
                    <a:pt x="22" y="124"/>
                  </a:cubicBezTo>
                  <a:cubicBezTo>
                    <a:pt x="24" y="125"/>
                    <a:pt x="33" y="126"/>
                    <a:pt x="41" y="124"/>
                  </a:cubicBezTo>
                  <a:cubicBezTo>
                    <a:pt x="50" y="123"/>
                    <a:pt x="69" y="116"/>
                    <a:pt x="64" y="111"/>
                  </a:cubicBezTo>
                  <a:cubicBezTo>
                    <a:pt x="61" y="109"/>
                    <a:pt x="59" y="106"/>
                    <a:pt x="56" y="103"/>
                  </a:cubicBezTo>
                  <a:cubicBezTo>
                    <a:pt x="46" y="95"/>
                    <a:pt x="34" y="89"/>
                    <a:pt x="24" y="81"/>
                  </a:cubicBezTo>
                  <a:cubicBezTo>
                    <a:pt x="23" y="80"/>
                    <a:pt x="22" y="79"/>
                    <a:pt x="21" y="77"/>
                  </a:cubicBezTo>
                  <a:cubicBezTo>
                    <a:pt x="17" y="72"/>
                    <a:pt x="17" y="64"/>
                    <a:pt x="21" y="59"/>
                  </a:cubicBezTo>
                  <a:cubicBezTo>
                    <a:pt x="22" y="58"/>
                    <a:pt x="22" y="57"/>
                    <a:pt x="23" y="56"/>
                  </a:cubicBezTo>
                  <a:cubicBezTo>
                    <a:pt x="24" y="54"/>
                    <a:pt x="26" y="53"/>
                    <a:pt x="28" y="56"/>
                  </a:cubicBezTo>
                  <a:cubicBezTo>
                    <a:pt x="30" y="59"/>
                    <a:pt x="35" y="61"/>
                    <a:pt x="39" y="64"/>
                  </a:cubicBezTo>
                  <a:cubicBezTo>
                    <a:pt x="44" y="68"/>
                    <a:pt x="50" y="71"/>
                    <a:pt x="56" y="75"/>
                  </a:cubicBezTo>
                  <a:cubicBezTo>
                    <a:pt x="62" y="80"/>
                    <a:pt x="69" y="85"/>
                    <a:pt x="75" y="90"/>
                  </a:cubicBezTo>
                  <a:cubicBezTo>
                    <a:pt x="77" y="92"/>
                    <a:pt x="77" y="92"/>
                    <a:pt x="79" y="91"/>
                  </a:cubicBezTo>
                  <a:cubicBezTo>
                    <a:pt x="82" y="89"/>
                    <a:pt x="84" y="88"/>
                    <a:pt x="87" y="88"/>
                  </a:cubicBezTo>
                  <a:cubicBezTo>
                    <a:pt x="90" y="87"/>
                    <a:pt x="92" y="88"/>
                    <a:pt x="95" y="88"/>
                  </a:cubicBezTo>
                  <a:cubicBezTo>
                    <a:pt x="98" y="88"/>
                    <a:pt x="101" y="87"/>
                    <a:pt x="104" y="87"/>
                  </a:cubicBezTo>
                  <a:cubicBezTo>
                    <a:pt x="106" y="86"/>
                    <a:pt x="106" y="85"/>
                    <a:pt x="106" y="84"/>
                  </a:cubicBezTo>
                  <a:cubicBezTo>
                    <a:pt x="104" y="81"/>
                    <a:pt x="104" y="77"/>
                    <a:pt x="105" y="74"/>
                  </a:cubicBezTo>
                  <a:cubicBezTo>
                    <a:pt x="105" y="73"/>
                    <a:pt x="106" y="71"/>
                    <a:pt x="108" y="69"/>
                  </a:cubicBezTo>
                  <a:cubicBezTo>
                    <a:pt x="109" y="68"/>
                    <a:pt x="111" y="69"/>
                    <a:pt x="113" y="70"/>
                  </a:cubicBezTo>
                  <a:cubicBezTo>
                    <a:pt x="117" y="73"/>
                    <a:pt x="121" y="76"/>
                    <a:pt x="124" y="79"/>
                  </a:cubicBezTo>
                  <a:cubicBezTo>
                    <a:pt x="129" y="84"/>
                    <a:pt x="130" y="91"/>
                    <a:pt x="127" y="97"/>
                  </a:cubicBezTo>
                  <a:cubicBezTo>
                    <a:pt x="127" y="97"/>
                    <a:pt x="127" y="98"/>
                    <a:pt x="127" y="99"/>
                  </a:cubicBezTo>
                  <a:cubicBezTo>
                    <a:pt x="126" y="102"/>
                    <a:pt x="125" y="103"/>
                    <a:pt x="121" y="103"/>
                  </a:cubicBezTo>
                  <a:cubicBezTo>
                    <a:pt x="117" y="103"/>
                    <a:pt x="113" y="102"/>
                    <a:pt x="109" y="102"/>
                  </a:cubicBezTo>
                  <a:cubicBezTo>
                    <a:pt x="107" y="102"/>
                    <a:pt x="104" y="102"/>
                    <a:pt x="101" y="101"/>
                  </a:cubicBezTo>
                  <a:cubicBezTo>
                    <a:pt x="98" y="101"/>
                    <a:pt x="95" y="101"/>
                    <a:pt x="93" y="101"/>
                  </a:cubicBezTo>
                  <a:cubicBezTo>
                    <a:pt x="92" y="101"/>
                    <a:pt x="91" y="101"/>
                    <a:pt x="90" y="102"/>
                  </a:cubicBezTo>
                  <a:cubicBezTo>
                    <a:pt x="89" y="103"/>
                    <a:pt x="90" y="104"/>
                    <a:pt x="91" y="104"/>
                  </a:cubicBezTo>
                  <a:cubicBezTo>
                    <a:pt x="92" y="106"/>
                    <a:pt x="95" y="109"/>
                    <a:pt x="97" y="111"/>
                  </a:cubicBezTo>
                  <a:cubicBezTo>
                    <a:pt x="104" y="118"/>
                    <a:pt x="110" y="125"/>
                    <a:pt x="115" y="130"/>
                  </a:cubicBezTo>
                  <a:cubicBezTo>
                    <a:pt x="120" y="137"/>
                    <a:pt x="122" y="140"/>
                    <a:pt x="122" y="143"/>
                  </a:cubicBezTo>
                  <a:cubicBezTo>
                    <a:pt x="124" y="149"/>
                    <a:pt x="123" y="152"/>
                    <a:pt x="121" y="155"/>
                  </a:cubicBezTo>
                  <a:cubicBezTo>
                    <a:pt x="120" y="159"/>
                    <a:pt x="117" y="164"/>
                    <a:pt x="110" y="164"/>
                  </a:cubicBezTo>
                  <a:cubicBezTo>
                    <a:pt x="104" y="165"/>
                    <a:pt x="101" y="164"/>
                    <a:pt x="99" y="162"/>
                  </a:cubicBezTo>
                  <a:cubicBezTo>
                    <a:pt x="97" y="159"/>
                    <a:pt x="96" y="154"/>
                    <a:pt x="96" y="152"/>
                  </a:cubicBezTo>
                  <a:cubicBezTo>
                    <a:pt x="94" y="145"/>
                    <a:pt x="90" y="141"/>
                    <a:pt x="86" y="136"/>
                  </a:cubicBezTo>
                  <a:cubicBezTo>
                    <a:pt x="84" y="133"/>
                    <a:pt x="82" y="131"/>
                    <a:pt x="79" y="127"/>
                  </a:cubicBezTo>
                  <a:cubicBezTo>
                    <a:pt x="78" y="127"/>
                    <a:pt x="77" y="126"/>
                    <a:pt x="76" y="126"/>
                  </a:cubicBezTo>
                  <a:cubicBezTo>
                    <a:pt x="70" y="129"/>
                    <a:pt x="58" y="137"/>
                    <a:pt x="47" y="139"/>
                  </a:cubicBezTo>
                  <a:cubicBezTo>
                    <a:pt x="29" y="144"/>
                    <a:pt x="13" y="141"/>
                    <a:pt x="7" y="136"/>
                  </a:cubicBezTo>
                  <a:close/>
                  <a:moveTo>
                    <a:pt x="119" y="39"/>
                  </a:moveTo>
                  <a:cubicBezTo>
                    <a:pt x="121" y="41"/>
                    <a:pt x="123" y="41"/>
                    <a:pt x="126" y="40"/>
                  </a:cubicBezTo>
                  <a:cubicBezTo>
                    <a:pt x="128" y="39"/>
                    <a:pt x="130" y="38"/>
                    <a:pt x="133" y="37"/>
                  </a:cubicBezTo>
                  <a:cubicBezTo>
                    <a:pt x="135" y="35"/>
                    <a:pt x="137" y="34"/>
                    <a:pt x="139" y="32"/>
                  </a:cubicBezTo>
                  <a:cubicBezTo>
                    <a:pt x="142" y="28"/>
                    <a:pt x="146" y="26"/>
                    <a:pt x="151" y="26"/>
                  </a:cubicBezTo>
                  <a:cubicBezTo>
                    <a:pt x="151" y="26"/>
                    <a:pt x="152" y="26"/>
                    <a:pt x="153" y="27"/>
                  </a:cubicBezTo>
                  <a:cubicBezTo>
                    <a:pt x="153" y="27"/>
                    <a:pt x="153" y="28"/>
                    <a:pt x="152" y="29"/>
                  </a:cubicBezTo>
                  <a:cubicBezTo>
                    <a:pt x="150" y="34"/>
                    <a:pt x="149" y="39"/>
                    <a:pt x="150" y="44"/>
                  </a:cubicBezTo>
                  <a:cubicBezTo>
                    <a:pt x="151" y="49"/>
                    <a:pt x="146" y="47"/>
                    <a:pt x="146" y="47"/>
                  </a:cubicBezTo>
                  <a:cubicBezTo>
                    <a:pt x="146" y="47"/>
                    <a:pt x="140" y="46"/>
                    <a:pt x="139" y="46"/>
                  </a:cubicBezTo>
                  <a:cubicBezTo>
                    <a:pt x="138" y="45"/>
                    <a:pt x="134" y="45"/>
                    <a:pt x="133" y="45"/>
                  </a:cubicBezTo>
                  <a:cubicBezTo>
                    <a:pt x="133" y="46"/>
                    <a:pt x="128" y="48"/>
                    <a:pt x="128" y="49"/>
                  </a:cubicBezTo>
                  <a:cubicBezTo>
                    <a:pt x="128" y="50"/>
                    <a:pt x="133" y="53"/>
                    <a:pt x="133" y="53"/>
                  </a:cubicBezTo>
                  <a:cubicBezTo>
                    <a:pt x="133" y="53"/>
                    <a:pt x="182" y="72"/>
                    <a:pt x="190" y="74"/>
                  </a:cubicBezTo>
                  <a:cubicBezTo>
                    <a:pt x="191" y="75"/>
                    <a:pt x="195" y="78"/>
                    <a:pt x="196" y="78"/>
                  </a:cubicBezTo>
                  <a:cubicBezTo>
                    <a:pt x="197" y="79"/>
                    <a:pt x="198" y="79"/>
                    <a:pt x="198" y="80"/>
                  </a:cubicBezTo>
                  <a:cubicBezTo>
                    <a:pt x="200" y="81"/>
                    <a:pt x="202" y="82"/>
                    <a:pt x="204" y="83"/>
                  </a:cubicBezTo>
                  <a:cubicBezTo>
                    <a:pt x="205" y="84"/>
                    <a:pt x="209" y="84"/>
                    <a:pt x="209" y="84"/>
                  </a:cubicBezTo>
                  <a:cubicBezTo>
                    <a:pt x="213" y="84"/>
                    <a:pt x="215" y="82"/>
                    <a:pt x="216" y="81"/>
                  </a:cubicBezTo>
                  <a:cubicBezTo>
                    <a:pt x="217" y="81"/>
                    <a:pt x="219" y="79"/>
                    <a:pt x="220" y="79"/>
                  </a:cubicBezTo>
                  <a:cubicBezTo>
                    <a:pt x="221" y="77"/>
                    <a:pt x="222" y="75"/>
                    <a:pt x="222" y="75"/>
                  </a:cubicBezTo>
                  <a:cubicBezTo>
                    <a:pt x="223" y="73"/>
                    <a:pt x="224" y="69"/>
                    <a:pt x="223" y="67"/>
                  </a:cubicBezTo>
                  <a:cubicBezTo>
                    <a:pt x="223" y="66"/>
                    <a:pt x="222" y="62"/>
                    <a:pt x="220" y="60"/>
                  </a:cubicBezTo>
                  <a:cubicBezTo>
                    <a:pt x="218" y="57"/>
                    <a:pt x="216" y="56"/>
                    <a:pt x="214" y="55"/>
                  </a:cubicBezTo>
                  <a:cubicBezTo>
                    <a:pt x="212" y="53"/>
                    <a:pt x="211" y="53"/>
                    <a:pt x="211" y="53"/>
                  </a:cubicBezTo>
                  <a:cubicBezTo>
                    <a:pt x="210" y="53"/>
                    <a:pt x="209" y="52"/>
                    <a:pt x="209" y="53"/>
                  </a:cubicBezTo>
                  <a:cubicBezTo>
                    <a:pt x="209" y="53"/>
                    <a:pt x="210" y="56"/>
                    <a:pt x="209" y="56"/>
                  </a:cubicBezTo>
                  <a:cubicBezTo>
                    <a:pt x="208" y="57"/>
                    <a:pt x="208" y="58"/>
                    <a:pt x="205" y="58"/>
                  </a:cubicBezTo>
                  <a:cubicBezTo>
                    <a:pt x="203" y="58"/>
                    <a:pt x="200" y="59"/>
                    <a:pt x="195" y="58"/>
                  </a:cubicBezTo>
                  <a:cubicBezTo>
                    <a:pt x="190" y="57"/>
                    <a:pt x="166" y="53"/>
                    <a:pt x="162" y="52"/>
                  </a:cubicBezTo>
                  <a:cubicBezTo>
                    <a:pt x="163" y="51"/>
                    <a:pt x="167" y="49"/>
                    <a:pt x="170" y="48"/>
                  </a:cubicBezTo>
                  <a:cubicBezTo>
                    <a:pt x="175" y="45"/>
                    <a:pt x="181" y="42"/>
                    <a:pt x="183" y="36"/>
                  </a:cubicBezTo>
                  <a:cubicBezTo>
                    <a:pt x="184" y="34"/>
                    <a:pt x="185" y="31"/>
                    <a:pt x="184" y="28"/>
                  </a:cubicBezTo>
                  <a:cubicBezTo>
                    <a:pt x="184" y="27"/>
                    <a:pt x="182" y="26"/>
                    <a:pt x="180" y="25"/>
                  </a:cubicBezTo>
                  <a:cubicBezTo>
                    <a:pt x="180" y="25"/>
                    <a:pt x="180" y="25"/>
                    <a:pt x="179" y="25"/>
                  </a:cubicBezTo>
                  <a:cubicBezTo>
                    <a:pt x="175" y="22"/>
                    <a:pt x="171" y="21"/>
                    <a:pt x="166" y="23"/>
                  </a:cubicBezTo>
                  <a:cubicBezTo>
                    <a:pt x="161" y="24"/>
                    <a:pt x="156" y="25"/>
                    <a:pt x="151" y="23"/>
                  </a:cubicBezTo>
                  <a:cubicBezTo>
                    <a:pt x="150" y="23"/>
                    <a:pt x="150" y="23"/>
                    <a:pt x="149" y="22"/>
                  </a:cubicBezTo>
                  <a:cubicBezTo>
                    <a:pt x="150" y="21"/>
                    <a:pt x="150" y="21"/>
                    <a:pt x="151" y="20"/>
                  </a:cubicBezTo>
                  <a:cubicBezTo>
                    <a:pt x="153" y="17"/>
                    <a:pt x="156" y="15"/>
                    <a:pt x="158" y="12"/>
                  </a:cubicBezTo>
                  <a:cubicBezTo>
                    <a:pt x="160" y="9"/>
                    <a:pt x="160" y="6"/>
                    <a:pt x="157" y="4"/>
                  </a:cubicBezTo>
                  <a:cubicBezTo>
                    <a:pt x="154" y="2"/>
                    <a:pt x="150" y="0"/>
                    <a:pt x="145" y="1"/>
                  </a:cubicBezTo>
                  <a:cubicBezTo>
                    <a:pt x="138" y="2"/>
                    <a:pt x="132" y="5"/>
                    <a:pt x="126" y="8"/>
                  </a:cubicBezTo>
                  <a:cubicBezTo>
                    <a:pt x="124" y="10"/>
                    <a:pt x="121" y="11"/>
                    <a:pt x="119" y="13"/>
                  </a:cubicBezTo>
                  <a:cubicBezTo>
                    <a:pt x="116" y="16"/>
                    <a:pt x="113" y="19"/>
                    <a:pt x="114" y="24"/>
                  </a:cubicBezTo>
                  <a:cubicBezTo>
                    <a:pt x="114" y="26"/>
                    <a:pt x="115" y="27"/>
                    <a:pt x="115" y="29"/>
                  </a:cubicBezTo>
                  <a:cubicBezTo>
                    <a:pt x="115" y="33"/>
                    <a:pt x="116" y="36"/>
                    <a:pt x="119" y="39"/>
                  </a:cubicBezTo>
                  <a:close/>
                  <a:moveTo>
                    <a:pt x="98" y="44"/>
                  </a:moveTo>
                  <a:cubicBezTo>
                    <a:pt x="101" y="49"/>
                    <a:pt x="106" y="53"/>
                    <a:pt x="111" y="56"/>
                  </a:cubicBezTo>
                  <a:cubicBezTo>
                    <a:pt x="115" y="58"/>
                    <a:pt x="118" y="60"/>
                    <a:pt x="122" y="61"/>
                  </a:cubicBezTo>
                  <a:cubicBezTo>
                    <a:pt x="132" y="65"/>
                    <a:pt x="146" y="74"/>
                    <a:pt x="150" y="77"/>
                  </a:cubicBezTo>
                  <a:cubicBezTo>
                    <a:pt x="161" y="85"/>
                    <a:pt x="172" y="97"/>
                    <a:pt x="176" y="104"/>
                  </a:cubicBezTo>
                  <a:cubicBezTo>
                    <a:pt x="178" y="107"/>
                    <a:pt x="178" y="111"/>
                    <a:pt x="175" y="114"/>
                  </a:cubicBezTo>
                  <a:cubicBezTo>
                    <a:pt x="173" y="116"/>
                    <a:pt x="164" y="116"/>
                    <a:pt x="162" y="115"/>
                  </a:cubicBezTo>
                  <a:cubicBezTo>
                    <a:pt x="159" y="115"/>
                    <a:pt x="152" y="113"/>
                    <a:pt x="146" y="110"/>
                  </a:cubicBezTo>
                  <a:cubicBezTo>
                    <a:pt x="139" y="107"/>
                    <a:pt x="129" y="102"/>
                    <a:pt x="129" y="102"/>
                  </a:cubicBezTo>
                  <a:cubicBezTo>
                    <a:pt x="129" y="102"/>
                    <a:pt x="128" y="102"/>
                    <a:pt x="128" y="102"/>
                  </a:cubicBezTo>
                  <a:cubicBezTo>
                    <a:pt x="128" y="102"/>
                    <a:pt x="128" y="102"/>
                    <a:pt x="128" y="102"/>
                  </a:cubicBezTo>
                  <a:cubicBezTo>
                    <a:pt x="128" y="102"/>
                    <a:pt x="128" y="102"/>
                    <a:pt x="128" y="103"/>
                  </a:cubicBezTo>
                  <a:cubicBezTo>
                    <a:pt x="128" y="103"/>
                    <a:pt x="128" y="104"/>
                    <a:pt x="129" y="105"/>
                  </a:cubicBezTo>
                  <a:cubicBezTo>
                    <a:pt x="129" y="106"/>
                    <a:pt x="134" y="113"/>
                    <a:pt x="134" y="113"/>
                  </a:cubicBezTo>
                  <a:cubicBezTo>
                    <a:pt x="137" y="118"/>
                    <a:pt x="145" y="126"/>
                    <a:pt x="157" y="130"/>
                  </a:cubicBezTo>
                  <a:cubicBezTo>
                    <a:pt x="163" y="132"/>
                    <a:pt x="169" y="133"/>
                    <a:pt x="175" y="130"/>
                  </a:cubicBezTo>
                  <a:cubicBezTo>
                    <a:pt x="177" y="129"/>
                    <a:pt x="180" y="127"/>
                    <a:pt x="183" y="123"/>
                  </a:cubicBezTo>
                  <a:cubicBezTo>
                    <a:pt x="186" y="118"/>
                    <a:pt x="185" y="112"/>
                    <a:pt x="184" y="108"/>
                  </a:cubicBezTo>
                  <a:cubicBezTo>
                    <a:pt x="182" y="100"/>
                    <a:pt x="176" y="90"/>
                    <a:pt x="168" y="83"/>
                  </a:cubicBezTo>
                  <a:cubicBezTo>
                    <a:pt x="162" y="76"/>
                    <a:pt x="160" y="73"/>
                    <a:pt x="147" y="64"/>
                  </a:cubicBezTo>
                  <a:cubicBezTo>
                    <a:pt x="135" y="55"/>
                    <a:pt x="120" y="48"/>
                    <a:pt x="115" y="46"/>
                  </a:cubicBezTo>
                  <a:cubicBezTo>
                    <a:pt x="110" y="43"/>
                    <a:pt x="93" y="35"/>
                    <a:pt x="92" y="35"/>
                  </a:cubicBezTo>
                  <a:cubicBezTo>
                    <a:pt x="91" y="35"/>
                    <a:pt x="91" y="35"/>
                    <a:pt x="91" y="36"/>
                  </a:cubicBezTo>
                  <a:cubicBezTo>
                    <a:pt x="92" y="37"/>
                    <a:pt x="98" y="43"/>
                    <a:pt x="98" y="44"/>
                  </a:cubicBezTo>
                  <a:close/>
                  <a:moveTo>
                    <a:pt x="45" y="42"/>
                  </a:moveTo>
                  <a:cubicBezTo>
                    <a:pt x="46" y="46"/>
                    <a:pt x="49" y="47"/>
                    <a:pt x="51" y="45"/>
                  </a:cubicBezTo>
                  <a:cubicBezTo>
                    <a:pt x="54" y="43"/>
                    <a:pt x="57" y="42"/>
                    <a:pt x="60" y="40"/>
                  </a:cubicBezTo>
                  <a:cubicBezTo>
                    <a:pt x="66" y="37"/>
                    <a:pt x="73" y="34"/>
                    <a:pt x="80" y="31"/>
                  </a:cubicBezTo>
                  <a:cubicBezTo>
                    <a:pt x="82" y="30"/>
                    <a:pt x="83" y="29"/>
                    <a:pt x="82" y="26"/>
                  </a:cubicBezTo>
                  <a:cubicBezTo>
                    <a:pt x="82" y="26"/>
                    <a:pt x="82" y="25"/>
                    <a:pt x="82" y="25"/>
                  </a:cubicBezTo>
                  <a:cubicBezTo>
                    <a:pt x="81" y="23"/>
                    <a:pt x="80" y="20"/>
                    <a:pt x="79" y="17"/>
                  </a:cubicBezTo>
                  <a:cubicBezTo>
                    <a:pt x="78" y="17"/>
                    <a:pt x="77" y="16"/>
                    <a:pt x="75" y="15"/>
                  </a:cubicBezTo>
                  <a:cubicBezTo>
                    <a:pt x="72" y="15"/>
                    <a:pt x="69" y="15"/>
                    <a:pt x="66" y="15"/>
                  </a:cubicBezTo>
                  <a:cubicBezTo>
                    <a:pt x="60" y="17"/>
                    <a:pt x="53" y="20"/>
                    <a:pt x="47" y="23"/>
                  </a:cubicBezTo>
                  <a:cubicBezTo>
                    <a:pt x="41" y="25"/>
                    <a:pt x="39" y="30"/>
                    <a:pt x="42" y="37"/>
                  </a:cubicBezTo>
                  <a:cubicBezTo>
                    <a:pt x="42" y="39"/>
                    <a:pt x="44" y="40"/>
                    <a:pt x="45" y="4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59"/>
            <p:cNvSpPr>
              <a:spLocks/>
            </p:cNvSpPr>
            <p:nvPr/>
          </p:nvSpPr>
          <p:spPr bwMode="auto">
            <a:xfrm>
              <a:off x="-2065338" y="-779463"/>
              <a:ext cx="160338" cy="142875"/>
            </a:xfrm>
            <a:custGeom>
              <a:avLst/>
              <a:gdLst>
                <a:gd name="T0" fmla="*/ 27 w 210"/>
                <a:gd name="T1" fmla="*/ 9 h 187"/>
                <a:gd name="T2" fmla="*/ 42 w 210"/>
                <a:gd name="T3" fmla="*/ 17 h 187"/>
                <a:gd name="T4" fmla="*/ 47 w 210"/>
                <a:gd name="T5" fmla="*/ 7 h 187"/>
                <a:gd name="T6" fmla="*/ 59 w 210"/>
                <a:gd name="T7" fmla="*/ 7 h 187"/>
                <a:gd name="T8" fmla="*/ 64 w 210"/>
                <a:gd name="T9" fmla="*/ 25 h 187"/>
                <a:gd name="T10" fmla="*/ 59 w 210"/>
                <a:gd name="T11" fmla="*/ 42 h 187"/>
                <a:gd name="T12" fmla="*/ 72 w 210"/>
                <a:gd name="T13" fmla="*/ 67 h 187"/>
                <a:gd name="T14" fmla="*/ 79 w 210"/>
                <a:gd name="T15" fmla="*/ 51 h 187"/>
                <a:gd name="T16" fmla="*/ 127 w 210"/>
                <a:gd name="T17" fmla="*/ 1 h 187"/>
                <a:gd name="T18" fmla="*/ 154 w 210"/>
                <a:gd name="T19" fmla="*/ 16 h 187"/>
                <a:gd name="T20" fmla="*/ 178 w 210"/>
                <a:gd name="T21" fmla="*/ 40 h 187"/>
                <a:gd name="T22" fmla="*/ 202 w 210"/>
                <a:gd name="T23" fmla="*/ 77 h 187"/>
                <a:gd name="T24" fmla="*/ 200 w 210"/>
                <a:gd name="T25" fmla="*/ 105 h 187"/>
                <a:gd name="T26" fmla="*/ 185 w 210"/>
                <a:gd name="T27" fmla="*/ 108 h 187"/>
                <a:gd name="T28" fmla="*/ 181 w 210"/>
                <a:gd name="T29" fmla="*/ 105 h 187"/>
                <a:gd name="T30" fmla="*/ 174 w 210"/>
                <a:gd name="T31" fmla="*/ 107 h 187"/>
                <a:gd name="T32" fmla="*/ 180 w 210"/>
                <a:gd name="T33" fmla="*/ 116 h 187"/>
                <a:gd name="T34" fmla="*/ 207 w 210"/>
                <a:gd name="T35" fmla="*/ 137 h 187"/>
                <a:gd name="T36" fmla="*/ 210 w 210"/>
                <a:gd name="T37" fmla="*/ 144 h 187"/>
                <a:gd name="T38" fmla="*/ 201 w 210"/>
                <a:gd name="T39" fmla="*/ 141 h 187"/>
                <a:gd name="T40" fmla="*/ 160 w 210"/>
                <a:gd name="T41" fmla="*/ 114 h 187"/>
                <a:gd name="T42" fmla="*/ 153 w 210"/>
                <a:gd name="T43" fmla="*/ 129 h 187"/>
                <a:gd name="T44" fmla="*/ 146 w 210"/>
                <a:gd name="T45" fmla="*/ 137 h 187"/>
                <a:gd name="T46" fmla="*/ 139 w 210"/>
                <a:gd name="T47" fmla="*/ 134 h 187"/>
                <a:gd name="T48" fmla="*/ 132 w 210"/>
                <a:gd name="T49" fmla="*/ 115 h 187"/>
                <a:gd name="T50" fmla="*/ 123 w 210"/>
                <a:gd name="T51" fmla="*/ 122 h 187"/>
                <a:gd name="T52" fmla="*/ 110 w 210"/>
                <a:gd name="T53" fmla="*/ 100 h 187"/>
                <a:gd name="T54" fmla="*/ 98 w 210"/>
                <a:gd name="T55" fmla="*/ 97 h 187"/>
                <a:gd name="T56" fmla="*/ 91 w 210"/>
                <a:gd name="T57" fmla="*/ 87 h 187"/>
                <a:gd name="T58" fmla="*/ 91 w 210"/>
                <a:gd name="T59" fmla="*/ 86 h 187"/>
                <a:gd name="T60" fmla="*/ 97 w 210"/>
                <a:gd name="T61" fmla="*/ 81 h 187"/>
                <a:gd name="T62" fmla="*/ 103 w 210"/>
                <a:gd name="T63" fmla="*/ 81 h 187"/>
                <a:gd name="T64" fmla="*/ 96 w 210"/>
                <a:gd name="T65" fmla="*/ 64 h 187"/>
                <a:gd name="T66" fmla="*/ 95 w 210"/>
                <a:gd name="T67" fmla="*/ 54 h 187"/>
                <a:gd name="T68" fmla="*/ 118 w 210"/>
                <a:gd name="T69" fmla="*/ 66 h 187"/>
                <a:gd name="T70" fmla="*/ 132 w 210"/>
                <a:gd name="T71" fmla="*/ 68 h 187"/>
                <a:gd name="T72" fmla="*/ 139 w 210"/>
                <a:gd name="T73" fmla="*/ 97 h 187"/>
                <a:gd name="T74" fmla="*/ 141 w 210"/>
                <a:gd name="T75" fmla="*/ 97 h 187"/>
                <a:gd name="T76" fmla="*/ 146 w 210"/>
                <a:gd name="T77" fmla="*/ 86 h 187"/>
                <a:gd name="T78" fmla="*/ 158 w 210"/>
                <a:gd name="T79" fmla="*/ 91 h 187"/>
                <a:gd name="T80" fmla="*/ 167 w 210"/>
                <a:gd name="T81" fmla="*/ 105 h 187"/>
                <a:gd name="T82" fmla="*/ 187 w 210"/>
                <a:gd name="T83" fmla="*/ 92 h 187"/>
                <a:gd name="T84" fmla="*/ 179 w 210"/>
                <a:gd name="T85" fmla="*/ 66 h 187"/>
                <a:gd name="T86" fmla="*/ 152 w 210"/>
                <a:gd name="T87" fmla="*/ 33 h 187"/>
                <a:gd name="T88" fmla="*/ 110 w 210"/>
                <a:gd name="T89" fmla="*/ 21 h 187"/>
                <a:gd name="T90" fmla="*/ 89 w 210"/>
                <a:gd name="T91" fmla="*/ 74 h 187"/>
                <a:gd name="T92" fmla="*/ 91 w 210"/>
                <a:gd name="T93" fmla="*/ 86 h 187"/>
                <a:gd name="T94" fmla="*/ 91 w 210"/>
                <a:gd name="T95" fmla="*/ 87 h 187"/>
                <a:gd name="T96" fmla="*/ 95 w 210"/>
                <a:gd name="T97" fmla="*/ 113 h 187"/>
                <a:gd name="T98" fmla="*/ 92 w 210"/>
                <a:gd name="T99" fmla="*/ 127 h 187"/>
                <a:gd name="T100" fmla="*/ 106 w 210"/>
                <a:gd name="T101" fmla="*/ 144 h 187"/>
                <a:gd name="T102" fmla="*/ 141 w 210"/>
                <a:gd name="T103" fmla="*/ 161 h 187"/>
                <a:gd name="T104" fmla="*/ 157 w 210"/>
                <a:gd name="T105" fmla="*/ 177 h 187"/>
                <a:gd name="T106" fmla="*/ 150 w 210"/>
                <a:gd name="T107" fmla="*/ 185 h 187"/>
                <a:gd name="T108" fmla="*/ 134 w 210"/>
                <a:gd name="T109" fmla="*/ 186 h 187"/>
                <a:gd name="T110" fmla="*/ 87 w 210"/>
                <a:gd name="T111" fmla="*/ 159 h 187"/>
                <a:gd name="T112" fmla="*/ 70 w 210"/>
                <a:gd name="T113" fmla="*/ 128 h 187"/>
                <a:gd name="T114" fmla="*/ 72 w 210"/>
                <a:gd name="T115" fmla="*/ 121 h 187"/>
                <a:gd name="T116" fmla="*/ 56 w 210"/>
                <a:gd name="T117" fmla="*/ 84 h 187"/>
                <a:gd name="T118" fmla="*/ 33 w 210"/>
                <a:gd name="T119" fmla="*/ 82 h 187"/>
                <a:gd name="T120" fmla="*/ 34 w 210"/>
                <a:gd name="T121" fmla="*/ 60 h 187"/>
                <a:gd name="T122" fmla="*/ 30 w 210"/>
                <a:gd name="T123" fmla="*/ 50 h 187"/>
                <a:gd name="T124" fmla="*/ 8 w 210"/>
                <a:gd name="T12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 h="187">
                  <a:moveTo>
                    <a:pt x="3" y="19"/>
                  </a:moveTo>
                  <a:cubicBezTo>
                    <a:pt x="9" y="11"/>
                    <a:pt x="17" y="9"/>
                    <a:pt x="27" y="9"/>
                  </a:cubicBezTo>
                  <a:cubicBezTo>
                    <a:pt x="31" y="9"/>
                    <a:pt x="34" y="11"/>
                    <a:pt x="37" y="13"/>
                  </a:cubicBezTo>
                  <a:cubicBezTo>
                    <a:pt x="39" y="15"/>
                    <a:pt x="40" y="19"/>
                    <a:pt x="42" y="17"/>
                  </a:cubicBezTo>
                  <a:cubicBezTo>
                    <a:pt x="43" y="16"/>
                    <a:pt x="44" y="14"/>
                    <a:pt x="44" y="13"/>
                  </a:cubicBezTo>
                  <a:cubicBezTo>
                    <a:pt x="45" y="10"/>
                    <a:pt x="45" y="9"/>
                    <a:pt x="47" y="7"/>
                  </a:cubicBezTo>
                  <a:cubicBezTo>
                    <a:pt x="49" y="6"/>
                    <a:pt x="51" y="6"/>
                    <a:pt x="53" y="6"/>
                  </a:cubicBezTo>
                  <a:cubicBezTo>
                    <a:pt x="55" y="5"/>
                    <a:pt x="57" y="6"/>
                    <a:pt x="59" y="7"/>
                  </a:cubicBezTo>
                  <a:cubicBezTo>
                    <a:pt x="62" y="9"/>
                    <a:pt x="63" y="11"/>
                    <a:pt x="65" y="13"/>
                  </a:cubicBezTo>
                  <a:cubicBezTo>
                    <a:pt x="67" y="18"/>
                    <a:pt x="65" y="21"/>
                    <a:pt x="64" y="25"/>
                  </a:cubicBezTo>
                  <a:cubicBezTo>
                    <a:pt x="64" y="28"/>
                    <a:pt x="62" y="30"/>
                    <a:pt x="61" y="33"/>
                  </a:cubicBezTo>
                  <a:cubicBezTo>
                    <a:pt x="60" y="36"/>
                    <a:pt x="59" y="39"/>
                    <a:pt x="59" y="42"/>
                  </a:cubicBezTo>
                  <a:cubicBezTo>
                    <a:pt x="61" y="49"/>
                    <a:pt x="63" y="56"/>
                    <a:pt x="68" y="62"/>
                  </a:cubicBezTo>
                  <a:cubicBezTo>
                    <a:pt x="70" y="63"/>
                    <a:pt x="71" y="65"/>
                    <a:pt x="72" y="67"/>
                  </a:cubicBezTo>
                  <a:cubicBezTo>
                    <a:pt x="74" y="69"/>
                    <a:pt x="75" y="68"/>
                    <a:pt x="76" y="66"/>
                  </a:cubicBezTo>
                  <a:cubicBezTo>
                    <a:pt x="77" y="61"/>
                    <a:pt x="78" y="56"/>
                    <a:pt x="79" y="51"/>
                  </a:cubicBezTo>
                  <a:cubicBezTo>
                    <a:pt x="83" y="34"/>
                    <a:pt x="90" y="19"/>
                    <a:pt x="103" y="8"/>
                  </a:cubicBezTo>
                  <a:cubicBezTo>
                    <a:pt x="110" y="2"/>
                    <a:pt x="118" y="0"/>
                    <a:pt x="127" y="1"/>
                  </a:cubicBezTo>
                  <a:cubicBezTo>
                    <a:pt x="135" y="2"/>
                    <a:pt x="141" y="6"/>
                    <a:pt x="147" y="11"/>
                  </a:cubicBezTo>
                  <a:cubicBezTo>
                    <a:pt x="149" y="13"/>
                    <a:pt x="152" y="14"/>
                    <a:pt x="154" y="16"/>
                  </a:cubicBezTo>
                  <a:cubicBezTo>
                    <a:pt x="158" y="20"/>
                    <a:pt x="163" y="24"/>
                    <a:pt x="167" y="28"/>
                  </a:cubicBezTo>
                  <a:cubicBezTo>
                    <a:pt x="171" y="32"/>
                    <a:pt x="175" y="36"/>
                    <a:pt x="178" y="40"/>
                  </a:cubicBezTo>
                  <a:cubicBezTo>
                    <a:pt x="183" y="47"/>
                    <a:pt x="190" y="54"/>
                    <a:pt x="194" y="62"/>
                  </a:cubicBezTo>
                  <a:cubicBezTo>
                    <a:pt x="197" y="67"/>
                    <a:pt x="200" y="72"/>
                    <a:pt x="202" y="77"/>
                  </a:cubicBezTo>
                  <a:cubicBezTo>
                    <a:pt x="204" y="81"/>
                    <a:pt x="205" y="86"/>
                    <a:pt x="205" y="91"/>
                  </a:cubicBezTo>
                  <a:cubicBezTo>
                    <a:pt x="206" y="96"/>
                    <a:pt x="205" y="102"/>
                    <a:pt x="200" y="105"/>
                  </a:cubicBezTo>
                  <a:cubicBezTo>
                    <a:pt x="196" y="108"/>
                    <a:pt x="192" y="110"/>
                    <a:pt x="187" y="111"/>
                  </a:cubicBezTo>
                  <a:cubicBezTo>
                    <a:pt x="185" y="111"/>
                    <a:pt x="184" y="110"/>
                    <a:pt x="185" y="108"/>
                  </a:cubicBezTo>
                  <a:cubicBezTo>
                    <a:pt x="185" y="108"/>
                    <a:pt x="181" y="107"/>
                    <a:pt x="181" y="107"/>
                  </a:cubicBezTo>
                  <a:cubicBezTo>
                    <a:pt x="181" y="106"/>
                    <a:pt x="182" y="106"/>
                    <a:pt x="181" y="105"/>
                  </a:cubicBezTo>
                  <a:cubicBezTo>
                    <a:pt x="180" y="104"/>
                    <a:pt x="180" y="104"/>
                    <a:pt x="179" y="105"/>
                  </a:cubicBezTo>
                  <a:cubicBezTo>
                    <a:pt x="177" y="106"/>
                    <a:pt x="176" y="106"/>
                    <a:pt x="174" y="107"/>
                  </a:cubicBezTo>
                  <a:cubicBezTo>
                    <a:pt x="172" y="108"/>
                    <a:pt x="172" y="109"/>
                    <a:pt x="173" y="110"/>
                  </a:cubicBezTo>
                  <a:cubicBezTo>
                    <a:pt x="175" y="112"/>
                    <a:pt x="178" y="114"/>
                    <a:pt x="180" y="116"/>
                  </a:cubicBezTo>
                  <a:cubicBezTo>
                    <a:pt x="182" y="118"/>
                    <a:pt x="183" y="119"/>
                    <a:pt x="184" y="120"/>
                  </a:cubicBezTo>
                  <a:cubicBezTo>
                    <a:pt x="187" y="123"/>
                    <a:pt x="203" y="134"/>
                    <a:pt x="207" y="137"/>
                  </a:cubicBezTo>
                  <a:cubicBezTo>
                    <a:pt x="208" y="138"/>
                    <a:pt x="209" y="140"/>
                    <a:pt x="210" y="141"/>
                  </a:cubicBezTo>
                  <a:cubicBezTo>
                    <a:pt x="210" y="142"/>
                    <a:pt x="210" y="143"/>
                    <a:pt x="210" y="144"/>
                  </a:cubicBezTo>
                  <a:cubicBezTo>
                    <a:pt x="209" y="144"/>
                    <a:pt x="208" y="144"/>
                    <a:pt x="208" y="144"/>
                  </a:cubicBezTo>
                  <a:cubicBezTo>
                    <a:pt x="205" y="143"/>
                    <a:pt x="203" y="142"/>
                    <a:pt x="201" y="141"/>
                  </a:cubicBezTo>
                  <a:cubicBezTo>
                    <a:pt x="192" y="135"/>
                    <a:pt x="183" y="130"/>
                    <a:pt x="174" y="124"/>
                  </a:cubicBezTo>
                  <a:cubicBezTo>
                    <a:pt x="169" y="121"/>
                    <a:pt x="165" y="118"/>
                    <a:pt x="160" y="114"/>
                  </a:cubicBezTo>
                  <a:cubicBezTo>
                    <a:pt x="158" y="112"/>
                    <a:pt x="157" y="113"/>
                    <a:pt x="156" y="116"/>
                  </a:cubicBezTo>
                  <a:cubicBezTo>
                    <a:pt x="155" y="121"/>
                    <a:pt x="154" y="123"/>
                    <a:pt x="153" y="129"/>
                  </a:cubicBezTo>
                  <a:cubicBezTo>
                    <a:pt x="152" y="131"/>
                    <a:pt x="151" y="133"/>
                    <a:pt x="150" y="135"/>
                  </a:cubicBezTo>
                  <a:cubicBezTo>
                    <a:pt x="149" y="136"/>
                    <a:pt x="147" y="137"/>
                    <a:pt x="146" y="137"/>
                  </a:cubicBezTo>
                  <a:cubicBezTo>
                    <a:pt x="145" y="137"/>
                    <a:pt x="143" y="137"/>
                    <a:pt x="142" y="137"/>
                  </a:cubicBezTo>
                  <a:cubicBezTo>
                    <a:pt x="141" y="136"/>
                    <a:pt x="140" y="135"/>
                    <a:pt x="139" y="134"/>
                  </a:cubicBezTo>
                  <a:cubicBezTo>
                    <a:pt x="137" y="129"/>
                    <a:pt x="135" y="124"/>
                    <a:pt x="133" y="118"/>
                  </a:cubicBezTo>
                  <a:cubicBezTo>
                    <a:pt x="133" y="117"/>
                    <a:pt x="132" y="116"/>
                    <a:pt x="132" y="115"/>
                  </a:cubicBezTo>
                  <a:cubicBezTo>
                    <a:pt x="131" y="116"/>
                    <a:pt x="131" y="116"/>
                    <a:pt x="130" y="117"/>
                  </a:cubicBezTo>
                  <a:cubicBezTo>
                    <a:pt x="129" y="120"/>
                    <a:pt x="126" y="121"/>
                    <a:pt x="123" y="122"/>
                  </a:cubicBezTo>
                  <a:cubicBezTo>
                    <a:pt x="120" y="122"/>
                    <a:pt x="118" y="121"/>
                    <a:pt x="117" y="118"/>
                  </a:cubicBezTo>
                  <a:cubicBezTo>
                    <a:pt x="115" y="112"/>
                    <a:pt x="112" y="106"/>
                    <a:pt x="110" y="100"/>
                  </a:cubicBezTo>
                  <a:cubicBezTo>
                    <a:pt x="109" y="98"/>
                    <a:pt x="108" y="97"/>
                    <a:pt x="106" y="97"/>
                  </a:cubicBezTo>
                  <a:cubicBezTo>
                    <a:pt x="103" y="98"/>
                    <a:pt x="101" y="98"/>
                    <a:pt x="98" y="97"/>
                  </a:cubicBezTo>
                  <a:cubicBezTo>
                    <a:pt x="97" y="97"/>
                    <a:pt x="95" y="95"/>
                    <a:pt x="94" y="94"/>
                  </a:cubicBezTo>
                  <a:cubicBezTo>
                    <a:pt x="93" y="92"/>
                    <a:pt x="92" y="89"/>
                    <a:pt x="91" y="87"/>
                  </a:cubicBezTo>
                  <a:cubicBezTo>
                    <a:pt x="91" y="87"/>
                    <a:pt x="91" y="87"/>
                    <a:pt x="91" y="87"/>
                  </a:cubicBezTo>
                  <a:cubicBezTo>
                    <a:pt x="91" y="87"/>
                    <a:pt x="91" y="87"/>
                    <a:pt x="91" y="86"/>
                  </a:cubicBezTo>
                  <a:cubicBezTo>
                    <a:pt x="91" y="85"/>
                    <a:pt x="91" y="84"/>
                    <a:pt x="92" y="83"/>
                  </a:cubicBezTo>
                  <a:cubicBezTo>
                    <a:pt x="92" y="81"/>
                    <a:pt x="94" y="80"/>
                    <a:pt x="97" y="81"/>
                  </a:cubicBezTo>
                  <a:cubicBezTo>
                    <a:pt x="97" y="81"/>
                    <a:pt x="97" y="81"/>
                    <a:pt x="97" y="81"/>
                  </a:cubicBezTo>
                  <a:cubicBezTo>
                    <a:pt x="99" y="81"/>
                    <a:pt x="101" y="81"/>
                    <a:pt x="103" y="81"/>
                  </a:cubicBezTo>
                  <a:cubicBezTo>
                    <a:pt x="104" y="81"/>
                    <a:pt x="103" y="78"/>
                    <a:pt x="103" y="77"/>
                  </a:cubicBezTo>
                  <a:cubicBezTo>
                    <a:pt x="102" y="72"/>
                    <a:pt x="99" y="67"/>
                    <a:pt x="96" y="64"/>
                  </a:cubicBezTo>
                  <a:cubicBezTo>
                    <a:pt x="95" y="62"/>
                    <a:pt x="95" y="59"/>
                    <a:pt x="94" y="57"/>
                  </a:cubicBezTo>
                  <a:cubicBezTo>
                    <a:pt x="94" y="56"/>
                    <a:pt x="94" y="55"/>
                    <a:pt x="95" y="54"/>
                  </a:cubicBezTo>
                  <a:cubicBezTo>
                    <a:pt x="98" y="51"/>
                    <a:pt x="107" y="51"/>
                    <a:pt x="111" y="54"/>
                  </a:cubicBezTo>
                  <a:cubicBezTo>
                    <a:pt x="114" y="57"/>
                    <a:pt x="116" y="61"/>
                    <a:pt x="118" y="66"/>
                  </a:cubicBezTo>
                  <a:cubicBezTo>
                    <a:pt x="119" y="67"/>
                    <a:pt x="119" y="68"/>
                    <a:pt x="121" y="67"/>
                  </a:cubicBezTo>
                  <a:cubicBezTo>
                    <a:pt x="125" y="64"/>
                    <a:pt x="128" y="66"/>
                    <a:pt x="132" y="68"/>
                  </a:cubicBezTo>
                  <a:cubicBezTo>
                    <a:pt x="134" y="70"/>
                    <a:pt x="135" y="73"/>
                    <a:pt x="135" y="76"/>
                  </a:cubicBezTo>
                  <a:cubicBezTo>
                    <a:pt x="135" y="83"/>
                    <a:pt x="137" y="90"/>
                    <a:pt x="139" y="97"/>
                  </a:cubicBezTo>
                  <a:cubicBezTo>
                    <a:pt x="139" y="98"/>
                    <a:pt x="140" y="98"/>
                    <a:pt x="140" y="99"/>
                  </a:cubicBezTo>
                  <a:cubicBezTo>
                    <a:pt x="140" y="98"/>
                    <a:pt x="141" y="97"/>
                    <a:pt x="141" y="97"/>
                  </a:cubicBezTo>
                  <a:cubicBezTo>
                    <a:pt x="141" y="95"/>
                    <a:pt x="140" y="94"/>
                    <a:pt x="140" y="92"/>
                  </a:cubicBezTo>
                  <a:cubicBezTo>
                    <a:pt x="139" y="90"/>
                    <a:pt x="143" y="85"/>
                    <a:pt x="146" y="86"/>
                  </a:cubicBezTo>
                  <a:cubicBezTo>
                    <a:pt x="148" y="86"/>
                    <a:pt x="151" y="87"/>
                    <a:pt x="153" y="87"/>
                  </a:cubicBezTo>
                  <a:cubicBezTo>
                    <a:pt x="155" y="88"/>
                    <a:pt x="157" y="89"/>
                    <a:pt x="158" y="91"/>
                  </a:cubicBezTo>
                  <a:cubicBezTo>
                    <a:pt x="159" y="93"/>
                    <a:pt x="160" y="95"/>
                    <a:pt x="161" y="97"/>
                  </a:cubicBezTo>
                  <a:cubicBezTo>
                    <a:pt x="163" y="100"/>
                    <a:pt x="164" y="103"/>
                    <a:pt x="167" y="105"/>
                  </a:cubicBezTo>
                  <a:cubicBezTo>
                    <a:pt x="168" y="106"/>
                    <a:pt x="169" y="107"/>
                    <a:pt x="171" y="106"/>
                  </a:cubicBezTo>
                  <a:cubicBezTo>
                    <a:pt x="177" y="102"/>
                    <a:pt x="182" y="98"/>
                    <a:pt x="187" y="92"/>
                  </a:cubicBezTo>
                  <a:cubicBezTo>
                    <a:pt x="188" y="89"/>
                    <a:pt x="188" y="88"/>
                    <a:pt x="188" y="85"/>
                  </a:cubicBezTo>
                  <a:cubicBezTo>
                    <a:pt x="186" y="79"/>
                    <a:pt x="182" y="72"/>
                    <a:pt x="179" y="66"/>
                  </a:cubicBezTo>
                  <a:cubicBezTo>
                    <a:pt x="173" y="57"/>
                    <a:pt x="166" y="49"/>
                    <a:pt x="159" y="41"/>
                  </a:cubicBezTo>
                  <a:cubicBezTo>
                    <a:pt x="156" y="38"/>
                    <a:pt x="154" y="35"/>
                    <a:pt x="152" y="33"/>
                  </a:cubicBezTo>
                  <a:cubicBezTo>
                    <a:pt x="147" y="29"/>
                    <a:pt x="143" y="25"/>
                    <a:pt x="138" y="21"/>
                  </a:cubicBezTo>
                  <a:cubicBezTo>
                    <a:pt x="128" y="15"/>
                    <a:pt x="119" y="14"/>
                    <a:pt x="110" y="21"/>
                  </a:cubicBezTo>
                  <a:cubicBezTo>
                    <a:pt x="99" y="31"/>
                    <a:pt x="95" y="43"/>
                    <a:pt x="92" y="56"/>
                  </a:cubicBezTo>
                  <a:cubicBezTo>
                    <a:pt x="90" y="62"/>
                    <a:pt x="90" y="68"/>
                    <a:pt x="89" y="74"/>
                  </a:cubicBezTo>
                  <a:cubicBezTo>
                    <a:pt x="89" y="76"/>
                    <a:pt x="89" y="78"/>
                    <a:pt x="89" y="80"/>
                  </a:cubicBezTo>
                  <a:cubicBezTo>
                    <a:pt x="90" y="82"/>
                    <a:pt x="90" y="84"/>
                    <a:pt x="91" y="86"/>
                  </a:cubicBezTo>
                  <a:cubicBezTo>
                    <a:pt x="91" y="87"/>
                    <a:pt x="91" y="87"/>
                    <a:pt x="91" y="87"/>
                  </a:cubicBezTo>
                  <a:cubicBezTo>
                    <a:pt x="91" y="87"/>
                    <a:pt x="91" y="87"/>
                    <a:pt x="91" y="87"/>
                  </a:cubicBezTo>
                  <a:cubicBezTo>
                    <a:pt x="91" y="90"/>
                    <a:pt x="91" y="94"/>
                    <a:pt x="92" y="97"/>
                  </a:cubicBezTo>
                  <a:cubicBezTo>
                    <a:pt x="93" y="103"/>
                    <a:pt x="94" y="108"/>
                    <a:pt x="95" y="113"/>
                  </a:cubicBezTo>
                  <a:cubicBezTo>
                    <a:pt x="95" y="117"/>
                    <a:pt x="95" y="120"/>
                    <a:pt x="94" y="124"/>
                  </a:cubicBezTo>
                  <a:cubicBezTo>
                    <a:pt x="94" y="125"/>
                    <a:pt x="93" y="126"/>
                    <a:pt x="92" y="127"/>
                  </a:cubicBezTo>
                  <a:cubicBezTo>
                    <a:pt x="89" y="130"/>
                    <a:pt x="88" y="133"/>
                    <a:pt x="92" y="136"/>
                  </a:cubicBezTo>
                  <a:cubicBezTo>
                    <a:pt x="97" y="139"/>
                    <a:pt x="102" y="142"/>
                    <a:pt x="106" y="144"/>
                  </a:cubicBezTo>
                  <a:cubicBezTo>
                    <a:pt x="114" y="149"/>
                    <a:pt x="122" y="153"/>
                    <a:pt x="130" y="157"/>
                  </a:cubicBezTo>
                  <a:cubicBezTo>
                    <a:pt x="133" y="159"/>
                    <a:pt x="137" y="160"/>
                    <a:pt x="141" y="161"/>
                  </a:cubicBezTo>
                  <a:cubicBezTo>
                    <a:pt x="148" y="163"/>
                    <a:pt x="152" y="167"/>
                    <a:pt x="157" y="171"/>
                  </a:cubicBezTo>
                  <a:cubicBezTo>
                    <a:pt x="159" y="173"/>
                    <a:pt x="158" y="175"/>
                    <a:pt x="157" y="177"/>
                  </a:cubicBezTo>
                  <a:cubicBezTo>
                    <a:pt x="155" y="179"/>
                    <a:pt x="153" y="182"/>
                    <a:pt x="151" y="184"/>
                  </a:cubicBezTo>
                  <a:cubicBezTo>
                    <a:pt x="151" y="184"/>
                    <a:pt x="150" y="185"/>
                    <a:pt x="150" y="185"/>
                  </a:cubicBezTo>
                  <a:cubicBezTo>
                    <a:pt x="145" y="186"/>
                    <a:pt x="141" y="186"/>
                    <a:pt x="137" y="187"/>
                  </a:cubicBezTo>
                  <a:cubicBezTo>
                    <a:pt x="136" y="187"/>
                    <a:pt x="135" y="187"/>
                    <a:pt x="134" y="186"/>
                  </a:cubicBezTo>
                  <a:cubicBezTo>
                    <a:pt x="126" y="182"/>
                    <a:pt x="118" y="179"/>
                    <a:pt x="111" y="174"/>
                  </a:cubicBezTo>
                  <a:cubicBezTo>
                    <a:pt x="103" y="170"/>
                    <a:pt x="95" y="164"/>
                    <a:pt x="87" y="159"/>
                  </a:cubicBezTo>
                  <a:cubicBezTo>
                    <a:pt x="83" y="156"/>
                    <a:pt x="78" y="152"/>
                    <a:pt x="75" y="147"/>
                  </a:cubicBezTo>
                  <a:cubicBezTo>
                    <a:pt x="71" y="141"/>
                    <a:pt x="69" y="135"/>
                    <a:pt x="70" y="128"/>
                  </a:cubicBezTo>
                  <a:cubicBezTo>
                    <a:pt x="70" y="126"/>
                    <a:pt x="69" y="124"/>
                    <a:pt x="71" y="123"/>
                  </a:cubicBezTo>
                  <a:cubicBezTo>
                    <a:pt x="72" y="122"/>
                    <a:pt x="72" y="121"/>
                    <a:pt x="72" y="121"/>
                  </a:cubicBezTo>
                  <a:cubicBezTo>
                    <a:pt x="70" y="114"/>
                    <a:pt x="70" y="107"/>
                    <a:pt x="66" y="101"/>
                  </a:cubicBezTo>
                  <a:cubicBezTo>
                    <a:pt x="63" y="96"/>
                    <a:pt x="59" y="90"/>
                    <a:pt x="56" y="84"/>
                  </a:cubicBezTo>
                  <a:cubicBezTo>
                    <a:pt x="55" y="83"/>
                    <a:pt x="54" y="83"/>
                    <a:pt x="52" y="84"/>
                  </a:cubicBezTo>
                  <a:cubicBezTo>
                    <a:pt x="47" y="88"/>
                    <a:pt x="37" y="86"/>
                    <a:pt x="33" y="82"/>
                  </a:cubicBezTo>
                  <a:cubicBezTo>
                    <a:pt x="31" y="79"/>
                    <a:pt x="31" y="75"/>
                    <a:pt x="32" y="72"/>
                  </a:cubicBezTo>
                  <a:cubicBezTo>
                    <a:pt x="34" y="68"/>
                    <a:pt x="34" y="64"/>
                    <a:pt x="34" y="60"/>
                  </a:cubicBezTo>
                  <a:cubicBezTo>
                    <a:pt x="34" y="59"/>
                    <a:pt x="34" y="58"/>
                    <a:pt x="34" y="57"/>
                  </a:cubicBezTo>
                  <a:cubicBezTo>
                    <a:pt x="34" y="54"/>
                    <a:pt x="32" y="52"/>
                    <a:pt x="30" y="50"/>
                  </a:cubicBezTo>
                  <a:cubicBezTo>
                    <a:pt x="26" y="46"/>
                    <a:pt x="22" y="41"/>
                    <a:pt x="18" y="37"/>
                  </a:cubicBezTo>
                  <a:cubicBezTo>
                    <a:pt x="15" y="35"/>
                    <a:pt x="12" y="33"/>
                    <a:pt x="8" y="32"/>
                  </a:cubicBezTo>
                  <a:cubicBezTo>
                    <a:pt x="4" y="31"/>
                    <a:pt x="0" y="24"/>
                    <a:pt x="3" y="1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60"/>
            <p:cNvSpPr>
              <a:spLocks noEditPoints="1"/>
            </p:cNvSpPr>
            <p:nvPr/>
          </p:nvSpPr>
          <p:spPr bwMode="auto">
            <a:xfrm>
              <a:off x="-1889125" y="-954088"/>
              <a:ext cx="114300" cy="150813"/>
            </a:xfrm>
            <a:custGeom>
              <a:avLst/>
              <a:gdLst>
                <a:gd name="T0" fmla="*/ 0 w 151"/>
                <a:gd name="T1" fmla="*/ 139 h 197"/>
                <a:gd name="T2" fmla="*/ 13 w 151"/>
                <a:gd name="T3" fmla="*/ 110 h 197"/>
                <a:gd name="T4" fmla="*/ 55 w 151"/>
                <a:gd name="T5" fmla="*/ 43 h 197"/>
                <a:gd name="T6" fmla="*/ 83 w 151"/>
                <a:gd name="T7" fmla="*/ 8 h 197"/>
                <a:gd name="T8" fmla="*/ 102 w 151"/>
                <a:gd name="T9" fmla="*/ 4 h 197"/>
                <a:gd name="T10" fmla="*/ 108 w 151"/>
                <a:gd name="T11" fmla="*/ 19 h 197"/>
                <a:gd name="T12" fmla="*/ 89 w 151"/>
                <a:gd name="T13" fmla="*/ 38 h 197"/>
                <a:gd name="T14" fmla="*/ 68 w 151"/>
                <a:gd name="T15" fmla="*/ 60 h 197"/>
                <a:gd name="T16" fmla="*/ 56 w 151"/>
                <a:gd name="T17" fmla="*/ 91 h 197"/>
                <a:gd name="T18" fmla="*/ 57 w 151"/>
                <a:gd name="T19" fmla="*/ 113 h 197"/>
                <a:gd name="T20" fmla="*/ 59 w 151"/>
                <a:gd name="T21" fmla="*/ 112 h 197"/>
                <a:gd name="T22" fmla="*/ 64 w 151"/>
                <a:gd name="T23" fmla="*/ 96 h 197"/>
                <a:gd name="T24" fmla="*/ 79 w 151"/>
                <a:gd name="T25" fmla="*/ 70 h 197"/>
                <a:gd name="T26" fmla="*/ 95 w 151"/>
                <a:gd name="T27" fmla="*/ 74 h 197"/>
                <a:gd name="T28" fmla="*/ 97 w 151"/>
                <a:gd name="T29" fmla="*/ 94 h 197"/>
                <a:gd name="T30" fmla="*/ 107 w 151"/>
                <a:gd name="T31" fmla="*/ 110 h 197"/>
                <a:gd name="T32" fmla="*/ 103 w 151"/>
                <a:gd name="T33" fmla="*/ 124 h 197"/>
                <a:gd name="T34" fmla="*/ 113 w 151"/>
                <a:gd name="T35" fmla="*/ 138 h 197"/>
                <a:gd name="T36" fmla="*/ 138 w 151"/>
                <a:gd name="T37" fmla="*/ 121 h 197"/>
                <a:gd name="T38" fmla="*/ 143 w 151"/>
                <a:gd name="T39" fmla="*/ 146 h 197"/>
                <a:gd name="T40" fmla="*/ 136 w 151"/>
                <a:gd name="T41" fmla="*/ 152 h 197"/>
                <a:gd name="T42" fmla="*/ 135 w 151"/>
                <a:gd name="T43" fmla="*/ 152 h 197"/>
                <a:gd name="T44" fmla="*/ 138 w 151"/>
                <a:gd name="T45" fmla="*/ 138 h 197"/>
                <a:gd name="T46" fmla="*/ 122 w 151"/>
                <a:gd name="T47" fmla="*/ 150 h 197"/>
                <a:gd name="T48" fmla="*/ 133 w 151"/>
                <a:gd name="T49" fmla="*/ 169 h 197"/>
                <a:gd name="T50" fmla="*/ 134 w 151"/>
                <a:gd name="T51" fmla="*/ 178 h 197"/>
                <a:gd name="T52" fmla="*/ 130 w 151"/>
                <a:gd name="T53" fmla="*/ 184 h 197"/>
                <a:gd name="T54" fmla="*/ 119 w 151"/>
                <a:gd name="T55" fmla="*/ 184 h 197"/>
                <a:gd name="T56" fmla="*/ 112 w 151"/>
                <a:gd name="T57" fmla="*/ 176 h 197"/>
                <a:gd name="T58" fmla="*/ 107 w 151"/>
                <a:gd name="T59" fmla="*/ 175 h 197"/>
                <a:gd name="T60" fmla="*/ 93 w 151"/>
                <a:gd name="T61" fmla="*/ 197 h 197"/>
                <a:gd name="T62" fmla="*/ 83 w 151"/>
                <a:gd name="T63" fmla="*/ 185 h 197"/>
                <a:gd name="T64" fmla="*/ 86 w 151"/>
                <a:gd name="T65" fmla="*/ 177 h 197"/>
                <a:gd name="T66" fmla="*/ 101 w 151"/>
                <a:gd name="T67" fmla="*/ 155 h 197"/>
                <a:gd name="T68" fmla="*/ 93 w 151"/>
                <a:gd name="T69" fmla="*/ 136 h 197"/>
                <a:gd name="T70" fmla="*/ 89 w 151"/>
                <a:gd name="T71" fmla="*/ 138 h 197"/>
                <a:gd name="T72" fmla="*/ 78 w 151"/>
                <a:gd name="T73" fmla="*/ 120 h 197"/>
                <a:gd name="T74" fmla="*/ 91 w 151"/>
                <a:gd name="T75" fmla="*/ 79 h 197"/>
                <a:gd name="T76" fmla="*/ 88 w 151"/>
                <a:gd name="T77" fmla="*/ 78 h 197"/>
                <a:gd name="T78" fmla="*/ 72 w 151"/>
                <a:gd name="T79" fmla="*/ 115 h 197"/>
                <a:gd name="T80" fmla="*/ 74 w 151"/>
                <a:gd name="T81" fmla="*/ 127 h 197"/>
                <a:gd name="T82" fmla="*/ 75 w 151"/>
                <a:gd name="T83" fmla="*/ 135 h 197"/>
                <a:gd name="T84" fmla="*/ 73 w 151"/>
                <a:gd name="T85" fmla="*/ 150 h 197"/>
                <a:gd name="T86" fmla="*/ 57 w 151"/>
                <a:gd name="T87" fmla="*/ 138 h 197"/>
                <a:gd name="T88" fmla="*/ 57 w 151"/>
                <a:gd name="T89" fmla="*/ 76 h 197"/>
                <a:gd name="T90" fmla="*/ 55 w 151"/>
                <a:gd name="T91" fmla="*/ 72 h 197"/>
                <a:gd name="T92" fmla="*/ 40 w 151"/>
                <a:gd name="T93" fmla="*/ 97 h 197"/>
                <a:gd name="T94" fmla="*/ 16 w 151"/>
                <a:gd name="T95" fmla="*/ 143 h 197"/>
                <a:gd name="T96" fmla="*/ 0 w 151"/>
                <a:gd name="T97" fmla="*/ 142 h 197"/>
                <a:gd name="T98" fmla="*/ 19 w 151"/>
                <a:gd name="T99" fmla="*/ 36 h 197"/>
                <a:gd name="T100" fmla="*/ 26 w 151"/>
                <a:gd name="T101" fmla="*/ 40 h 197"/>
                <a:gd name="T102" fmla="*/ 26 w 151"/>
                <a:gd name="T103" fmla="*/ 55 h 197"/>
                <a:gd name="T104" fmla="*/ 35 w 151"/>
                <a:gd name="T105" fmla="*/ 41 h 197"/>
                <a:gd name="T106" fmla="*/ 51 w 151"/>
                <a:gd name="T107" fmla="*/ 23 h 197"/>
                <a:gd name="T108" fmla="*/ 29 w 151"/>
                <a:gd name="T109" fmla="*/ 7 h 197"/>
                <a:gd name="T110" fmla="*/ 10 w 151"/>
                <a:gd name="T111" fmla="*/ 12 h 197"/>
                <a:gd name="T112" fmla="*/ 14 w 151"/>
                <a:gd name="T11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 h="197">
                  <a:moveTo>
                    <a:pt x="0" y="142"/>
                  </a:moveTo>
                  <a:cubicBezTo>
                    <a:pt x="0" y="141"/>
                    <a:pt x="0" y="140"/>
                    <a:pt x="0" y="139"/>
                  </a:cubicBezTo>
                  <a:cubicBezTo>
                    <a:pt x="1" y="133"/>
                    <a:pt x="3" y="128"/>
                    <a:pt x="6" y="123"/>
                  </a:cubicBezTo>
                  <a:cubicBezTo>
                    <a:pt x="9" y="119"/>
                    <a:pt x="11" y="115"/>
                    <a:pt x="13" y="110"/>
                  </a:cubicBezTo>
                  <a:cubicBezTo>
                    <a:pt x="17" y="104"/>
                    <a:pt x="20" y="98"/>
                    <a:pt x="23" y="92"/>
                  </a:cubicBezTo>
                  <a:cubicBezTo>
                    <a:pt x="24" y="90"/>
                    <a:pt x="50" y="49"/>
                    <a:pt x="55" y="43"/>
                  </a:cubicBezTo>
                  <a:cubicBezTo>
                    <a:pt x="59" y="37"/>
                    <a:pt x="63" y="31"/>
                    <a:pt x="68" y="25"/>
                  </a:cubicBezTo>
                  <a:cubicBezTo>
                    <a:pt x="73" y="20"/>
                    <a:pt x="78" y="14"/>
                    <a:pt x="83" y="8"/>
                  </a:cubicBezTo>
                  <a:cubicBezTo>
                    <a:pt x="84" y="7"/>
                    <a:pt x="85" y="6"/>
                    <a:pt x="86" y="4"/>
                  </a:cubicBezTo>
                  <a:cubicBezTo>
                    <a:pt x="90" y="1"/>
                    <a:pt x="97" y="0"/>
                    <a:pt x="102" y="4"/>
                  </a:cubicBezTo>
                  <a:cubicBezTo>
                    <a:pt x="105" y="6"/>
                    <a:pt x="107" y="10"/>
                    <a:pt x="108" y="14"/>
                  </a:cubicBezTo>
                  <a:cubicBezTo>
                    <a:pt x="109" y="16"/>
                    <a:pt x="108" y="17"/>
                    <a:pt x="108" y="19"/>
                  </a:cubicBezTo>
                  <a:cubicBezTo>
                    <a:pt x="106" y="23"/>
                    <a:pt x="103" y="25"/>
                    <a:pt x="100" y="27"/>
                  </a:cubicBezTo>
                  <a:cubicBezTo>
                    <a:pt x="96" y="30"/>
                    <a:pt x="92" y="34"/>
                    <a:pt x="89" y="38"/>
                  </a:cubicBezTo>
                  <a:cubicBezTo>
                    <a:pt x="84" y="42"/>
                    <a:pt x="79" y="47"/>
                    <a:pt x="74" y="52"/>
                  </a:cubicBezTo>
                  <a:cubicBezTo>
                    <a:pt x="71" y="54"/>
                    <a:pt x="70" y="57"/>
                    <a:pt x="68" y="60"/>
                  </a:cubicBezTo>
                  <a:cubicBezTo>
                    <a:pt x="65" y="65"/>
                    <a:pt x="62" y="69"/>
                    <a:pt x="60" y="73"/>
                  </a:cubicBezTo>
                  <a:cubicBezTo>
                    <a:pt x="58" y="79"/>
                    <a:pt x="57" y="85"/>
                    <a:pt x="56" y="91"/>
                  </a:cubicBezTo>
                  <a:cubicBezTo>
                    <a:pt x="55" y="96"/>
                    <a:pt x="55" y="101"/>
                    <a:pt x="56" y="106"/>
                  </a:cubicBezTo>
                  <a:cubicBezTo>
                    <a:pt x="56" y="108"/>
                    <a:pt x="57" y="110"/>
                    <a:pt x="57" y="113"/>
                  </a:cubicBezTo>
                  <a:cubicBezTo>
                    <a:pt x="57" y="113"/>
                    <a:pt x="58" y="114"/>
                    <a:pt x="58" y="114"/>
                  </a:cubicBezTo>
                  <a:cubicBezTo>
                    <a:pt x="59" y="113"/>
                    <a:pt x="59" y="113"/>
                    <a:pt x="59" y="112"/>
                  </a:cubicBezTo>
                  <a:cubicBezTo>
                    <a:pt x="60" y="110"/>
                    <a:pt x="60" y="107"/>
                    <a:pt x="61" y="104"/>
                  </a:cubicBezTo>
                  <a:cubicBezTo>
                    <a:pt x="61" y="101"/>
                    <a:pt x="63" y="98"/>
                    <a:pt x="64" y="96"/>
                  </a:cubicBezTo>
                  <a:cubicBezTo>
                    <a:pt x="66" y="91"/>
                    <a:pt x="68" y="87"/>
                    <a:pt x="70" y="83"/>
                  </a:cubicBezTo>
                  <a:cubicBezTo>
                    <a:pt x="72" y="78"/>
                    <a:pt x="74" y="72"/>
                    <a:pt x="79" y="70"/>
                  </a:cubicBezTo>
                  <a:cubicBezTo>
                    <a:pt x="82" y="69"/>
                    <a:pt x="85" y="68"/>
                    <a:pt x="88" y="67"/>
                  </a:cubicBezTo>
                  <a:cubicBezTo>
                    <a:pt x="91" y="66"/>
                    <a:pt x="95" y="69"/>
                    <a:pt x="95" y="74"/>
                  </a:cubicBezTo>
                  <a:cubicBezTo>
                    <a:pt x="96" y="77"/>
                    <a:pt x="97" y="80"/>
                    <a:pt x="97" y="84"/>
                  </a:cubicBezTo>
                  <a:cubicBezTo>
                    <a:pt x="97" y="87"/>
                    <a:pt x="97" y="90"/>
                    <a:pt x="97" y="94"/>
                  </a:cubicBezTo>
                  <a:cubicBezTo>
                    <a:pt x="97" y="97"/>
                    <a:pt x="100" y="100"/>
                    <a:pt x="102" y="101"/>
                  </a:cubicBezTo>
                  <a:cubicBezTo>
                    <a:pt x="105" y="103"/>
                    <a:pt x="107" y="106"/>
                    <a:pt x="107" y="110"/>
                  </a:cubicBezTo>
                  <a:cubicBezTo>
                    <a:pt x="107" y="114"/>
                    <a:pt x="106" y="118"/>
                    <a:pt x="104" y="121"/>
                  </a:cubicBezTo>
                  <a:cubicBezTo>
                    <a:pt x="103" y="122"/>
                    <a:pt x="103" y="123"/>
                    <a:pt x="103" y="124"/>
                  </a:cubicBezTo>
                  <a:cubicBezTo>
                    <a:pt x="105" y="128"/>
                    <a:pt x="107" y="133"/>
                    <a:pt x="109" y="138"/>
                  </a:cubicBezTo>
                  <a:cubicBezTo>
                    <a:pt x="110" y="140"/>
                    <a:pt x="111" y="140"/>
                    <a:pt x="113" y="138"/>
                  </a:cubicBezTo>
                  <a:cubicBezTo>
                    <a:pt x="116" y="135"/>
                    <a:pt x="119" y="131"/>
                    <a:pt x="123" y="128"/>
                  </a:cubicBezTo>
                  <a:cubicBezTo>
                    <a:pt x="127" y="124"/>
                    <a:pt x="132" y="121"/>
                    <a:pt x="138" y="121"/>
                  </a:cubicBezTo>
                  <a:cubicBezTo>
                    <a:pt x="145" y="120"/>
                    <a:pt x="151" y="124"/>
                    <a:pt x="149" y="132"/>
                  </a:cubicBezTo>
                  <a:cubicBezTo>
                    <a:pt x="149" y="138"/>
                    <a:pt x="145" y="142"/>
                    <a:pt x="143" y="146"/>
                  </a:cubicBezTo>
                  <a:cubicBezTo>
                    <a:pt x="141" y="148"/>
                    <a:pt x="140" y="148"/>
                    <a:pt x="139" y="149"/>
                  </a:cubicBezTo>
                  <a:cubicBezTo>
                    <a:pt x="138" y="149"/>
                    <a:pt x="137" y="151"/>
                    <a:pt x="136" y="152"/>
                  </a:cubicBezTo>
                  <a:cubicBezTo>
                    <a:pt x="136" y="152"/>
                    <a:pt x="136" y="153"/>
                    <a:pt x="135" y="153"/>
                  </a:cubicBezTo>
                  <a:cubicBezTo>
                    <a:pt x="135" y="153"/>
                    <a:pt x="135" y="152"/>
                    <a:pt x="135" y="152"/>
                  </a:cubicBezTo>
                  <a:cubicBezTo>
                    <a:pt x="136" y="151"/>
                    <a:pt x="138" y="146"/>
                    <a:pt x="138" y="144"/>
                  </a:cubicBezTo>
                  <a:cubicBezTo>
                    <a:pt x="139" y="142"/>
                    <a:pt x="139" y="139"/>
                    <a:pt x="138" y="138"/>
                  </a:cubicBezTo>
                  <a:cubicBezTo>
                    <a:pt x="136" y="138"/>
                    <a:pt x="135" y="138"/>
                    <a:pt x="133" y="139"/>
                  </a:cubicBezTo>
                  <a:cubicBezTo>
                    <a:pt x="129" y="141"/>
                    <a:pt x="125" y="146"/>
                    <a:pt x="122" y="150"/>
                  </a:cubicBezTo>
                  <a:cubicBezTo>
                    <a:pt x="120" y="152"/>
                    <a:pt x="120" y="154"/>
                    <a:pt x="122" y="156"/>
                  </a:cubicBezTo>
                  <a:cubicBezTo>
                    <a:pt x="125" y="161"/>
                    <a:pt x="128" y="166"/>
                    <a:pt x="133" y="169"/>
                  </a:cubicBezTo>
                  <a:cubicBezTo>
                    <a:pt x="134" y="170"/>
                    <a:pt x="135" y="172"/>
                    <a:pt x="134" y="174"/>
                  </a:cubicBezTo>
                  <a:cubicBezTo>
                    <a:pt x="134" y="175"/>
                    <a:pt x="134" y="177"/>
                    <a:pt x="134" y="178"/>
                  </a:cubicBezTo>
                  <a:cubicBezTo>
                    <a:pt x="134" y="180"/>
                    <a:pt x="134" y="182"/>
                    <a:pt x="132" y="183"/>
                  </a:cubicBezTo>
                  <a:cubicBezTo>
                    <a:pt x="131" y="183"/>
                    <a:pt x="130" y="183"/>
                    <a:pt x="130" y="184"/>
                  </a:cubicBezTo>
                  <a:cubicBezTo>
                    <a:pt x="130" y="186"/>
                    <a:pt x="128" y="186"/>
                    <a:pt x="127" y="186"/>
                  </a:cubicBezTo>
                  <a:cubicBezTo>
                    <a:pt x="124" y="185"/>
                    <a:pt x="121" y="185"/>
                    <a:pt x="119" y="184"/>
                  </a:cubicBezTo>
                  <a:cubicBezTo>
                    <a:pt x="119" y="184"/>
                    <a:pt x="118" y="184"/>
                    <a:pt x="118" y="184"/>
                  </a:cubicBezTo>
                  <a:cubicBezTo>
                    <a:pt x="116" y="181"/>
                    <a:pt x="114" y="178"/>
                    <a:pt x="112" y="176"/>
                  </a:cubicBezTo>
                  <a:cubicBezTo>
                    <a:pt x="111" y="174"/>
                    <a:pt x="109" y="172"/>
                    <a:pt x="109" y="171"/>
                  </a:cubicBezTo>
                  <a:cubicBezTo>
                    <a:pt x="108" y="172"/>
                    <a:pt x="107" y="174"/>
                    <a:pt x="107" y="175"/>
                  </a:cubicBezTo>
                  <a:cubicBezTo>
                    <a:pt x="105" y="180"/>
                    <a:pt x="104" y="185"/>
                    <a:pt x="102" y="190"/>
                  </a:cubicBezTo>
                  <a:cubicBezTo>
                    <a:pt x="99" y="195"/>
                    <a:pt x="98" y="197"/>
                    <a:pt x="93" y="197"/>
                  </a:cubicBezTo>
                  <a:cubicBezTo>
                    <a:pt x="89" y="196"/>
                    <a:pt x="84" y="192"/>
                    <a:pt x="84" y="189"/>
                  </a:cubicBezTo>
                  <a:cubicBezTo>
                    <a:pt x="84" y="187"/>
                    <a:pt x="83" y="186"/>
                    <a:pt x="83" y="185"/>
                  </a:cubicBezTo>
                  <a:cubicBezTo>
                    <a:pt x="82" y="182"/>
                    <a:pt x="82" y="180"/>
                    <a:pt x="84" y="177"/>
                  </a:cubicBezTo>
                  <a:cubicBezTo>
                    <a:pt x="86" y="175"/>
                    <a:pt x="85" y="176"/>
                    <a:pt x="86" y="177"/>
                  </a:cubicBezTo>
                  <a:cubicBezTo>
                    <a:pt x="88" y="178"/>
                    <a:pt x="90" y="176"/>
                    <a:pt x="92" y="174"/>
                  </a:cubicBezTo>
                  <a:cubicBezTo>
                    <a:pt x="96" y="169"/>
                    <a:pt x="98" y="162"/>
                    <a:pt x="101" y="155"/>
                  </a:cubicBezTo>
                  <a:cubicBezTo>
                    <a:pt x="101" y="154"/>
                    <a:pt x="101" y="153"/>
                    <a:pt x="101" y="153"/>
                  </a:cubicBezTo>
                  <a:cubicBezTo>
                    <a:pt x="98" y="147"/>
                    <a:pt x="96" y="141"/>
                    <a:pt x="93" y="136"/>
                  </a:cubicBezTo>
                  <a:cubicBezTo>
                    <a:pt x="91" y="135"/>
                    <a:pt x="91" y="135"/>
                    <a:pt x="90" y="136"/>
                  </a:cubicBezTo>
                  <a:cubicBezTo>
                    <a:pt x="89" y="137"/>
                    <a:pt x="89" y="138"/>
                    <a:pt x="89" y="138"/>
                  </a:cubicBezTo>
                  <a:cubicBezTo>
                    <a:pt x="86" y="141"/>
                    <a:pt x="83" y="141"/>
                    <a:pt x="81" y="138"/>
                  </a:cubicBezTo>
                  <a:cubicBezTo>
                    <a:pt x="78" y="132"/>
                    <a:pt x="76" y="126"/>
                    <a:pt x="78" y="120"/>
                  </a:cubicBezTo>
                  <a:cubicBezTo>
                    <a:pt x="80" y="115"/>
                    <a:pt x="83" y="110"/>
                    <a:pt x="85" y="104"/>
                  </a:cubicBezTo>
                  <a:cubicBezTo>
                    <a:pt x="88" y="96"/>
                    <a:pt x="91" y="88"/>
                    <a:pt x="91" y="79"/>
                  </a:cubicBezTo>
                  <a:cubicBezTo>
                    <a:pt x="91" y="79"/>
                    <a:pt x="91" y="77"/>
                    <a:pt x="91" y="77"/>
                  </a:cubicBezTo>
                  <a:cubicBezTo>
                    <a:pt x="90" y="77"/>
                    <a:pt x="89" y="77"/>
                    <a:pt x="88" y="78"/>
                  </a:cubicBezTo>
                  <a:cubicBezTo>
                    <a:pt x="84" y="81"/>
                    <a:pt x="82" y="85"/>
                    <a:pt x="79" y="89"/>
                  </a:cubicBezTo>
                  <a:cubicBezTo>
                    <a:pt x="75" y="97"/>
                    <a:pt x="74" y="106"/>
                    <a:pt x="72" y="115"/>
                  </a:cubicBezTo>
                  <a:cubicBezTo>
                    <a:pt x="71" y="117"/>
                    <a:pt x="73" y="120"/>
                    <a:pt x="73" y="122"/>
                  </a:cubicBezTo>
                  <a:cubicBezTo>
                    <a:pt x="73" y="124"/>
                    <a:pt x="74" y="125"/>
                    <a:pt x="74" y="127"/>
                  </a:cubicBezTo>
                  <a:cubicBezTo>
                    <a:pt x="74" y="128"/>
                    <a:pt x="74" y="130"/>
                    <a:pt x="75" y="132"/>
                  </a:cubicBezTo>
                  <a:cubicBezTo>
                    <a:pt x="75" y="133"/>
                    <a:pt x="75" y="134"/>
                    <a:pt x="75" y="135"/>
                  </a:cubicBezTo>
                  <a:cubicBezTo>
                    <a:pt x="75" y="138"/>
                    <a:pt x="75" y="141"/>
                    <a:pt x="75" y="144"/>
                  </a:cubicBezTo>
                  <a:cubicBezTo>
                    <a:pt x="75" y="146"/>
                    <a:pt x="75" y="148"/>
                    <a:pt x="73" y="150"/>
                  </a:cubicBezTo>
                  <a:cubicBezTo>
                    <a:pt x="71" y="151"/>
                    <a:pt x="69" y="150"/>
                    <a:pt x="67" y="149"/>
                  </a:cubicBezTo>
                  <a:cubicBezTo>
                    <a:pt x="62" y="147"/>
                    <a:pt x="59" y="143"/>
                    <a:pt x="57" y="138"/>
                  </a:cubicBezTo>
                  <a:cubicBezTo>
                    <a:pt x="53" y="132"/>
                    <a:pt x="52" y="125"/>
                    <a:pt x="51" y="118"/>
                  </a:cubicBezTo>
                  <a:cubicBezTo>
                    <a:pt x="51" y="104"/>
                    <a:pt x="53" y="90"/>
                    <a:pt x="57" y="76"/>
                  </a:cubicBezTo>
                  <a:cubicBezTo>
                    <a:pt x="57" y="74"/>
                    <a:pt x="58" y="72"/>
                    <a:pt x="57" y="71"/>
                  </a:cubicBezTo>
                  <a:cubicBezTo>
                    <a:pt x="57" y="71"/>
                    <a:pt x="56" y="71"/>
                    <a:pt x="55" y="72"/>
                  </a:cubicBezTo>
                  <a:cubicBezTo>
                    <a:pt x="51" y="79"/>
                    <a:pt x="46" y="86"/>
                    <a:pt x="42" y="93"/>
                  </a:cubicBezTo>
                  <a:cubicBezTo>
                    <a:pt x="41" y="94"/>
                    <a:pt x="40" y="96"/>
                    <a:pt x="40" y="97"/>
                  </a:cubicBezTo>
                  <a:cubicBezTo>
                    <a:pt x="34" y="105"/>
                    <a:pt x="31" y="115"/>
                    <a:pt x="26" y="124"/>
                  </a:cubicBezTo>
                  <a:cubicBezTo>
                    <a:pt x="23" y="130"/>
                    <a:pt x="20" y="137"/>
                    <a:pt x="16" y="143"/>
                  </a:cubicBezTo>
                  <a:cubicBezTo>
                    <a:pt x="14" y="147"/>
                    <a:pt x="11" y="148"/>
                    <a:pt x="7" y="147"/>
                  </a:cubicBezTo>
                  <a:cubicBezTo>
                    <a:pt x="4" y="147"/>
                    <a:pt x="2" y="145"/>
                    <a:pt x="0" y="142"/>
                  </a:cubicBezTo>
                  <a:close/>
                  <a:moveTo>
                    <a:pt x="14" y="34"/>
                  </a:moveTo>
                  <a:cubicBezTo>
                    <a:pt x="16" y="34"/>
                    <a:pt x="18" y="35"/>
                    <a:pt x="19" y="36"/>
                  </a:cubicBezTo>
                  <a:cubicBezTo>
                    <a:pt x="21" y="36"/>
                    <a:pt x="22" y="37"/>
                    <a:pt x="23" y="37"/>
                  </a:cubicBezTo>
                  <a:cubicBezTo>
                    <a:pt x="25" y="37"/>
                    <a:pt x="26" y="38"/>
                    <a:pt x="26" y="40"/>
                  </a:cubicBezTo>
                  <a:cubicBezTo>
                    <a:pt x="26" y="42"/>
                    <a:pt x="26" y="44"/>
                    <a:pt x="26" y="47"/>
                  </a:cubicBezTo>
                  <a:cubicBezTo>
                    <a:pt x="26" y="49"/>
                    <a:pt x="25" y="55"/>
                    <a:pt x="26" y="55"/>
                  </a:cubicBezTo>
                  <a:cubicBezTo>
                    <a:pt x="27" y="55"/>
                    <a:pt x="29" y="49"/>
                    <a:pt x="30" y="47"/>
                  </a:cubicBezTo>
                  <a:cubicBezTo>
                    <a:pt x="31" y="45"/>
                    <a:pt x="32" y="42"/>
                    <a:pt x="35" y="41"/>
                  </a:cubicBezTo>
                  <a:cubicBezTo>
                    <a:pt x="40" y="40"/>
                    <a:pt x="45" y="37"/>
                    <a:pt x="48" y="33"/>
                  </a:cubicBezTo>
                  <a:cubicBezTo>
                    <a:pt x="51" y="30"/>
                    <a:pt x="53" y="27"/>
                    <a:pt x="51" y="23"/>
                  </a:cubicBezTo>
                  <a:cubicBezTo>
                    <a:pt x="49" y="17"/>
                    <a:pt x="46" y="11"/>
                    <a:pt x="39" y="9"/>
                  </a:cubicBezTo>
                  <a:cubicBezTo>
                    <a:pt x="36" y="8"/>
                    <a:pt x="33" y="7"/>
                    <a:pt x="29" y="7"/>
                  </a:cubicBezTo>
                  <a:cubicBezTo>
                    <a:pt x="25" y="7"/>
                    <a:pt x="20" y="7"/>
                    <a:pt x="16" y="8"/>
                  </a:cubicBezTo>
                  <a:cubicBezTo>
                    <a:pt x="13" y="9"/>
                    <a:pt x="11" y="9"/>
                    <a:pt x="10" y="12"/>
                  </a:cubicBezTo>
                  <a:cubicBezTo>
                    <a:pt x="9" y="14"/>
                    <a:pt x="8" y="17"/>
                    <a:pt x="7" y="19"/>
                  </a:cubicBezTo>
                  <a:cubicBezTo>
                    <a:pt x="5" y="24"/>
                    <a:pt x="8" y="33"/>
                    <a:pt x="14" y="3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61"/>
            <p:cNvSpPr>
              <a:spLocks noEditPoints="1"/>
            </p:cNvSpPr>
            <p:nvPr/>
          </p:nvSpPr>
          <p:spPr bwMode="auto">
            <a:xfrm>
              <a:off x="-1695450" y="-1049338"/>
              <a:ext cx="127000" cy="174625"/>
            </a:xfrm>
            <a:custGeom>
              <a:avLst/>
              <a:gdLst>
                <a:gd name="T0" fmla="*/ 81 w 167"/>
                <a:gd name="T1" fmla="*/ 122 h 228"/>
                <a:gd name="T2" fmla="*/ 96 w 167"/>
                <a:gd name="T3" fmla="*/ 130 h 228"/>
                <a:gd name="T4" fmla="*/ 82 w 167"/>
                <a:gd name="T5" fmla="*/ 167 h 228"/>
                <a:gd name="T6" fmla="*/ 99 w 167"/>
                <a:gd name="T7" fmla="*/ 175 h 228"/>
                <a:gd name="T8" fmla="*/ 87 w 167"/>
                <a:gd name="T9" fmla="*/ 195 h 228"/>
                <a:gd name="T10" fmla="*/ 84 w 167"/>
                <a:gd name="T11" fmla="*/ 216 h 228"/>
                <a:gd name="T12" fmla="*/ 110 w 167"/>
                <a:gd name="T13" fmla="*/ 210 h 228"/>
                <a:gd name="T14" fmla="*/ 150 w 167"/>
                <a:gd name="T15" fmla="*/ 201 h 228"/>
                <a:gd name="T16" fmla="*/ 161 w 167"/>
                <a:gd name="T17" fmla="*/ 197 h 228"/>
                <a:gd name="T18" fmla="*/ 163 w 167"/>
                <a:gd name="T19" fmla="*/ 174 h 228"/>
                <a:gd name="T20" fmla="*/ 124 w 167"/>
                <a:gd name="T21" fmla="*/ 178 h 228"/>
                <a:gd name="T22" fmla="*/ 121 w 167"/>
                <a:gd name="T23" fmla="*/ 159 h 228"/>
                <a:gd name="T24" fmla="*/ 138 w 167"/>
                <a:gd name="T25" fmla="*/ 128 h 228"/>
                <a:gd name="T26" fmla="*/ 114 w 167"/>
                <a:gd name="T27" fmla="*/ 133 h 228"/>
                <a:gd name="T28" fmla="*/ 118 w 167"/>
                <a:gd name="T29" fmla="*/ 112 h 228"/>
                <a:gd name="T30" fmla="*/ 136 w 167"/>
                <a:gd name="T31" fmla="*/ 85 h 228"/>
                <a:gd name="T32" fmla="*/ 147 w 167"/>
                <a:gd name="T33" fmla="*/ 25 h 228"/>
                <a:gd name="T34" fmla="*/ 112 w 167"/>
                <a:gd name="T35" fmla="*/ 1 h 228"/>
                <a:gd name="T36" fmla="*/ 97 w 167"/>
                <a:gd name="T37" fmla="*/ 5 h 228"/>
                <a:gd name="T38" fmla="*/ 66 w 167"/>
                <a:gd name="T39" fmla="*/ 46 h 228"/>
                <a:gd name="T40" fmla="*/ 83 w 167"/>
                <a:gd name="T41" fmla="*/ 53 h 228"/>
                <a:gd name="T42" fmla="*/ 116 w 167"/>
                <a:gd name="T43" fmla="*/ 21 h 228"/>
                <a:gd name="T44" fmla="*/ 131 w 167"/>
                <a:gd name="T45" fmla="*/ 46 h 228"/>
                <a:gd name="T46" fmla="*/ 115 w 167"/>
                <a:gd name="T47" fmla="*/ 89 h 228"/>
                <a:gd name="T48" fmla="*/ 111 w 167"/>
                <a:gd name="T49" fmla="*/ 76 h 228"/>
                <a:gd name="T50" fmla="*/ 123 w 167"/>
                <a:gd name="T51" fmla="*/ 53 h 228"/>
                <a:gd name="T52" fmla="*/ 103 w 167"/>
                <a:gd name="T53" fmla="*/ 49 h 228"/>
                <a:gd name="T54" fmla="*/ 89 w 167"/>
                <a:gd name="T55" fmla="*/ 59 h 228"/>
                <a:gd name="T56" fmla="*/ 81 w 167"/>
                <a:gd name="T57" fmla="*/ 80 h 228"/>
                <a:gd name="T58" fmla="*/ 79 w 167"/>
                <a:gd name="T59" fmla="*/ 81 h 228"/>
                <a:gd name="T60" fmla="*/ 59 w 167"/>
                <a:gd name="T61" fmla="*/ 102 h 228"/>
                <a:gd name="T62" fmla="*/ 84 w 167"/>
                <a:gd name="T63" fmla="*/ 87 h 228"/>
                <a:gd name="T64" fmla="*/ 89 w 167"/>
                <a:gd name="T65" fmla="*/ 102 h 228"/>
                <a:gd name="T66" fmla="*/ 82 w 167"/>
                <a:gd name="T67" fmla="*/ 88 h 228"/>
                <a:gd name="T68" fmla="*/ 7 w 167"/>
                <a:gd name="T69" fmla="*/ 103 h 228"/>
                <a:gd name="T70" fmla="*/ 33 w 167"/>
                <a:gd name="T71" fmla="*/ 100 h 228"/>
                <a:gd name="T72" fmla="*/ 40 w 167"/>
                <a:gd name="T73" fmla="*/ 123 h 228"/>
                <a:gd name="T74" fmla="*/ 10 w 167"/>
                <a:gd name="T75" fmla="*/ 157 h 228"/>
                <a:gd name="T76" fmla="*/ 32 w 167"/>
                <a:gd name="T77" fmla="*/ 185 h 228"/>
                <a:gd name="T78" fmla="*/ 42 w 167"/>
                <a:gd name="T79" fmla="*/ 226 h 228"/>
                <a:gd name="T80" fmla="*/ 61 w 167"/>
                <a:gd name="T81" fmla="*/ 185 h 228"/>
                <a:gd name="T82" fmla="*/ 67 w 167"/>
                <a:gd name="T83" fmla="*/ 143 h 228"/>
                <a:gd name="T84" fmla="*/ 66 w 167"/>
                <a:gd name="T85" fmla="*/ 139 h 228"/>
                <a:gd name="T86" fmla="*/ 48 w 167"/>
                <a:gd name="T87" fmla="*/ 197 h 228"/>
                <a:gd name="T88" fmla="*/ 46 w 167"/>
                <a:gd name="T89" fmla="*/ 191 h 228"/>
                <a:gd name="T90" fmla="*/ 53 w 167"/>
                <a:gd name="T91" fmla="*/ 137 h 228"/>
                <a:gd name="T92" fmla="*/ 46 w 167"/>
                <a:gd name="T93" fmla="*/ 110 h 228"/>
                <a:gd name="T94" fmla="*/ 52 w 167"/>
                <a:gd name="T95" fmla="*/ 68 h 228"/>
                <a:gd name="T96" fmla="*/ 22 w 167"/>
                <a:gd name="T97" fmla="*/ 71 h 228"/>
                <a:gd name="T98" fmla="*/ 1 w 167"/>
                <a:gd name="T99" fmla="*/ 95 h 228"/>
                <a:gd name="T100" fmla="*/ 34 w 167"/>
                <a:gd name="T101" fmla="*/ 162 h 228"/>
                <a:gd name="T102" fmla="*/ 33 w 167"/>
                <a:gd name="T103" fmla="*/ 146 h 228"/>
                <a:gd name="T104" fmla="*/ 35 w 167"/>
                <a:gd name="T105" fmla="*/ 16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7" h="228">
                  <a:moveTo>
                    <a:pt x="62" y="112"/>
                  </a:moveTo>
                  <a:cubicBezTo>
                    <a:pt x="65" y="117"/>
                    <a:pt x="69" y="122"/>
                    <a:pt x="76" y="122"/>
                  </a:cubicBezTo>
                  <a:cubicBezTo>
                    <a:pt x="77" y="122"/>
                    <a:pt x="79" y="123"/>
                    <a:pt x="81" y="122"/>
                  </a:cubicBezTo>
                  <a:cubicBezTo>
                    <a:pt x="82" y="121"/>
                    <a:pt x="83" y="122"/>
                    <a:pt x="84" y="123"/>
                  </a:cubicBezTo>
                  <a:cubicBezTo>
                    <a:pt x="85" y="127"/>
                    <a:pt x="88" y="128"/>
                    <a:pt x="92" y="128"/>
                  </a:cubicBezTo>
                  <a:cubicBezTo>
                    <a:pt x="95" y="127"/>
                    <a:pt x="96" y="128"/>
                    <a:pt x="96" y="130"/>
                  </a:cubicBezTo>
                  <a:cubicBezTo>
                    <a:pt x="97" y="133"/>
                    <a:pt x="97" y="137"/>
                    <a:pt x="97" y="140"/>
                  </a:cubicBezTo>
                  <a:cubicBezTo>
                    <a:pt x="97" y="144"/>
                    <a:pt x="96" y="148"/>
                    <a:pt x="92" y="151"/>
                  </a:cubicBezTo>
                  <a:cubicBezTo>
                    <a:pt x="87" y="155"/>
                    <a:pt x="85" y="161"/>
                    <a:pt x="82" y="167"/>
                  </a:cubicBezTo>
                  <a:cubicBezTo>
                    <a:pt x="81" y="169"/>
                    <a:pt x="82" y="170"/>
                    <a:pt x="83" y="171"/>
                  </a:cubicBezTo>
                  <a:cubicBezTo>
                    <a:pt x="87" y="173"/>
                    <a:pt x="91" y="174"/>
                    <a:pt x="96" y="173"/>
                  </a:cubicBezTo>
                  <a:cubicBezTo>
                    <a:pt x="98" y="173"/>
                    <a:pt x="98" y="173"/>
                    <a:pt x="99" y="175"/>
                  </a:cubicBezTo>
                  <a:cubicBezTo>
                    <a:pt x="99" y="178"/>
                    <a:pt x="99" y="180"/>
                    <a:pt x="100" y="183"/>
                  </a:cubicBezTo>
                  <a:cubicBezTo>
                    <a:pt x="100" y="185"/>
                    <a:pt x="99" y="187"/>
                    <a:pt x="98" y="188"/>
                  </a:cubicBezTo>
                  <a:cubicBezTo>
                    <a:pt x="94" y="191"/>
                    <a:pt x="90" y="192"/>
                    <a:pt x="87" y="195"/>
                  </a:cubicBezTo>
                  <a:cubicBezTo>
                    <a:pt x="86" y="196"/>
                    <a:pt x="84" y="197"/>
                    <a:pt x="83" y="199"/>
                  </a:cubicBezTo>
                  <a:cubicBezTo>
                    <a:pt x="80" y="203"/>
                    <a:pt x="79" y="209"/>
                    <a:pt x="82" y="212"/>
                  </a:cubicBezTo>
                  <a:cubicBezTo>
                    <a:pt x="82" y="213"/>
                    <a:pt x="83" y="215"/>
                    <a:pt x="84" y="216"/>
                  </a:cubicBezTo>
                  <a:cubicBezTo>
                    <a:pt x="85" y="219"/>
                    <a:pt x="88" y="221"/>
                    <a:pt x="91" y="220"/>
                  </a:cubicBezTo>
                  <a:cubicBezTo>
                    <a:pt x="93" y="219"/>
                    <a:pt x="96" y="218"/>
                    <a:pt x="98" y="217"/>
                  </a:cubicBezTo>
                  <a:cubicBezTo>
                    <a:pt x="102" y="214"/>
                    <a:pt x="106" y="212"/>
                    <a:pt x="110" y="210"/>
                  </a:cubicBezTo>
                  <a:cubicBezTo>
                    <a:pt x="113" y="208"/>
                    <a:pt x="116" y="207"/>
                    <a:pt x="119" y="205"/>
                  </a:cubicBezTo>
                  <a:cubicBezTo>
                    <a:pt x="126" y="202"/>
                    <a:pt x="134" y="199"/>
                    <a:pt x="142" y="200"/>
                  </a:cubicBezTo>
                  <a:cubicBezTo>
                    <a:pt x="145" y="200"/>
                    <a:pt x="148" y="201"/>
                    <a:pt x="150" y="201"/>
                  </a:cubicBezTo>
                  <a:cubicBezTo>
                    <a:pt x="151" y="201"/>
                    <a:pt x="152" y="202"/>
                    <a:pt x="153" y="201"/>
                  </a:cubicBezTo>
                  <a:cubicBezTo>
                    <a:pt x="156" y="200"/>
                    <a:pt x="157" y="199"/>
                    <a:pt x="159" y="198"/>
                  </a:cubicBezTo>
                  <a:cubicBezTo>
                    <a:pt x="160" y="198"/>
                    <a:pt x="161" y="197"/>
                    <a:pt x="161" y="197"/>
                  </a:cubicBezTo>
                  <a:cubicBezTo>
                    <a:pt x="162" y="194"/>
                    <a:pt x="163" y="192"/>
                    <a:pt x="164" y="189"/>
                  </a:cubicBezTo>
                  <a:cubicBezTo>
                    <a:pt x="165" y="186"/>
                    <a:pt x="165" y="183"/>
                    <a:pt x="166" y="180"/>
                  </a:cubicBezTo>
                  <a:cubicBezTo>
                    <a:pt x="167" y="177"/>
                    <a:pt x="166" y="175"/>
                    <a:pt x="163" y="174"/>
                  </a:cubicBezTo>
                  <a:cubicBezTo>
                    <a:pt x="161" y="173"/>
                    <a:pt x="158" y="173"/>
                    <a:pt x="156" y="173"/>
                  </a:cubicBezTo>
                  <a:cubicBezTo>
                    <a:pt x="152" y="173"/>
                    <a:pt x="148" y="172"/>
                    <a:pt x="144" y="173"/>
                  </a:cubicBezTo>
                  <a:cubicBezTo>
                    <a:pt x="137" y="174"/>
                    <a:pt x="131" y="177"/>
                    <a:pt x="124" y="178"/>
                  </a:cubicBezTo>
                  <a:cubicBezTo>
                    <a:pt x="123" y="179"/>
                    <a:pt x="122" y="178"/>
                    <a:pt x="122" y="177"/>
                  </a:cubicBezTo>
                  <a:cubicBezTo>
                    <a:pt x="120" y="176"/>
                    <a:pt x="120" y="174"/>
                    <a:pt x="119" y="172"/>
                  </a:cubicBezTo>
                  <a:cubicBezTo>
                    <a:pt x="118" y="167"/>
                    <a:pt x="117" y="163"/>
                    <a:pt x="121" y="159"/>
                  </a:cubicBezTo>
                  <a:cubicBezTo>
                    <a:pt x="124" y="155"/>
                    <a:pt x="128" y="151"/>
                    <a:pt x="133" y="148"/>
                  </a:cubicBezTo>
                  <a:cubicBezTo>
                    <a:pt x="138" y="144"/>
                    <a:pt x="142" y="137"/>
                    <a:pt x="138" y="130"/>
                  </a:cubicBezTo>
                  <a:cubicBezTo>
                    <a:pt x="138" y="129"/>
                    <a:pt x="138" y="129"/>
                    <a:pt x="138" y="128"/>
                  </a:cubicBezTo>
                  <a:cubicBezTo>
                    <a:pt x="137" y="125"/>
                    <a:pt x="134" y="123"/>
                    <a:pt x="131" y="124"/>
                  </a:cubicBezTo>
                  <a:cubicBezTo>
                    <a:pt x="128" y="125"/>
                    <a:pt x="125" y="127"/>
                    <a:pt x="122" y="128"/>
                  </a:cubicBezTo>
                  <a:cubicBezTo>
                    <a:pt x="119" y="129"/>
                    <a:pt x="117" y="131"/>
                    <a:pt x="114" y="133"/>
                  </a:cubicBezTo>
                  <a:cubicBezTo>
                    <a:pt x="112" y="134"/>
                    <a:pt x="111" y="134"/>
                    <a:pt x="111" y="132"/>
                  </a:cubicBezTo>
                  <a:cubicBezTo>
                    <a:pt x="111" y="129"/>
                    <a:pt x="110" y="126"/>
                    <a:pt x="110" y="124"/>
                  </a:cubicBezTo>
                  <a:cubicBezTo>
                    <a:pt x="110" y="118"/>
                    <a:pt x="113" y="114"/>
                    <a:pt x="118" y="112"/>
                  </a:cubicBezTo>
                  <a:cubicBezTo>
                    <a:pt x="125" y="111"/>
                    <a:pt x="128" y="107"/>
                    <a:pt x="129" y="101"/>
                  </a:cubicBezTo>
                  <a:cubicBezTo>
                    <a:pt x="130" y="99"/>
                    <a:pt x="130" y="98"/>
                    <a:pt x="131" y="96"/>
                  </a:cubicBezTo>
                  <a:cubicBezTo>
                    <a:pt x="132" y="92"/>
                    <a:pt x="135" y="89"/>
                    <a:pt x="136" y="85"/>
                  </a:cubicBezTo>
                  <a:cubicBezTo>
                    <a:pt x="138" y="80"/>
                    <a:pt x="140" y="75"/>
                    <a:pt x="142" y="70"/>
                  </a:cubicBezTo>
                  <a:cubicBezTo>
                    <a:pt x="144" y="60"/>
                    <a:pt x="146" y="50"/>
                    <a:pt x="148" y="40"/>
                  </a:cubicBezTo>
                  <a:cubicBezTo>
                    <a:pt x="148" y="35"/>
                    <a:pt x="148" y="30"/>
                    <a:pt x="147" y="25"/>
                  </a:cubicBezTo>
                  <a:cubicBezTo>
                    <a:pt x="146" y="21"/>
                    <a:pt x="144" y="17"/>
                    <a:pt x="141" y="14"/>
                  </a:cubicBezTo>
                  <a:cubicBezTo>
                    <a:pt x="138" y="9"/>
                    <a:pt x="134" y="4"/>
                    <a:pt x="128" y="2"/>
                  </a:cubicBezTo>
                  <a:cubicBezTo>
                    <a:pt x="123" y="0"/>
                    <a:pt x="117" y="0"/>
                    <a:pt x="112" y="1"/>
                  </a:cubicBezTo>
                  <a:cubicBezTo>
                    <a:pt x="112" y="1"/>
                    <a:pt x="111" y="1"/>
                    <a:pt x="110" y="1"/>
                  </a:cubicBezTo>
                  <a:cubicBezTo>
                    <a:pt x="109" y="2"/>
                    <a:pt x="107" y="2"/>
                    <a:pt x="105" y="3"/>
                  </a:cubicBezTo>
                  <a:cubicBezTo>
                    <a:pt x="102" y="4"/>
                    <a:pt x="100" y="4"/>
                    <a:pt x="97" y="5"/>
                  </a:cubicBezTo>
                  <a:cubicBezTo>
                    <a:pt x="89" y="10"/>
                    <a:pt x="82" y="17"/>
                    <a:pt x="76" y="24"/>
                  </a:cubicBezTo>
                  <a:cubicBezTo>
                    <a:pt x="73" y="29"/>
                    <a:pt x="70" y="33"/>
                    <a:pt x="68" y="39"/>
                  </a:cubicBezTo>
                  <a:cubicBezTo>
                    <a:pt x="68" y="41"/>
                    <a:pt x="66" y="43"/>
                    <a:pt x="66" y="46"/>
                  </a:cubicBezTo>
                  <a:cubicBezTo>
                    <a:pt x="65" y="49"/>
                    <a:pt x="66" y="52"/>
                    <a:pt x="68" y="53"/>
                  </a:cubicBezTo>
                  <a:cubicBezTo>
                    <a:pt x="70" y="53"/>
                    <a:pt x="72" y="54"/>
                    <a:pt x="75" y="54"/>
                  </a:cubicBezTo>
                  <a:cubicBezTo>
                    <a:pt x="78" y="54"/>
                    <a:pt x="80" y="54"/>
                    <a:pt x="83" y="53"/>
                  </a:cubicBezTo>
                  <a:cubicBezTo>
                    <a:pt x="85" y="52"/>
                    <a:pt x="87" y="51"/>
                    <a:pt x="88" y="50"/>
                  </a:cubicBezTo>
                  <a:cubicBezTo>
                    <a:pt x="91" y="46"/>
                    <a:pt x="94" y="42"/>
                    <a:pt x="97" y="38"/>
                  </a:cubicBezTo>
                  <a:cubicBezTo>
                    <a:pt x="102" y="31"/>
                    <a:pt x="108" y="25"/>
                    <a:pt x="116" y="21"/>
                  </a:cubicBezTo>
                  <a:cubicBezTo>
                    <a:pt x="120" y="20"/>
                    <a:pt x="122" y="20"/>
                    <a:pt x="125" y="23"/>
                  </a:cubicBezTo>
                  <a:cubicBezTo>
                    <a:pt x="128" y="26"/>
                    <a:pt x="130" y="30"/>
                    <a:pt x="131" y="35"/>
                  </a:cubicBezTo>
                  <a:cubicBezTo>
                    <a:pt x="131" y="38"/>
                    <a:pt x="131" y="42"/>
                    <a:pt x="131" y="46"/>
                  </a:cubicBezTo>
                  <a:cubicBezTo>
                    <a:pt x="130" y="52"/>
                    <a:pt x="129" y="58"/>
                    <a:pt x="128" y="64"/>
                  </a:cubicBezTo>
                  <a:cubicBezTo>
                    <a:pt x="127" y="70"/>
                    <a:pt x="125" y="76"/>
                    <a:pt x="123" y="82"/>
                  </a:cubicBezTo>
                  <a:cubicBezTo>
                    <a:pt x="122" y="86"/>
                    <a:pt x="119" y="89"/>
                    <a:pt x="115" y="89"/>
                  </a:cubicBezTo>
                  <a:cubicBezTo>
                    <a:pt x="114" y="89"/>
                    <a:pt x="113" y="89"/>
                    <a:pt x="112" y="90"/>
                  </a:cubicBezTo>
                  <a:cubicBezTo>
                    <a:pt x="110" y="90"/>
                    <a:pt x="109" y="89"/>
                    <a:pt x="109" y="87"/>
                  </a:cubicBezTo>
                  <a:cubicBezTo>
                    <a:pt x="109" y="84"/>
                    <a:pt x="109" y="80"/>
                    <a:pt x="111" y="76"/>
                  </a:cubicBezTo>
                  <a:cubicBezTo>
                    <a:pt x="114" y="73"/>
                    <a:pt x="117" y="69"/>
                    <a:pt x="120" y="66"/>
                  </a:cubicBezTo>
                  <a:cubicBezTo>
                    <a:pt x="121" y="65"/>
                    <a:pt x="121" y="64"/>
                    <a:pt x="122" y="63"/>
                  </a:cubicBezTo>
                  <a:cubicBezTo>
                    <a:pt x="122" y="60"/>
                    <a:pt x="122" y="56"/>
                    <a:pt x="123" y="53"/>
                  </a:cubicBezTo>
                  <a:cubicBezTo>
                    <a:pt x="123" y="52"/>
                    <a:pt x="122" y="51"/>
                    <a:pt x="122" y="51"/>
                  </a:cubicBezTo>
                  <a:cubicBezTo>
                    <a:pt x="117" y="48"/>
                    <a:pt x="112" y="45"/>
                    <a:pt x="106" y="49"/>
                  </a:cubicBezTo>
                  <a:cubicBezTo>
                    <a:pt x="105" y="50"/>
                    <a:pt x="104" y="50"/>
                    <a:pt x="103" y="49"/>
                  </a:cubicBezTo>
                  <a:cubicBezTo>
                    <a:pt x="100" y="47"/>
                    <a:pt x="94" y="47"/>
                    <a:pt x="91" y="50"/>
                  </a:cubicBezTo>
                  <a:cubicBezTo>
                    <a:pt x="90" y="52"/>
                    <a:pt x="90" y="54"/>
                    <a:pt x="89" y="56"/>
                  </a:cubicBezTo>
                  <a:cubicBezTo>
                    <a:pt x="89" y="57"/>
                    <a:pt x="88" y="59"/>
                    <a:pt x="89" y="59"/>
                  </a:cubicBezTo>
                  <a:cubicBezTo>
                    <a:pt x="90" y="61"/>
                    <a:pt x="89" y="62"/>
                    <a:pt x="88" y="63"/>
                  </a:cubicBezTo>
                  <a:cubicBezTo>
                    <a:pt x="87" y="64"/>
                    <a:pt x="86" y="66"/>
                    <a:pt x="85" y="67"/>
                  </a:cubicBezTo>
                  <a:cubicBezTo>
                    <a:pt x="82" y="71"/>
                    <a:pt x="80" y="75"/>
                    <a:pt x="81" y="80"/>
                  </a:cubicBezTo>
                  <a:cubicBezTo>
                    <a:pt x="81" y="81"/>
                    <a:pt x="81" y="82"/>
                    <a:pt x="81" y="83"/>
                  </a:cubicBezTo>
                  <a:cubicBezTo>
                    <a:pt x="80" y="83"/>
                    <a:pt x="80" y="83"/>
                    <a:pt x="80" y="83"/>
                  </a:cubicBezTo>
                  <a:cubicBezTo>
                    <a:pt x="80" y="82"/>
                    <a:pt x="79" y="82"/>
                    <a:pt x="79" y="81"/>
                  </a:cubicBezTo>
                  <a:cubicBezTo>
                    <a:pt x="76" y="75"/>
                    <a:pt x="72" y="73"/>
                    <a:pt x="66" y="73"/>
                  </a:cubicBezTo>
                  <a:cubicBezTo>
                    <a:pt x="61" y="73"/>
                    <a:pt x="54" y="78"/>
                    <a:pt x="55" y="85"/>
                  </a:cubicBezTo>
                  <a:cubicBezTo>
                    <a:pt x="56" y="91"/>
                    <a:pt x="57" y="96"/>
                    <a:pt x="59" y="102"/>
                  </a:cubicBezTo>
                  <a:cubicBezTo>
                    <a:pt x="60" y="105"/>
                    <a:pt x="61" y="109"/>
                    <a:pt x="62" y="112"/>
                  </a:cubicBezTo>
                  <a:close/>
                  <a:moveTo>
                    <a:pt x="82" y="87"/>
                  </a:moveTo>
                  <a:cubicBezTo>
                    <a:pt x="83" y="86"/>
                    <a:pt x="83" y="87"/>
                    <a:pt x="84" y="87"/>
                  </a:cubicBezTo>
                  <a:cubicBezTo>
                    <a:pt x="86" y="89"/>
                    <a:pt x="88" y="90"/>
                    <a:pt x="91" y="91"/>
                  </a:cubicBezTo>
                  <a:cubicBezTo>
                    <a:pt x="92" y="91"/>
                    <a:pt x="93" y="93"/>
                    <a:pt x="93" y="93"/>
                  </a:cubicBezTo>
                  <a:cubicBezTo>
                    <a:pt x="92" y="96"/>
                    <a:pt x="91" y="99"/>
                    <a:pt x="89" y="102"/>
                  </a:cubicBezTo>
                  <a:cubicBezTo>
                    <a:pt x="89" y="102"/>
                    <a:pt x="89" y="103"/>
                    <a:pt x="88" y="103"/>
                  </a:cubicBezTo>
                  <a:cubicBezTo>
                    <a:pt x="88" y="103"/>
                    <a:pt x="87" y="102"/>
                    <a:pt x="87" y="102"/>
                  </a:cubicBezTo>
                  <a:cubicBezTo>
                    <a:pt x="86" y="97"/>
                    <a:pt x="84" y="93"/>
                    <a:pt x="82" y="88"/>
                  </a:cubicBezTo>
                  <a:cubicBezTo>
                    <a:pt x="82" y="88"/>
                    <a:pt x="82" y="88"/>
                    <a:pt x="82" y="88"/>
                  </a:cubicBezTo>
                  <a:cubicBezTo>
                    <a:pt x="82" y="87"/>
                    <a:pt x="82" y="87"/>
                    <a:pt x="82" y="87"/>
                  </a:cubicBezTo>
                  <a:close/>
                  <a:moveTo>
                    <a:pt x="7" y="103"/>
                  </a:moveTo>
                  <a:cubicBezTo>
                    <a:pt x="8" y="103"/>
                    <a:pt x="9" y="104"/>
                    <a:pt x="10" y="105"/>
                  </a:cubicBezTo>
                  <a:cubicBezTo>
                    <a:pt x="13" y="109"/>
                    <a:pt x="20" y="110"/>
                    <a:pt x="24" y="107"/>
                  </a:cubicBezTo>
                  <a:cubicBezTo>
                    <a:pt x="27" y="104"/>
                    <a:pt x="30" y="102"/>
                    <a:pt x="33" y="100"/>
                  </a:cubicBezTo>
                  <a:cubicBezTo>
                    <a:pt x="34" y="98"/>
                    <a:pt x="35" y="98"/>
                    <a:pt x="36" y="100"/>
                  </a:cubicBezTo>
                  <a:cubicBezTo>
                    <a:pt x="37" y="102"/>
                    <a:pt x="37" y="104"/>
                    <a:pt x="38" y="107"/>
                  </a:cubicBezTo>
                  <a:cubicBezTo>
                    <a:pt x="38" y="112"/>
                    <a:pt x="39" y="118"/>
                    <a:pt x="40" y="123"/>
                  </a:cubicBezTo>
                  <a:cubicBezTo>
                    <a:pt x="40" y="127"/>
                    <a:pt x="38" y="129"/>
                    <a:pt x="35" y="129"/>
                  </a:cubicBezTo>
                  <a:cubicBezTo>
                    <a:pt x="31" y="130"/>
                    <a:pt x="28" y="131"/>
                    <a:pt x="25" y="133"/>
                  </a:cubicBezTo>
                  <a:cubicBezTo>
                    <a:pt x="17" y="139"/>
                    <a:pt x="13" y="147"/>
                    <a:pt x="10" y="157"/>
                  </a:cubicBezTo>
                  <a:cubicBezTo>
                    <a:pt x="8" y="163"/>
                    <a:pt x="8" y="168"/>
                    <a:pt x="12" y="174"/>
                  </a:cubicBezTo>
                  <a:cubicBezTo>
                    <a:pt x="17" y="180"/>
                    <a:pt x="22" y="183"/>
                    <a:pt x="30" y="182"/>
                  </a:cubicBezTo>
                  <a:cubicBezTo>
                    <a:pt x="31" y="182"/>
                    <a:pt x="32" y="183"/>
                    <a:pt x="32" y="185"/>
                  </a:cubicBezTo>
                  <a:cubicBezTo>
                    <a:pt x="31" y="192"/>
                    <a:pt x="30" y="199"/>
                    <a:pt x="30" y="207"/>
                  </a:cubicBezTo>
                  <a:cubicBezTo>
                    <a:pt x="29" y="211"/>
                    <a:pt x="29" y="216"/>
                    <a:pt x="31" y="220"/>
                  </a:cubicBezTo>
                  <a:cubicBezTo>
                    <a:pt x="33" y="225"/>
                    <a:pt x="38" y="228"/>
                    <a:pt x="42" y="226"/>
                  </a:cubicBezTo>
                  <a:cubicBezTo>
                    <a:pt x="44" y="225"/>
                    <a:pt x="45" y="223"/>
                    <a:pt x="47" y="221"/>
                  </a:cubicBezTo>
                  <a:cubicBezTo>
                    <a:pt x="53" y="214"/>
                    <a:pt x="56" y="205"/>
                    <a:pt x="58" y="195"/>
                  </a:cubicBezTo>
                  <a:cubicBezTo>
                    <a:pt x="59" y="192"/>
                    <a:pt x="60" y="189"/>
                    <a:pt x="61" y="185"/>
                  </a:cubicBezTo>
                  <a:cubicBezTo>
                    <a:pt x="62" y="180"/>
                    <a:pt x="63" y="175"/>
                    <a:pt x="64" y="170"/>
                  </a:cubicBezTo>
                  <a:cubicBezTo>
                    <a:pt x="65" y="165"/>
                    <a:pt x="66" y="157"/>
                    <a:pt x="66" y="156"/>
                  </a:cubicBezTo>
                  <a:cubicBezTo>
                    <a:pt x="66" y="152"/>
                    <a:pt x="67" y="148"/>
                    <a:pt x="67" y="143"/>
                  </a:cubicBezTo>
                  <a:cubicBezTo>
                    <a:pt x="67" y="142"/>
                    <a:pt x="68" y="140"/>
                    <a:pt x="68" y="139"/>
                  </a:cubicBezTo>
                  <a:cubicBezTo>
                    <a:pt x="68" y="138"/>
                    <a:pt x="68" y="136"/>
                    <a:pt x="67" y="136"/>
                  </a:cubicBezTo>
                  <a:cubicBezTo>
                    <a:pt x="66" y="136"/>
                    <a:pt x="66" y="138"/>
                    <a:pt x="66" y="139"/>
                  </a:cubicBezTo>
                  <a:cubicBezTo>
                    <a:pt x="64" y="146"/>
                    <a:pt x="62" y="154"/>
                    <a:pt x="60" y="161"/>
                  </a:cubicBezTo>
                  <a:cubicBezTo>
                    <a:pt x="58" y="167"/>
                    <a:pt x="57" y="173"/>
                    <a:pt x="55" y="179"/>
                  </a:cubicBezTo>
                  <a:cubicBezTo>
                    <a:pt x="53" y="185"/>
                    <a:pt x="52" y="191"/>
                    <a:pt x="48" y="197"/>
                  </a:cubicBezTo>
                  <a:cubicBezTo>
                    <a:pt x="47" y="197"/>
                    <a:pt x="47" y="198"/>
                    <a:pt x="46" y="198"/>
                  </a:cubicBezTo>
                  <a:cubicBezTo>
                    <a:pt x="46" y="197"/>
                    <a:pt x="45" y="196"/>
                    <a:pt x="45" y="196"/>
                  </a:cubicBezTo>
                  <a:cubicBezTo>
                    <a:pt x="45" y="194"/>
                    <a:pt x="46" y="193"/>
                    <a:pt x="46" y="191"/>
                  </a:cubicBezTo>
                  <a:cubicBezTo>
                    <a:pt x="47" y="187"/>
                    <a:pt x="48" y="182"/>
                    <a:pt x="48" y="178"/>
                  </a:cubicBezTo>
                  <a:cubicBezTo>
                    <a:pt x="50" y="171"/>
                    <a:pt x="51" y="164"/>
                    <a:pt x="52" y="156"/>
                  </a:cubicBezTo>
                  <a:cubicBezTo>
                    <a:pt x="53" y="150"/>
                    <a:pt x="53" y="144"/>
                    <a:pt x="53" y="137"/>
                  </a:cubicBezTo>
                  <a:cubicBezTo>
                    <a:pt x="53" y="134"/>
                    <a:pt x="52" y="131"/>
                    <a:pt x="49" y="128"/>
                  </a:cubicBezTo>
                  <a:cubicBezTo>
                    <a:pt x="49" y="127"/>
                    <a:pt x="48" y="126"/>
                    <a:pt x="48" y="125"/>
                  </a:cubicBezTo>
                  <a:cubicBezTo>
                    <a:pt x="47" y="120"/>
                    <a:pt x="47" y="115"/>
                    <a:pt x="46" y="110"/>
                  </a:cubicBezTo>
                  <a:cubicBezTo>
                    <a:pt x="45" y="104"/>
                    <a:pt x="46" y="98"/>
                    <a:pt x="47" y="93"/>
                  </a:cubicBezTo>
                  <a:cubicBezTo>
                    <a:pt x="48" y="90"/>
                    <a:pt x="49" y="87"/>
                    <a:pt x="51" y="84"/>
                  </a:cubicBezTo>
                  <a:cubicBezTo>
                    <a:pt x="53" y="79"/>
                    <a:pt x="53" y="73"/>
                    <a:pt x="52" y="68"/>
                  </a:cubicBezTo>
                  <a:cubicBezTo>
                    <a:pt x="51" y="65"/>
                    <a:pt x="49" y="62"/>
                    <a:pt x="45" y="62"/>
                  </a:cubicBezTo>
                  <a:cubicBezTo>
                    <a:pt x="42" y="61"/>
                    <a:pt x="39" y="61"/>
                    <a:pt x="35" y="63"/>
                  </a:cubicBezTo>
                  <a:cubicBezTo>
                    <a:pt x="31" y="66"/>
                    <a:pt x="27" y="68"/>
                    <a:pt x="22" y="71"/>
                  </a:cubicBezTo>
                  <a:cubicBezTo>
                    <a:pt x="19" y="73"/>
                    <a:pt x="15" y="76"/>
                    <a:pt x="11" y="78"/>
                  </a:cubicBezTo>
                  <a:cubicBezTo>
                    <a:pt x="9" y="81"/>
                    <a:pt x="6" y="83"/>
                    <a:pt x="3" y="86"/>
                  </a:cubicBezTo>
                  <a:cubicBezTo>
                    <a:pt x="1" y="88"/>
                    <a:pt x="0" y="92"/>
                    <a:pt x="1" y="95"/>
                  </a:cubicBezTo>
                  <a:cubicBezTo>
                    <a:pt x="2" y="98"/>
                    <a:pt x="4" y="101"/>
                    <a:pt x="7" y="103"/>
                  </a:cubicBezTo>
                  <a:close/>
                  <a:moveTo>
                    <a:pt x="35" y="160"/>
                  </a:moveTo>
                  <a:cubicBezTo>
                    <a:pt x="34" y="161"/>
                    <a:pt x="34" y="161"/>
                    <a:pt x="34" y="162"/>
                  </a:cubicBezTo>
                  <a:cubicBezTo>
                    <a:pt x="33" y="164"/>
                    <a:pt x="32" y="166"/>
                    <a:pt x="30" y="165"/>
                  </a:cubicBezTo>
                  <a:cubicBezTo>
                    <a:pt x="28" y="165"/>
                    <a:pt x="26" y="162"/>
                    <a:pt x="26" y="160"/>
                  </a:cubicBezTo>
                  <a:cubicBezTo>
                    <a:pt x="26" y="154"/>
                    <a:pt x="29" y="150"/>
                    <a:pt x="33" y="146"/>
                  </a:cubicBezTo>
                  <a:cubicBezTo>
                    <a:pt x="34" y="146"/>
                    <a:pt x="35" y="146"/>
                    <a:pt x="35" y="146"/>
                  </a:cubicBezTo>
                  <a:cubicBezTo>
                    <a:pt x="35" y="148"/>
                    <a:pt x="36" y="149"/>
                    <a:pt x="35" y="151"/>
                  </a:cubicBezTo>
                  <a:cubicBezTo>
                    <a:pt x="35" y="154"/>
                    <a:pt x="35" y="157"/>
                    <a:pt x="35" y="16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62"/>
            <p:cNvSpPr>
              <a:spLocks/>
            </p:cNvSpPr>
            <p:nvPr/>
          </p:nvSpPr>
          <p:spPr bwMode="auto">
            <a:xfrm>
              <a:off x="-1458913" y="-1000125"/>
              <a:ext cx="100013" cy="82550"/>
            </a:xfrm>
            <a:custGeom>
              <a:avLst/>
              <a:gdLst>
                <a:gd name="T0" fmla="*/ 6 w 131"/>
                <a:gd name="T1" fmla="*/ 85 h 109"/>
                <a:gd name="T2" fmla="*/ 10 w 131"/>
                <a:gd name="T3" fmla="*/ 80 h 109"/>
                <a:gd name="T4" fmla="*/ 18 w 131"/>
                <a:gd name="T5" fmla="*/ 76 h 109"/>
                <a:gd name="T6" fmla="*/ 42 w 131"/>
                <a:gd name="T7" fmla="*/ 72 h 109"/>
                <a:gd name="T8" fmla="*/ 54 w 131"/>
                <a:gd name="T9" fmla="*/ 72 h 109"/>
                <a:gd name="T10" fmla="*/ 71 w 131"/>
                <a:gd name="T11" fmla="*/ 67 h 109"/>
                <a:gd name="T12" fmla="*/ 87 w 131"/>
                <a:gd name="T13" fmla="*/ 52 h 109"/>
                <a:gd name="T14" fmla="*/ 97 w 131"/>
                <a:gd name="T15" fmla="*/ 37 h 109"/>
                <a:gd name="T16" fmla="*/ 91 w 131"/>
                <a:gd name="T17" fmla="*/ 38 h 109"/>
                <a:gd name="T18" fmla="*/ 77 w 131"/>
                <a:gd name="T19" fmla="*/ 42 h 109"/>
                <a:gd name="T20" fmla="*/ 60 w 131"/>
                <a:gd name="T21" fmla="*/ 41 h 109"/>
                <a:gd name="T22" fmla="*/ 51 w 131"/>
                <a:gd name="T23" fmla="*/ 25 h 109"/>
                <a:gd name="T24" fmla="*/ 58 w 131"/>
                <a:gd name="T25" fmla="*/ 16 h 109"/>
                <a:gd name="T26" fmla="*/ 77 w 131"/>
                <a:gd name="T27" fmla="*/ 7 h 109"/>
                <a:gd name="T28" fmla="*/ 103 w 131"/>
                <a:gd name="T29" fmla="*/ 2 h 109"/>
                <a:gd name="T30" fmla="*/ 118 w 131"/>
                <a:gd name="T31" fmla="*/ 10 h 109"/>
                <a:gd name="T32" fmla="*/ 123 w 131"/>
                <a:gd name="T33" fmla="*/ 23 h 109"/>
                <a:gd name="T34" fmla="*/ 124 w 131"/>
                <a:gd name="T35" fmla="*/ 27 h 109"/>
                <a:gd name="T36" fmla="*/ 122 w 131"/>
                <a:gd name="T37" fmla="*/ 36 h 109"/>
                <a:gd name="T38" fmla="*/ 112 w 131"/>
                <a:gd name="T39" fmla="*/ 53 h 109"/>
                <a:gd name="T40" fmla="*/ 97 w 131"/>
                <a:gd name="T41" fmla="*/ 70 h 109"/>
                <a:gd name="T42" fmla="*/ 95 w 131"/>
                <a:gd name="T43" fmla="*/ 73 h 109"/>
                <a:gd name="T44" fmla="*/ 98 w 131"/>
                <a:gd name="T45" fmla="*/ 73 h 109"/>
                <a:gd name="T46" fmla="*/ 112 w 131"/>
                <a:gd name="T47" fmla="*/ 75 h 109"/>
                <a:gd name="T48" fmla="*/ 118 w 131"/>
                <a:gd name="T49" fmla="*/ 73 h 109"/>
                <a:gd name="T50" fmla="*/ 127 w 131"/>
                <a:gd name="T51" fmla="*/ 76 h 109"/>
                <a:gd name="T52" fmla="*/ 131 w 131"/>
                <a:gd name="T53" fmla="*/ 92 h 109"/>
                <a:gd name="T54" fmla="*/ 125 w 131"/>
                <a:gd name="T55" fmla="*/ 104 h 109"/>
                <a:gd name="T56" fmla="*/ 115 w 131"/>
                <a:gd name="T57" fmla="*/ 108 h 109"/>
                <a:gd name="T58" fmla="*/ 108 w 131"/>
                <a:gd name="T59" fmla="*/ 105 h 109"/>
                <a:gd name="T60" fmla="*/ 100 w 131"/>
                <a:gd name="T61" fmla="*/ 103 h 109"/>
                <a:gd name="T62" fmla="*/ 44 w 131"/>
                <a:gd name="T63" fmla="*/ 104 h 109"/>
                <a:gd name="T64" fmla="*/ 21 w 131"/>
                <a:gd name="T65" fmla="*/ 107 h 109"/>
                <a:gd name="T66" fmla="*/ 11 w 131"/>
                <a:gd name="T67" fmla="*/ 105 h 109"/>
                <a:gd name="T68" fmla="*/ 6 w 131"/>
                <a:gd name="T69" fmla="*/ 8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09">
                  <a:moveTo>
                    <a:pt x="6" y="85"/>
                  </a:moveTo>
                  <a:cubicBezTo>
                    <a:pt x="8" y="84"/>
                    <a:pt x="9" y="82"/>
                    <a:pt x="10" y="80"/>
                  </a:cubicBezTo>
                  <a:cubicBezTo>
                    <a:pt x="12" y="77"/>
                    <a:pt x="15" y="76"/>
                    <a:pt x="18" y="76"/>
                  </a:cubicBezTo>
                  <a:cubicBezTo>
                    <a:pt x="26" y="75"/>
                    <a:pt x="34" y="73"/>
                    <a:pt x="42" y="72"/>
                  </a:cubicBezTo>
                  <a:cubicBezTo>
                    <a:pt x="46" y="72"/>
                    <a:pt x="50" y="72"/>
                    <a:pt x="54" y="72"/>
                  </a:cubicBezTo>
                  <a:cubicBezTo>
                    <a:pt x="60" y="71"/>
                    <a:pt x="66" y="71"/>
                    <a:pt x="71" y="67"/>
                  </a:cubicBezTo>
                  <a:cubicBezTo>
                    <a:pt x="77" y="63"/>
                    <a:pt x="82" y="58"/>
                    <a:pt x="87" y="52"/>
                  </a:cubicBezTo>
                  <a:cubicBezTo>
                    <a:pt x="90" y="48"/>
                    <a:pt x="98" y="38"/>
                    <a:pt x="97" y="37"/>
                  </a:cubicBezTo>
                  <a:cubicBezTo>
                    <a:pt x="96" y="36"/>
                    <a:pt x="92" y="37"/>
                    <a:pt x="91" y="38"/>
                  </a:cubicBezTo>
                  <a:cubicBezTo>
                    <a:pt x="85" y="39"/>
                    <a:pt x="83" y="41"/>
                    <a:pt x="77" y="42"/>
                  </a:cubicBezTo>
                  <a:cubicBezTo>
                    <a:pt x="72" y="43"/>
                    <a:pt x="65" y="45"/>
                    <a:pt x="60" y="41"/>
                  </a:cubicBezTo>
                  <a:cubicBezTo>
                    <a:pt x="55" y="37"/>
                    <a:pt x="52" y="31"/>
                    <a:pt x="51" y="25"/>
                  </a:cubicBezTo>
                  <a:cubicBezTo>
                    <a:pt x="51" y="21"/>
                    <a:pt x="54" y="18"/>
                    <a:pt x="58" y="16"/>
                  </a:cubicBezTo>
                  <a:cubicBezTo>
                    <a:pt x="64" y="13"/>
                    <a:pt x="70" y="9"/>
                    <a:pt x="77" y="7"/>
                  </a:cubicBezTo>
                  <a:cubicBezTo>
                    <a:pt x="85" y="3"/>
                    <a:pt x="94" y="0"/>
                    <a:pt x="103" y="2"/>
                  </a:cubicBezTo>
                  <a:cubicBezTo>
                    <a:pt x="109" y="3"/>
                    <a:pt x="114" y="6"/>
                    <a:pt x="118" y="10"/>
                  </a:cubicBezTo>
                  <a:cubicBezTo>
                    <a:pt x="122" y="13"/>
                    <a:pt x="123" y="18"/>
                    <a:pt x="123" y="23"/>
                  </a:cubicBezTo>
                  <a:cubicBezTo>
                    <a:pt x="123" y="24"/>
                    <a:pt x="123" y="26"/>
                    <a:pt x="124" y="27"/>
                  </a:cubicBezTo>
                  <a:cubicBezTo>
                    <a:pt x="124" y="30"/>
                    <a:pt x="123" y="33"/>
                    <a:pt x="122" y="36"/>
                  </a:cubicBezTo>
                  <a:cubicBezTo>
                    <a:pt x="121" y="38"/>
                    <a:pt x="116" y="47"/>
                    <a:pt x="112" y="53"/>
                  </a:cubicBezTo>
                  <a:cubicBezTo>
                    <a:pt x="108" y="58"/>
                    <a:pt x="101" y="66"/>
                    <a:pt x="97" y="70"/>
                  </a:cubicBezTo>
                  <a:cubicBezTo>
                    <a:pt x="96" y="71"/>
                    <a:pt x="94" y="72"/>
                    <a:pt x="95" y="73"/>
                  </a:cubicBezTo>
                  <a:cubicBezTo>
                    <a:pt x="95" y="73"/>
                    <a:pt x="97" y="73"/>
                    <a:pt x="98" y="73"/>
                  </a:cubicBezTo>
                  <a:cubicBezTo>
                    <a:pt x="103" y="74"/>
                    <a:pt x="107" y="75"/>
                    <a:pt x="112" y="75"/>
                  </a:cubicBezTo>
                  <a:cubicBezTo>
                    <a:pt x="114" y="75"/>
                    <a:pt x="116" y="74"/>
                    <a:pt x="118" y="73"/>
                  </a:cubicBezTo>
                  <a:cubicBezTo>
                    <a:pt x="122" y="72"/>
                    <a:pt x="125" y="73"/>
                    <a:pt x="127" y="76"/>
                  </a:cubicBezTo>
                  <a:cubicBezTo>
                    <a:pt x="130" y="81"/>
                    <a:pt x="131" y="86"/>
                    <a:pt x="131" y="92"/>
                  </a:cubicBezTo>
                  <a:cubicBezTo>
                    <a:pt x="130" y="96"/>
                    <a:pt x="128" y="100"/>
                    <a:pt x="125" y="104"/>
                  </a:cubicBezTo>
                  <a:cubicBezTo>
                    <a:pt x="121" y="108"/>
                    <a:pt x="119" y="109"/>
                    <a:pt x="115" y="108"/>
                  </a:cubicBezTo>
                  <a:cubicBezTo>
                    <a:pt x="113" y="108"/>
                    <a:pt x="111" y="105"/>
                    <a:pt x="108" y="105"/>
                  </a:cubicBezTo>
                  <a:cubicBezTo>
                    <a:pt x="106" y="104"/>
                    <a:pt x="103" y="103"/>
                    <a:pt x="100" y="103"/>
                  </a:cubicBezTo>
                  <a:cubicBezTo>
                    <a:pt x="87" y="101"/>
                    <a:pt x="50" y="104"/>
                    <a:pt x="44" y="104"/>
                  </a:cubicBezTo>
                  <a:cubicBezTo>
                    <a:pt x="41" y="105"/>
                    <a:pt x="29" y="106"/>
                    <a:pt x="21" y="107"/>
                  </a:cubicBezTo>
                  <a:cubicBezTo>
                    <a:pt x="18" y="107"/>
                    <a:pt x="14" y="106"/>
                    <a:pt x="11" y="105"/>
                  </a:cubicBezTo>
                  <a:cubicBezTo>
                    <a:pt x="4" y="103"/>
                    <a:pt x="0" y="92"/>
                    <a:pt x="6" y="8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63"/>
            <p:cNvSpPr>
              <a:spLocks/>
            </p:cNvSpPr>
            <p:nvPr/>
          </p:nvSpPr>
          <p:spPr bwMode="auto">
            <a:xfrm>
              <a:off x="-1271588" y="-927100"/>
              <a:ext cx="134938" cy="142875"/>
            </a:xfrm>
            <a:custGeom>
              <a:avLst/>
              <a:gdLst>
                <a:gd name="T0" fmla="*/ 1 w 177"/>
                <a:gd name="T1" fmla="*/ 99 h 188"/>
                <a:gd name="T2" fmla="*/ 0 w 177"/>
                <a:gd name="T3" fmla="*/ 97 h 188"/>
                <a:gd name="T4" fmla="*/ 40 w 177"/>
                <a:gd name="T5" fmla="*/ 95 h 188"/>
                <a:gd name="T6" fmla="*/ 81 w 177"/>
                <a:gd name="T7" fmla="*/ 80 h 188"/>
                <a:gd name="T8" fmla="*/ 98 w 177"/>
                <a:gd name="T9" fmla="*/ 69 h 188"/>
                <a:gd name="T10" fmla="*/ 90 w 177"/>
                <a:gd name="T11" fmla="*/ 66 h 188"/>
                <a:gd name="T12" fmla="*/ 78 w 177"/>
                <a:gd name="T13" fmla="*/ 60 h 188"/>
                <a:gd name="T14" fmla="*/ 71 w 177"/>
                <a:gd name="T15" fmla="*/ 52 h 188"/>
                <a:gd name="T16" fmla="*/ 70 w 177"/>
                <a:gd name="T17" fmla="*/ 50 h 188"/>
                <a:gd name="T18" fmla="*/ 73 w 177"/>
                <a:gd name="T19" fmla="*/ 39 h 188"/>
                <a:gd name="T20" fmla="*/ 75 w 177"/>
                <a:gd name="T21" fmla="*/ 36 h 188"/>
                <a:gd name="T22" fmla="*/ 90 w 177"/>
                <a:gd name="T23" fmla="*/ 35 h 188"/>
                <a:gd name="T24" fmla="*/ 109 w 177"/>
                <a:gd name="T25" fmla="*/ 42 h 188"/>
                <a:gd name="T26" fmla="*/ 119 w 177"/>
                <a:gd name="T27" fmla="*/ 45 h 188"/>
                <a:gd name="T28" fmla="*/ 127 w 177"/>
                <a:gd name="T29" fmla="*/ 43 h 188"/>
                <a:gd name="T30" fmla="*/ 146 w 177"/>
                <a:gd name="T31" fmla="*/ 20 h 188"/>
                <a:gd name="T32" fmla="*/ 153 w 177"/>
                <a:gd name="T33" fmla="*/ 9 h 188"/>
                <a:gd name="T34" fmla="*/ 166 w 177"/>
                <a:gd name="T35" fmla="*/ 1 h 188"/>
                <a:gd name="T36" fmla="*/ 173 w 177"/>
                <a:gd name="T37" fmla="*/ 5 h 188"/>
                <a:gd name="T38" fmla="*/ 177 w 177"/>
                <a:gd name="T39" fmla="*/ 19 h 188"/>
                <a:gd name="T40" fmla="*/ 175 w 177"/>
                <a:gd name="T41" fmla="*/ 24 h 188"/>
                <a:gd name="T42" fmla="*/ 164 w 177"/>
                <a:gd name="T43" fmla="*/ 39 h 188"/>
                <a:gd name="T44" fmla="*/ 154 w 177"/>
                <a:gd name="T45" fmla="*/ 51 h 188"/>
                <a:gd name="T46" fmla="*/ 153 w 177"/>
                <a:gd name="T47" fmla="*/ 53 h 188"/>
                <a:gd name="T48" fmla="*/ 155 w 177"/>
                <a:gd name="T49" fmla="*/ 53 h 188"/>
                <a:gd name="T50" fmla="*/ 164 w 177"/>
                <a:gd name="T51" fmla="*/ 55 h 188"/>
                <a:gd name="T52" fmla="*/ 172 w 177"/>
                <a:gd name="T53" fmla="*/ 67 h 188"/>
                <a:gd name="T54" fmla="*/ 171 w 177"/>
                <a:gd name="T55" fmla="*/ 71 h 188"/>
                <a:gd name="T56" fmla="*/ 167 w 177"/>
                <a:gd name="T57" fmla="*/ 75 h 188"/>
                <a:gd name="T58" fmla="*/ 164 w 177"/>
                <a:gd name="T59" fmla="*/ 77 h 188"/>
                <a:gd name="T60" fmla="*/ 158 w 177"/>
                <a:gd name="T61" fmla="*/ 81 h 188"/>
                <a:gd name="T62" fmla="*/ 146 w 177"/>
                <a:gd name="T63" fmla="*/ 82 h 188"/>
                <a:gd name="T64" fmla="*/ 130 w 177"/>
                <a:gd name="T65" fmla="*/ 77 h 188"/>
                <a:gd name="T66" fmla="*/ 121 w 177"/>
                <a:gd name="T67" fmla="*/ 81 h 188"/>
                <a:gd name="T68" fmla="*/ 115 w 177"/>
                <a:gd name="T69" fmla="*/ 85 h 188"/>
                <a:gd name="T70" fmla="*/ 111 w 177"/>
                <a:gd name="T71" fmla="*/ 92 h 188"/>
                <a:gd name="T72" fmla="*/ 112 w 177"/>
                <a:gd name="T73" fmla="*/ 116 h 188"/>
                <a:gd name="T74" fmla="*/ 115 w 177"/>
                <a:gd name="T75" fmla="*/ 135 h 188"/>
                <a:gd name="T76" fmla="*/ 120 w 177"/>
                <a:gd name="T77" fmla="*/ 155 h 188"/>
                <a:gd name="T78" fmla="*/ 125 w 177"/>
                <a:gd name="T79" fmla="*/ 169 h 188"/>
                <a:gd name="T80" fmla="*/ 132 w 177"/>
                <a:gd name="T81" fmla="*/ 181 h 188"/>
                <a:gd name="T82" fmla="*/ 128 w 177"/>
                <a:gd name="T83" fmla="*/ 184 h 188"/>
                <a:gd name="T84" fmla="*/ 124 w 177"/>
                <a:gd name="T85" fmla="*/ 186 h 188"/>
                <a:gd name="T86" fmla="*/ 119 w 177"/>
                <a:gd name="T87" fmla="*/ 187 h 188"/>
                <a:gd name="T88" fmla="*/ 115 w 177"/>
                <a:gd name="T89" fmla="*/ 188 h 188"/>
                <a:gd name="T90" fmla="*/ 105 w 177"/>
                <a:gd name="T91" fmla="*/ 183 h 188"/>
                <a:gd name="T92" fmla="*/ 101 w 177"/>
                <a:gd name="T93" fmla="*/ 179 h 188"/>
                <a:gd name="T94" fmla="*/ 94 w 177"/>
                <a:gd name="T95" fmla="*/ 171 h 188"/>
                <a:gd name="T96" fmla="*/ 88 w 177"/>
                <a:gd name="T97" fmla="*/ 162 h 188"/>
                <a:gd name="T98" fmla="*/ 86 w 177"/>
                <a:gd name="T99" fmla="*/ 148 h 188"/>
                <a:gd name="T100" fmla="*/ 87 w 177"/>
                <a:gd name="T101" fmla="*/ 137 h 188"/>
                <a:gd name="T102" fmla="*/ 89 w 177"/>
                <a:gd name="T103" fmla="*/ 121 h 188"/>
                <a:gd name="T104" fmla="*/ 91 w 177"/>
                <a:gd name="T105" fmla="*/ 101 h 188"/>
                <a:gd name="T106" fmla="*/ 89 w 177"/>
                <a:gd name="T107" fmla="*/ 100 h 188"/>
                <a:gd name="T108" fmla="*/ 69 w 177"/>
                <a:gd name="T109" fmla="*/ 108 h 188"/>
                <a:gd name="T110" fmla="*/ 51 w 177"/>
                <a:gd name="T111" fmla="*/ 112 h 188"/>
                <a:gd name="T112" fmla="*/ 18 w 177"/>
                <a:gd name="T113" fmla="*/ 110 h 188"/>
                <a:gd name="T114" fmla="*/ 9 w 177"/>
                <a:gd name="T115" fmla="*/ 105 h 188"/>
                <a:gd name="T116" fmla="*/ 1 w 177"/>
                <a:gd name="T117" fmla="*/ 9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7" h="188">
                  <a:moveTo>
                    <a:pt x="1" y="99"/>
                  </a:moveTo>
                  <a:cubicBezTo>
                    <a:pt x="0" y="97"/>
                    <a:pt x="0" y="97"/>
                    <a:pt x="0" y="97"/>
                  </a:cubicBezTo>
                  <a:cubicBezTo>
                    <a:pt x="3" y="96"/>
                    <a:pt x="16" y="101"/>
                    <a:pt x="40" y="95"/>
                  </a:cubicBezTo>
                  <a:cubicBezTo>
                    <a:pt x="60" y="91"/>
                    <a:pt x="71" y="85"/>
                    <a:pt x="81" y="80"/>
                  </a:cubicBezTo>
                  <a:cubicBezTo>
                    <a:pt x="89" y="75"/>
                    <a:pt x="97" y="70"/>
                    <a:pt x="98" y="69"/>
                  </a:cubicBezTo>
                  <a:cubicBezTo>
                    <a:pt x="96" y="68"/>
                    <a:pt x="92" y="67"/>
                    <a:pt x="90" y="66"/>
                  </a:cubicBezTo>
                  <a:cubicBezTo>
                    <a:pt x="86" y="64"/>
                    <a:pt x="82" y="62"/>
                    <a:pt x="78" y="60"/>
                  </a:cubicBezTo>
                  <a:cubicBezTo>
                    <a:pt x="75" y="58"/>
                    <a:pt x="72" y="56"/>
                    <a:pt x="71" y="52"/>
                  </a:cubicBezTo>
                  <a:cubicBezTo>
                    <a:pt x="70" y="52"/>
                    <a:pt x="70" y="51"/>
                    <a:pt x="70" y="50"/>
                  </a:cubicBezTo>
                  <a:cubicBezTo>
                    <a:pt x="71" y="47"/>
                    <a:pt x="72" y="43"/>
                    <a:pt x="73" y="39"/>
                  </a:cubicBezTo>
                  <a:cubicBezTo>
                    <a:pt x="73" y="38"/>
                    <a:pt x="74" y="37"/>
                    <a:pt x="75" y="36"/>
                  </a:cubicBezTo>
                  <a:cubicBezTo>
                    <a:pt x="79" y="32"/>
                    <a:pt x="85" y="32"/>
                    <a:pt x="90" y="35"/>
                  </a:cubicBezTo>
                  <a:cubicBezTo>
                    <a:pt x="96" y="39"/>
                    <a:pt x="103" y="41"/>
                    <a:pt x="109" y="42"/>
                  </a:cubicBezTo>
                  <a:cubicBezTo>
                    <a:pt x="113" y="43"/>
                    <a:pt x="116" y="44"/>
                    <a:pt x="119" y="45"/>
                  </a:cubicBezTo>
                  <a:cubicBezTo>
                    <a:pt x="122" y="46"/>
                    <a:pt x="125" y="45"/>
                    <a:pt x="127" y="43"/>
                  </a:cubicBezTo>
                  <a:cubicBezTo>
                    <a:pt x="134" y="36"/>
                    <a:pt x="140" y="28"/>
                    <a:pt x="146" y="20"/>
                  </a:cubicBezTo>
                  <a:cubicBezTo>
                    <a:pt x="148" y="17"/>
                    <a:pt x="151" y="13"/>
                    <a:pt x="153" y="9"/>
                  </a:cubicBezTo>
                  <a:cubicBezTo>
                    <a:pt x="155" y="3"/>
                    <a:pt x="161" y="2"/>
                    <a:pt x="166" y="1"/>
                  </a:cubicBezTo>
                  <a:cubicBezTo>
                    <a:pt x="169" y="0"/>
                    <a:pt x="171" y="2"/>
                    <a:pt x="173" y="5"/>
                  </a:cubicBezTo>
                  <a:cubicBezTo>
                    <a:pt x="176" y="9"/>
                    <a:pt x="177" y="14"/>
                    <a:pt x="177" y="19"/>
                  </a:cubicBezTo>
                  <a:cubicBezTo>
                    <a:pt x="177" y="21"/>
                    <a:pt x="176" y="23"/>
                    <a:pt x="175" y="24"/>
                  </a:cubicBezTo>
                  <a:cubicBezTo>
                    <a:pt x="172" y="29"/>
                    <a:pt x="168" y="34"/>
                    <a:pt x="164" y="39"/>
                  </a:cubicBezTo>
                  <a:cubicBezTo>
                    <a:pt x="161" y="43"/>
                    <a:pt x="157" y="47"/>
                    <a:pt x="154" y="51"/>
                  </a:cubicBezTo>
                  <a:cubicBezTo>
                    <a:pt x="153" y="51"/>
                    <a:pt x="152" y="53"/>
                    <a:pt x="153" y="53"/>
                  </a:cubicBezTo>
                  <a:cubicBezTo>
                    <a:pt x="153" y="54"/>
                    <a:pt x="154" y="54"/>
                    <a:pt x="155" y="53"/>
                  </a:cubicBezTo>
                  <a:cubicBezTo>
                    <a:pt x="158" y="52"/>
                    <a:pt x="161" y="54"/>
                    <a:pt x="164" y="55"/>
                  </a:cubicBezTo>
                  <a:cubicBezTo>
                    <a:pt x="168" y="58"/>
                    <a:pt x="170" y="62"/>
                    <a:pt x="172" y="67"/>
                  </a:cubicBezTo>
                  <a:cubicBezTo>
                    <a:pt x="174" y="69"/>
                    <a:pt x="173" y="70"/>
                    <a:pt x="171" y="71"/>
                  </a:cubicBezTo>
                  <a:cubicBezTo>
                    <a:pt x="170" y="72"/>
                    <a:pt x="169" y="74"/>
                    <a:pt x="167" y="75"/>
                  </a:cubicBezTo>
                  <a:cubicBezTo>
                    <a:pt x="167" y="76"/>
                    <a:pt x="165" y="76"/>
                    <a:pt x="164" y="77"/>
                  </a:cubicBezTo>
                  <a:cubicBezTo>
                    <a:pt x="162" y="78"/>
                    <a:pt x="160" y="79"/>
                    <a:pt x="158" y="81"/>
                  </a:cubicBezTo>
                  <a:cubicBezTo>
                    <a:pt x="154" y="83"/>
                    <a:pt x="149" y="84"/>
                    <a:pt x="146" y="82"/>
                  </a:cubicBezTo>
                  <a:cubicBezTo>
                    <a:pt x="141" y="78"/>
                    <a:pt x="136" y="78"/>
                    <a:pt x="130" y="77"/>
                  </a:cubicBezTo>
                  <a:cubicBezTo>
                    <a:pt x="126" y="76"/>
                    <a:pt x="124" y="79"/>
                    <a:pt x="121" y="81"/>
                  </a:cubicBezTo>
                  <a:cubicBezTo>
                    <a:pt x="119" y="83"/>
                    <a:pt x="117" y="84"/>
                    <a:pt x="115" y="85"/>
                  </a:cubicBezTo>
                  <a:cubicBezTo>
                    <a:pt x="113" y="86"/>
                    <a:pt x="110" y="88"/>
                    <a:pt x="111" y="92"/>
                  </a:cubicBezTo>
                  <a:cubicBezTo>
                    <a:pt x="111" y="98"/>
                    <a:pt x="111" y="108"/>
                    <a:pt x="112" y="116"/>
                  </a:cubicBezTo>
                  <a:cubicBezTo>
                    <a:pt x="113" y="122"/>
                    <a:pt x="114" y="129"/>
                    <a:pt x="115" y="135"/>
                  </a:cubicBezTo>
                  <a:cubicBezTo>
                    <a:pt x="116" y="142"/>
                    <a:pt x="117" y="148"/>
                    <a:pt x="120" y="155"/>
                  </a:cubicBezTo>
                  <a:cubicBezTo>
                    <a:pt x="122" y="160"/>
                    <a:pt x="123" y="163"/>
                    <a:pt x="125" y="169"/>
                  </a:cubicBezTo>
                  <a:cubicBezTo>
                    <a:pt x="130" y="178"/>
                    <a:pt x="132" y="181"/>
                    <a:pt x="132" y="181"/>
                  </a:cubicBezTo>
                  <a:cubicBezTo>
                    <a:pt x="132" y="182"/>
                    <a:pt x="131" y="183"/>
                    <a:pt x="128" y="184"/>
                  </a:cubicBezTo>
                  <a:cubicBezTo>
                    <a:pt x="126" y="185"/>
                    <a:pt x="125" y="185"/>
                    <a:pt x="124" y="186"/>
                  </a:cubicBezTo>
                  <a:cubicBezTo>
                    <a:pt x="122" y="186"/>
                    <a:pt x="120" y="186"/>
                    <a:pt x="119" y="187"/>
                  </a:cubicBezTo>
                  <a:cubicBezTo>
                    <a:pt x="118" y="187"/>
                    <a:pt x="118" y="187"/>
                    <a:pt x="115" y="188"/>
                  </a:cubicBezTo>
                  <a:cubicBezTo>
                    <a:pt x="113" y="188"/>
                    <a:pt x="108" y="185"/>
                    <a:pt x="105" y="183"/>
                  </a:cubicBezTo>
                  <a:cubicBezTo>
                    <a:pt x="104" y="181"/>
                    <a:pt x="103" y="181"/>
                    <a:pt x="101" y="179"/>
                  </a:cubicBezTo>
                  <a:cubicBezTo>
                    <a:pt x="98" y="176"/>
                    <a:pt x="96" y="174"/>
                    <a:pt x="94" y="171"/>
                  </a:cubicBezTo>
                  <a:cubicBezTo>
                    <a:pt x="92" y="168"/>
                    <a:pt x="90" y="165"/>
                    <a:pt x="88" y="162"/>
                  </a:cubicBezTo>
                  <a:cubicBezTo>
                    <a:pt x="85" y="158"/>
                    <a:pt x="85" y="153"/>
                    <a:pt x="86" y="148"/>
                  </a:cubicBezTo>
                  <a:cubicBezTo>
                    <a:pt x="87" y="144"/>
                    <a:pt x="86" y="141"/>
                    <a:pt x="87" y="137"/>
                  </a:cubicBezTo>
                  <a:cubicBezTo>
                    <a:pt x="87" y="131"/>
                    <a:pt x="88" y="126"/>
                    <a:pt x="89" y="121"/>
                  </a:cubicBezTo>
                  <a:cubicBezTo>
                    <a:pt x="90" y="114"/>
                    <a:pt x="91" y="108"/>
                    <a:pt x="91" y="101"/>
                  </a:cubicBezTo>
                  <a:cubicBezTo>
                    <a:pt x="92" y="99"/>
                    <a:pt x="91" y="99"/>
                    <a:pt x="89" y="100"/>
                  </a:cubicBezTo>
                  <a:cubicBezTo>
                    <a:pt x="82" y="102"/>
                    <a:pt x="75" y="105"/>
                    <a:pt x="69" y="108"/>
                  </a:cubicBezTo>
                  <a:cubicBezTo>
                    <a:pt x="67" y="108"/>
                    <a:pt x="58" y="111"/>
                    <a:pt x="51" y="112"/>
                  </a:cubicBezTo>
                  <a:cubicBezTo>
                    <a:pt x="40" y="113"/>
                    <a:pt x="22" y="112"/>
                    <a:pt x="18" y="110"/>
                  </a:cubicBezTo>
                  <a:cubicBezTo>
                    <a:pt x="15" y="109"/>
                    <a:pt x="12" y="107"/>
                    <a:pt x="9" y="105"/>
                  </a:cubicBezTo>
                  <a:cubicBezTo>
                    <a:pt x="8" y="104"/>
                    <a:pt x="3" y="100"/>
                    <a:pt x="1" y="9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8" name="标题 1"/>
          <p:cNvSpPr>
            <a:spLocks noGrp="1"/>
          </p:cNvSpPr>
          <p:nvPr>
            <p:ph type="title"/>
          </p:nvPr>
        </p:nvSpPr>
        <p:spPr>
          <a:xfrm>
            <a:off x="485775" y="366907"/>
            <a:ext cx="4783090" cy="672105"/>
          </a:xfrm>
        </p:spPr>
        <p:txBody>
          <a:bodyPr>
            <a:noAutofit/>
          </a:bodyPr>
          <a:lstStyle>
            <a:lvl1pPr>
              <a:defRPr sz="2800">
                <a:solidFill>
                  <a:srgbClr val="8F1E8C"/>
                </a:solidFill>
                <a:latin typeface="思源黑体 CN Regular" panose="020B0500000000000000" pitchFamily="34" charset="-122"/>
                <a:ea typeface="思源黑体 CN Regular" panose="020B0500000000000000"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24406242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8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01A8FF3F-82D0-46F3-A3A1-0B82FBD73DBA}" type="datetimeFigureOut">
              <a:rPr lang="zh-CN" altLang="en-US" smtClean="0"/>
              <a:t>2026/5/22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C12AD1C-DCAB-4D2E-9343-4B9973E32E2A}" type="slidenum">
              <a:rPr lang="zh-CN" altLang="en-US" smtClean="0"/>
              <a:t>‹#›</a:t>
            </a:fld>
            <a:endParaRPr lang="zh-CN" altLang="en-US"/>
          </a:p>
        </p:txBody>
      </p:sp>
      <p:cxnSp>
        <p:nvCxnSpPr>
          <p:cNvPr id="65" name="直接连接符 64"/>
          <p:cNvCxnSpPr/>
          <p:nvPr userDrawn="1"/>
        </p:nvCxnSpPr>
        <p:spPr>
          <a:xfrm>
            <a:off x="485775" y="961331"/>
            <a:ext cx="11220450" cy="0"/>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grpSp>
        <p:nvGrpSpPr>
          <p:cNvPr id="5" name="组合 4"/>
          <p:cNvGrpSpPr/>
          <p:nvPr userDrawn="1"/>
        </p:nvGrpSpPr>
        <p:grpSpPr>
          <a:xfrm>
            <a:off x="8762206" y="251214"/>
            <a:ext cx="2934494" cy="675437"/>
            <a:chOff x="-2189163" y="-1093788"/>
            <a:chExt cx="5924551" cy="1363663"/>
          </a:xfrm>
          <a:solidFill>
            <a:srgbClr val="891D86"/>
          </a:solidFill>
        </p:grpSpPr>
        <p:sp>
          <p:nvSpPr>
            <p:cNvPr id="6" name="Freeform 5"/>
            <p:cNvSpPr>
              <a:spLocks/>
            </p:cNvSpPr>
            <p:nvPr/>
          </p:nvSpPr>
          <p:spPr bwMode="auto">
            <a:xfrm>
              <a:off x="2462212" y="-917575"/>
              <a:ext cx="571500" cy="677863"/>
            </a:xfrm>
            <a:custGeom>
              <a:avLst/>
              <a:gdLst>
                <a:gd name="T0" fmla="*/ 687 w 749"/>
                <a:gd name="T1" fmla="*/ 778 h 886"/>
                <a:gd name="T2" fmla="*/ 627 w 749"/>
                <a:gd name="T3" fmla="*/ 739 h 886"/>
                <a:gd name="T4" fmla="*/ 552 w 749"/>
                <a:gd name="T5" fmla="*/ 674 h 886"/>
                <a:gd name="T6" fmla="*/ 491 w 749"/>
                <a:gd name="T7" fmla="*/ 607 h 886"/>
                <a:gd name="T8" fmla="*/ 421 w 749"/>
                <a:gd name="T9" fmla="*/ 518 h 886"/>
                <a:gd name="T10" fmla="*/ 418 w 749"/>
                <a:gd name="T11" fmla="*/ 478 h 886"/>
                <a:gd name="T12" fmla="*/ 431 w 749"/>
                <a:gd name="T13" fmla="*/ 447 h 886"/>
                <a:gd name="T14" fmla="*/ 456 w 749"/>
                <a:gd name="T15" fmla="*/ 405 h 886"/>
                <a:gd name="T16" fmla="*/ 530 w 749"/>
                <a:gd name="T17" fmla="*/ 383 h 886"/>
                <a:gd name="T18" fmla="*/ 574 w 749"/>
                <a:gd name="T19" fmla="*/ 346 h 886"/>
                <a:gd name="T20" fmla="*/ 589 w 749"/>
                <a:gd name="T21" fmla="*/ 313 h 886"/>
                <a:gd name="T22" fmla="*/ 595 w 749"/>
                <a:gd name="T23" fmla="*/ 295 h 886"/>
                <a:gd name="T24" fmla="*/ 600 w 749"/>
                <a:gd name="T25" fmla="*/ 273 h 886"/>
                <a:gd name="T26" fmla="*/ 593 w 749"/>
                <a:gd name="T27" fmla="*/ 250 h 886"/>
                <a:gd name="T28" fmla="*/ 529 w 749"/>
                <a:gd name="T29" fmla="*/ 230 h 886"/>
                <a:gd name="T30" fmla="*/ 489 w 749"/>
                <a:gd name="T31" fmla="*/ 246 h 886"/>
                <a:gd name="T32" fmla="*/ 480 w 749"/>
                <a:gd name="T33" fmla="*/ 251 h 886"/>
                <a:gd name="T34" fmla="*/ 476 w 749"/>
                <a:gd name="T35" fmla="*/ 240 h 886"/>
                <a:gd name="T36" fmla="*/ 485 w 749"/>
                <a:gd name="T37" fmla="*/ 163 h 886"/>
                <a:gd name="T38" fmla="*/ 488 w 749"/>
                <a:gd name="T39" fmla="*/ 76 h 886"/>
                <a:gd name="T40" fmla="*/ 480 w 749"/>
                <a:gd name="T41" fmla="*/ 52 h 886"/>
                <a:gd name="T42" fmla="*/ 428 w 749"/>
                <a:gd name="T43" fmla="*/ 7 h 886"/>
                <a:gd name="T44" fmla="*/ 388 w 749"/>
                <a:gd name="T45" fmla="*/ 13 h 886"/>
                <a:gd name="T46" fmla="*/ 359 w 749"/>
                <a:gd name="T47" fmla="*/ 78 h 886"/>
                <a:gd name="T48" fmla="*/ 363 w 749"/>
                <a:gd name="T49" fmla="*/ 142 h 886"/>
                <a:gd name="T50" fmla="*/ 353 w 749"/>
                <a:gd name="T51" fmla="*/ 282 h 886"/>
                <a:gd name="T52" fmla="*/ 328 w 749"/>
                <a:gd name="T53" fmla="*/ 312 h 886"/>
                <a:gd name="T54" fmla="*/ 281 w 749"/>
                <a:gd name="T55" fmla="*/ 327 h 886"/>
                <a:gd name="T56" fmla="*/ 184 w 749"/>
                <a:gd name="T57" fmla="*/ 352 h 886"/>
                <a:gd name="T58" fmla="*/ 129 w 749"/>
                <a:gd name="T59" fmla="*/ 394 h 886"/>
                <a:gd name="T60" fmla="*/ 129 w 749"/>
                <a:gd name="T61" fmla="*/ 415 h 886"/>
                <a:gd name="T62" fmla="*/ 148 w 749"/>
                <a:gd name="T63" fmla="*/ 464 h 886"/>
                <a:gd name="T64" fmla="*/ 156 w 749"/>
                <a:gd name="T65" fmla="*/ 471 h 886"/>
                <a:gd name="T66" fmla="*/ 208 w 749"/>
                <a:gd name="T67" fmla="*/ 481 h 886"/>
                <a:gd name="T68" fmla="*/ 270 w 749"/>
                <a:gd name="T69" fmla="*/ 471 h 886"/>
                <a:gd name="T70" fmla="*/ 309 w 749"/>
                <a:gd name="T71" fmla="*/ 460 h 886"/>
                <a:gd name="T72" fmla="*/ 271 w 749"/>
                <a:gd name="T73" fmla="*/ 549 h 886"/>
                <a:gd name="T74" fmla="*/ 151 w 749"/>
                <a:gd name="T75" fmla="*/ 723 h 886"/>
                <a:gd name="T76" fmla="*/ 1 w 749"/>
                <a:gd name="T77" fmla="*/ 836 h 886"/>
                <a:gd name="T78" fmla="*/ 11 w 749"/>
                <a:gd name="T79" fmla="*/ 840 h 886"/>
                <a:gd name="T80" fmla="*/ 58 w 749"/>
                <a:gd name="T81" fmla="*/ 843 h 886"/>
                <a:gd name="T82" fmla="*/ 108 w 749"/>
                <a:gd name="T83" fmla="*/ 840 h 886"/>
                <a:gd name="T84" fmla="*/ 240 w 749"/>
                <a:gd name="T85" fmla="*/ 757 h 886"/>
                <a:gd name="T86" fmla="*/ 299 w 749"/>
                <a:gd name="T87" fmla="*/ 693 h 886"/>
                <a:gd name="T88" fmla="*/ 357 w 749"/>
                <a:gd name="T89" fmla="*/ 606 h 886"/>
                <a:gd name="T90" fmla="*/ 371 w 749"/>
                <a:gd name="T91" fmla="*/ 606 h 886"/>
                <a:gd name="T92" fmla="*/ 414 w 749"/>
                <a:gd name="T93" fmla="*/ 689 h 886"/>
                <a:gd name="T94" fmla="*/ 448 w 749"/>
                <a:gd name="T95" fmla="*/ 757 h 886"/>
                <a:gd name="T96" fmla="*/ 475 w 749"/>
                <a:gd name="T97" fmla="*/ 804 h 886"/>
                <a:gd name="T98" fmla="*/ 521 w 749"/>
                <a:gd name="T99" fmla="*/ 853 h 886"/>
                <a:gd name="T100" fmla="*/ 571 w 749"/>
                <a:gd name="T101" fmla="*/ 871 h 886"/>
                <a:gd name="T102" fmla="*/ 616 w 749"/>
                <a:gd name="T103" fmla="*/ 883 h 886"/>
                <a:gd name="T104" fmla="*/ 645 w 749"/>
                <a:gd name="T105" fmla="*/ 885 h 886"/>
                <a:gd name="T106" fmla="*/ 698 w 749"/>
                <a:gd name="T107" fmla="*/ 880 h 886"/>
                <a:gd name="T108" fmla="*/ 710 w 749"/>
                <a:gd name="T109" fmla="*/ 865 h 886"/>
                <a:gd name="T110" fmla="*/ 725 w 749"/>
                <a:gd name="T111" fmla="*/ 849 h 886"/>
                <a:gd name="T112" fmla="*/ 738 w 749"/>
                <a:gd name="T113" fmla="*/ 830 h 886"/>
                <a:gd name="T114" fmla="*/ 747 w 749"/>
                <a:gd name="T115" fmla="*/ 807 h 886"/>
                <a:gd name="T116" fmla="*/ 687 w 749"/>
                <a:gd name="T117" fmla="*/ 778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9" h="886">
                  <a:moveTo>
                    <a:pt x="687" y="778"/>
                  </a:moveTo>
                  <a:cubicBezTo>
                    <a:pt x="662" y="764"/>
                    <a:pt x="650" y="754"/>
                    <a:pt x="627" y="739"/>
                  </a:cubicBezTo>
                  <a:cubicBezTo>
                    <a:pt x="598" y="718"/>
                    <a:pt x="576" y="700"/>
                    <a:pt x="552" y="674"/>
                  </a:cubicBezTo>
                  <a:cubicBezTo>
                    <a:pt x="532" y="653"/>
                    <a:pt x="510" y="629"/>
                    <a:pt x="491" y="607"/>
                  </a:cubicBezTo>
                  <a:cubicBezTo>
                    <a:pt x="467" y="580"/>
                    <a:pt x="437" y="538"/>
                    <a:pt x="421" y="518"/>
                  </a:cubicBezTo>
                  <a:cubicBezTo>
                    <a:pt x="408" y="502"/>
                    <a:pt x="412" y="489"/>
                    <a:pt x="418" y="478"/>
                  </a:cubicBezTo>
                  <a:cubicBezTo>
                    <a:pt x="424" y="466"/>
                    <a:pt x="427" y="459"/>
                    <a:pt x="431" y="447"/>
                  </a:cubicBezTo>
                  <a:cubicBezTo>
                    <a:pt x="436" y="431"/>
                    <a:pt x="439" y="413"/>
                    <a:pt x="456" y="405"/>
                  </a:cubicBezTo>
                  <a:cubicBezTo>
                    <a:pt x="480" y="394"/>
                    <a:pt x="501" y="381"/>
                    <a:pt x="530" y="383"/>
                  </a:cubicBezTo>
                  <a:cubicBezTo>
                    <a:pt x="548" y="384"/>
                    <a:pt x="568" y="364"/>
                    <a:pt x="574" y="346"/>
                  </a:cubicBezTo>
                  <a:cubicBezTo>
                    <a:pt x="578" y="335"/>
                    <a:pt x="584" y="324"/>
                    <a:pt x="589" y="313"/>
                  </a:cubicBezTo>
                  <a:cubicBezTo>
                    <a:pt x="592" y="307"/>
                    <a:pt x="594" y="301"/>
                    <a:pt x="595" y="295"/>
                  </a:cubicBezTo>
                  <a:cubicBezTo>
                    <a:pt x="597" y="288"/>
                    <a:pt x="597" y="280"/>
                    <a:pt x="600" y="273"/>
                  </a:cubicBezTo>
                  <a:cubicBezTo>
                    <a:pt x="604" y="260"/>
                    <a:pt x="604" y="257"/>
                    <a:pt x="593" y="250"/>
                  </a:cubicBezTo>
                  <a:cubicBezTo>
                    <a:pt x="573" y="239"/>
                    <a:pt x="552" y="231"/>
                    <a:pt x="529" y="230"/>
                  </a:cubicBezTo>
                  <a:cubicBezTo>
                    <a:pt x="513" y="230"/>
                    <a:pt x="499" y="231"/>
                    <a:pt x="489" y="246"/>
                  </a:cubicBezTo>
                  <a:cubicBezTo>
                    <a:pt x="487" y="249"/>
                    <a:pt x="483" y="252"/>
                    <a:pt x="480" y="251"/>
                  </a:cubicBezTo>
                  <a:cubicBezTo>
                    <a:pt x="476" y="250"/>
                    <a:pt x="476" y="244"/>
                    <a:pt x="476" y="240"/>
                  </a:cubicBezTo>
                  <a:cubicBezTo>
                    <a:pt x="479" y="214"/>
                    <a:pt x="483" y="189"/>
                    <a:pt x="485" y="163"/>
                  </a:cubicBezTo>
                  <a:cubicBezTo>
                    <a:pt x="487" y="134"/>
                    <a:pt x="488" y="105"/>
                    <a:pt x="488" y="76"/>
                  </a:cubicBezTo>
                  <a:cubicBezTo>
                    <a:pt x="488" y="68"/>
                    <a:pt x="484" y="60"/>
                    <a:pt x="480" y="52"/>
                  </a:cubicBezTo>
                  <a:cubicBezTo>
                    <a:pt x="468" y="31"/>
                    <a:pt x="450" y="17"/>
                    <a:pt x="428" y="7"/>
                  </a:cubicBezTo>
                  <a:cubicBezTo>
                    <a:pt x="413" y="0"/>
                    <a:pt x="400" y="0"/>
                    <a:pt x="388" y="13"/>
                  </a:cubicBezTo>
                  <a:cubicBezTo>
                    <a:pt x="371" y="31"/>
                    <a:pt x="354" y="49"/>
                    <a:pt x="359" y="78"/>
                  </a:cubicBezTo>
                  <a:cubicBezTo>
                    <a:pt x="362" y="99"/>
                    <a:pt x="363" y="121"/>
                    <a:pt x="363" y="142"/>
                  </a:cubicBezTo>
                  <a:cubicBezTo>
                    <a:pt x="363" y="189"/>
                    <a:pt x="361" y="236"/>
                    <a:pt x="353" y="282"/>
                  </a:cubicBezTo>
                  <a:cubicBezTo>
                    <a:pt x="350" y="297"/>
                    <a:pt x="342" y="307"/>
                    <a:pt x="328" y="312"/>
                  </a:cubicBezTo>
                  <a:cubicBezTo>
                    <a:pt x="312" y="317"/>
                    <a:pt x="297" y="321"/>
                    <a:pt x="281" y="327"/>
                  </a:cubicBezTo>
                  <a:cubicBezTo>
                    <a:pt x="250" y="338"/>
                    <a:pt x="218" y="350"/>
                    <a:pt x="184" y="352"/>
                  </a:cubicBezTo>
                  <a:cubicBezTo>
                    <a:pt x="159" y="353"/>
                    <a:pt x="136" y="370"/>
                    <a:pt x="129" y="394"/>
                  </a:cubicBezTo>
                  <a:cubicBezTo>
                    <a:pt x="128" y="401"/>
                    <a:pt x="127" y="409"/>
                    <a:pt x="129" y="415"/>
                  </a:cubicBezTo>
                  <a:cubicBezTo>
                    <a:pt x="135" y="432"/>
                    <a:pt x="141" y="448"/>
                    <a:pt x="148" y="464"/>
                  </a:cubicBezTo>
                  <a:cubicBezTo>
                    <a:pt x="150" y="467"/>
                    <a:pt x="153" y="469"/>
                    <a:pt x="156" y="471"/>
                  </a:cubicBezTo>
                  <a:cubicBezTo>
                    <a:pt x="172" y="480"/>
                    <a:pt x="190" y="483"/>
                    <a:pt x="208" y="481"/>
                  </a:cubicBezTo>
                  <a:cubicBezTo>
                    <a:pt x="229" y="478"/>
                    <a:pt x="249" y="474"/>
                    <a:pt x="270" y="471"/>
                  </a:cubicBezTo>
                  <a:cubicBezTo>
                    <a:pt x="280" y="469"/>
                    <a:pt x="297" y="463"/>
                    <a:pt x="309" y="460"/>
                  </a:cubicBezTo>
                  <a:cubicBezTo>
                    <a:pt x="307" y="467"/>
                    <a:pt x="289" y="513"/>
                    <a:pt x="271" y="549"/>
                  </a:cubicBezTo>
                  <a:cubicBezTo>
                    <a:pt x="246" y="599"/>
                    <a:pt x="218" y="650"/>
                    <a:pt x="151" y="723"/>
                  </a:cubicBezTo>
                  <a:cubicBezTo>
                    <a:pt x="76" y="807"/>
                    <a:pt x="11" y="826"/>
                    <a:pt x="1" y="836"/>
                  </a:cubicBezTo>
                  <a:cubicBezTo>
                    <a:pt x="0" y="837"/>
                    <a:pt x="4" y="838"/>
                    <a:pt x="11" y="840"/>
                  </a:cubicBezTo>
                  <a:cubicBezTo>
                    <a:pt x="21" y="841"/>
                    <a:pt x="54" y="843"/>
                    <a:pt x="58" y="843"/>
                  </a:cubicBezTo>
                  <a:cubicBezTo>
                    <a:pt x="74" y="843"/>
                    <a:pt x="93" y="845"/>
                    <a:pt x="108" y="840"/>
                  </a:cubicBezTo>
                  <a:cubicBezTo>
                    <a:pt x="129" y="833"/>
                    <a:pt x="203" y="791"/>
                    <a:pt x="240" y="757"/>
                  </a:cubicBezTo>
                  <a:cubicBezTo>
                    <a:pt x="264" y="734"/>
                    <a:pt x="294" y="700"/>
                    <a:pt x="299" y="693"/>
                  </a:cubicBezTo>
                  <a:cubicBezTo>
                    <a:pt x="319" y="664"/>
                    <a:pt x="338" y="635"/>
                    <a:pt x="357" y="606"/>
                  </a:cubicBezTo>
                  <a:cubicBezTo>
                    <a:pt x="363" y="596"/>
                    <a:pt x="366" y="596"/>
                    <a:pt x="371" y="606"/>
                  </a:cubicBezTo>
                  <a:cubicBezTo>
                    <a:pt x="386" y="633"/>
                    <a:pt x="400" y="661"/>
                    <a:pt x="414" y="689"/>
                  </a:cubicBezTo>
                  <a:cubicBezTo>
                    <a:pt x="425" y="711"/>
                    <a:pt x="436" y="734"/>
                    <a:pt x="448" y="757"/>
                  </a:cubicBezTo>
                  <a:cubicBezTo>
                    <a:pt x="457" y="773"/>
                    <a:pt x="468" y="787"/>
                    <a:pt x="475" y="804"/>
                  </a:cubicBezTo>
                  <a:cubicBezTo>
                    <a:pt x="485" y="827"/>
                    <a:pt x="501" y="842"/>
                    <a:pt x="521" y="853"/>
                  </a:cubicBezTo>
                  <a:cubicBezTo>
                    <a:pt x="537" y="861"/>
                    <a:pt x="554" y="866"/>
                    <a:pt x="571" y="871"/>
                  </a:cubicBezTo>
                  <a:cubicBezTo>
                    <a:pt x="586" y="876"/>
                    <a:pt x="601" y="881"/>
                    <a:pt x="616" y="883"/>
                  </a:cubicBezTo>
                  <a:cubicBezTo>
                    <a:pt x="630" y="885"/>
                    <a:pt x="635" y="885"/>
                    <a:pt x="645" y="885"/>
                  </a:cubicBezTo>
                  <a:cubicBezTo>
                    <a:pt x="662" y="886"/>
                    <a:pt x="693" y="886"/>
                    <a:pt x="698" y="880"/>
                  </a:cubicBezTo>
                  <a:cubicBezTo>
                    <a:pt x="706" y="871"/>
                    <a:pt x="707" y="869"/>
                    <a:pt x="710" y="865"/>
                  </a:cubicBezTo>
                  <a:cubicBezTo>
                    <a:pt x="713" y="861"/>
                    <a:pt x="720" y="855"/>
                    <a:pt x="725" y="849"/>
                  </a:cubicBezTo>
                  <a:cubicBezTo>
                    <a:pt x="730" y="844"/>
                    <a:pt x="733" y="838"/>
                    <a:pt x="738" y="830"/>
                  </a:cubicBezTo>
                  <a:cubicBezTo>
                    <a:pt x="745" y="816"/>
                    <a:pt x="749" y="808"/>
                    <a:pt x="747" y="807"/>
                  </a:cubicBezTo>
                  <a:cubicBezTo>
                    <a:pt x="746" y="805"/>
                    <a:pt x="728" y="801"/>
                    <a:pt x="687" y="77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7" name="Freeform 6"/>
            <p:cNvSpPr>
              <a:spLocks/>
            </p:cNvSpPr>
            <p:nvPr/>
          </p:nvSpPr>
          <p:spPr bwMode="auto">
            <a:xfrm>
              <a:off x="-431800" y="-979488"/>
              <a:ext cx="579438" cy="877888"/>
            </a:xfrm>
            <a:custGeom>
              <a:avLst/>
              <a:gdLst>
                <a:gd name="T0" fmla="*/ 420 w 758"/>
                <a:gd name="T1" fmla="*/ 385 h 1147"/>
                <a:gd name="T2" fmla="*/ 338 w 758"/>
                <a:gd name="T3" fmla="*/ 398 h 1147"/>
                <a:gd name="T4" fmla="*/ 405 w 758"/>
                <a:gd name="T5" fmla="*/ 284 h 1147"/>
                <a:gd name="T6" fmla="*/ 486 w 758"/>
                <a:gd name="T7" fmla="*/ 260 h 1147"/>
                <a:gd name="T8" fmla="*/ 545 w 758"/>
                <a:gd name="T9" fmla="*/ 194 h 1147"/>
                <a:gd name="T10" fmla="*/ 513 w 758"/>
                <a:gd name="T11" fmla="*/ 146 h 1147"/>
                <a:gd name="T12" fmla="*/ 463 w 758"/>
                <a:gd name="T13" fmla="*/ 150 h 1147"/>
                <a:gd name="T14" fmla="*/ 455 w 758"/>
                <a:gd name="T15" fmla="*/ 68 h 1147"/>
                <a:gd name="T16" fmla="*/ 316 w 758"/>
                <a:gd name="T17" fmla="*/ 53 h 1147"/>
                <a:gd name="T18" fmla="*/ 299 w 758"/>
                <a:gd name="T19" fmla="*/ 185 h 1147"/>
                <a:gd name="T20" fmla="*/ 266 w 758"/>
                <a:gd name="T21" fmla="*/ 226 h 1147"/>
                <a:gd name="T22" fmla="*/ 179 w 758"/>
                <a:gd name="T23" fmla="*/ 279 h 1147"/>
                <a:gd name="T24" fmla="*/ 226 w 758"/>
                <a:gd name="T25" fmla="*/ 377 h 1147"/>
                <a:gd name="T26" fmla="*/ 118 w 758"/>
                <a:gd name="T27" fmla="*/ 531 h 1147"/>
                <a:gd name="T28" fmla="*/ 85 w 758"/>
                <a:gd name="T29" fmla="*/ 540 h 1147"/>
                <a:gd name="T30" fmla="*/ 3 w 758"/>
                <a:gd name="T31" fmla="*/ 692 h 1147"/>
                <a:gd name="T32" fmla="*/ 11 w 758"/>
                <a:gd name="T33" fmla="*/ 948 h 1147"/>
                <a:gd name="T34" fmla="*/ 57 w 758"/>
                <a:gd name="T35" fmla="*/ 1008 h 1147"/>
                <a:gd name="T36" fmla="*/ 105 w 758"/>
                <a:gd name="T37" fmla="*/ 1016 h 1147"/>
                <a:gd name="T38" fmla="*/ 132 w 758"/>
                <a:gd name="T39" fmla="*/ 912 h 1147"/>
                <a:gd name="T40" fmla="*/ 112 w 758"/>
                <a:gd name="T41" fmla="*/ 731 h 1147"/>
                <a:gd name="T42" fmla="*/ 143 w 758"/>
                <a:gd name="T43" fmla="*/ 630 h 1147"/>
                <a:gd name="T44" fmla="*/ 207 w 758"/>
                <a:gd name="T45" fmla="*/ 605 h 1147"/>
                <a:gd name="T46" fmla="*/ 304 w 758"/>
                <a:gd name="T47" fmla="*/ 522 h 1147"/>
                <a:gd name="T48" fmla="*/ 305 w 758"/>
                <a:gd name="T49" fmla="*/ 522 h 1147"/>
                <a:gd name="T50" fmla="*/ 350 w 758"/>
                <a:gd name="T51" fmla="*/ 484 h 1147"/>
                <a:gd name="T52" fmla="*/ 616 w 758"/>
                <a:gd name="T53" fmla="*/ 436 h 1147"/>
                <a:gd name="T54" fmla="*/ 675 w 758"/>
                <a:gd name="T55" fmla="*/ 634 h 1147"/>
                <a:gd name="T56" fmla="*/ 608 w 758"/>
                <a:gd name="T57" fmla="*/ 826 h 1147"/>
                <a:gd name="T58" fmla="*/ 526 w 758"/>
                <a:gd name="T59" fmla="*/ 921 h 1147"/>
                <a:gd name="T60" fmla="*/ 422 w 758"/>
                <a:gd name="T61" fmla="*/ 878 h 1147"/>
                <a:gd name="T62" fmla="*/ 457 w 758"/>
                <a:gd name="T63" fmla="*/ 803 h 1147"/>
                <a:gd name="T64" fmla="*/ 446 w 758"/>
                <a:gd name="T65" fmla="*/ 741 h 1147"/>
                <a:gd name="T66" fmla="*/ 391 w 758"/>
                <a:gd name="T67" fmla="*/ 750 h 1147"/>
                <a:gd name="T68" fmla="*/ 382 w 758"/>
                <a:gd name="T69" fmla="*/ 743 h 1147"/>
                <a:gd name="T70" fmla="*/ 481 w 758"/>
                <a:gd name="T71" fmla="*/ 641 h 1147"/>
                <a:gd name="T72" fmla="*/ 459 w 758"/>
                <a:gd name="T73" fmla="*/ 580 h 1147"/>
                <a:gd name="T74" fmla="*/ 446 w 758"/>
                <a:gd name="T75" fmla="*/ 457 h 1147"/>
                <a:gd name="T76" fmla="*/ 412 w 758"/>
                <a:gd name="T77" fmla="*/ 487 h 1147"/>
                <a:gd name="T78" fmla="*/ 360 w 758"/>
                <a:gd name="T79" fmla="*/ 557 h 1147"/>
                <a:gd name="T80" fmla="*/ 342 w 758"/>
                <a:gd name="T81" fmla="*/ 531 h 1147"/>
                <a:gd name="T82" fmla="*/ 305 w 758"/>
                <a:gd name="T83" fmla="*/ 522 h 1147"/>
                <a:gd name="T84" fmla="*/ 304 w 758"/>
                <a:gd name="T85" fmla="*/ 522 h 1147"/>
                <a:gd name="T86" fmla="*/ 281 w 758"/>
                <a:gd name="T87" fmla="*/ 579 h 1147"/>
                <a:gd name="T88" fmla="*/ 300 w 758"/>
                <a:gd name="T89" fmla="*/ 633 h 1147"/>
                <a:gd name="T90" fmla="*/ 244 w 758"/>
                <a:gd name="T91" fmla="*/ 741 h 1147"/>
                <a:gd name="T92" fmla="*/ 293 w 758"/>
                <a:gd name="T93" fmla="*/ 759 h 1147"/>
                <a:gd name="T94" fmla="*/ 235 w 758"/>
                <a:gd name="T95" fmla="*/ 838 h 1147"/>
                <a:gd name="T96" fmla="*/ 241 w 758"/>
                <a:gd name="T97" fmla="*/ 869 h 1147"/>
                <a:gd name="T98" fmla="*/ 291 w 758"/>
                <a:gd name="T99" fmla="*/ 879 h 1147"/>
                <a:gd name="T100" fmla="*/ 368 w 758"/>
                <a:gd name="T101" fmla="*/ 873 h 1147"/>
                <a:gd name="T102" fmla="*/ 366 w 758"/>
                <a:gd name="T103" fmla="*/ 1104 h 1147"/>
                <a:gd name="T104" fmla="*/ 374 w 758"/>
                <a:gd name="T105" fmla="*/ 1146 h 1147"/>
                <a:gd name="T106" fmla="*/ 393 w 758"/>
                <a:gd name="T107" fmla="*/ 1119 h 1147"/>
                <a:gd name="T108" fmla="*/ 411 w 758"/>
                <a:gd name="T109" fmla="*/ 958 h 1147"/>
                <a:gd name="T110" fmla="*/ 430 w 758"/>
                <a:gd name="T111" fmla="*/ 908 h 1147"/>
                <a:gd name="T112" fmla="*/ 459 w 758"/>
                <a:gd name="T113" fmla="*/ 934 h 1147"/>
                <a:gd name="T114" fmla="*/ 454 w 758"/>
                <a:gd name="T115" fmla="*/ 957 h 1147"/>
                <a:gd name="T116" fmla="*/ 504 w 758"/>
                <a:gd name="T117" fmla="*/ 1010 h 1147"/>
                <a:gd name="T118" fmla="*/ 625 w 758"/>
                <a:gd name="T119" fmla="*/ 944 h 1147"/>
                <a:gd name="T120" fmla="*/ 711 w 758"/>
                <a:gd name="T121" fmla="*/ 756 h 1147"/>
                <a:gd name="T122" fmla="*/ 750 w 758"/>
                <a:gd name="T123" fmla="*/ 597 h 1147"/>
                <a:gd name="T124" fmla="*/ 740 w 758"/>
                <a:gd name="T125" fmla="*/ 454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8" h="1147">
                  <a:moveTo>
                    <a:pt x="652" y="374"/>
                  </a:moveTo>
                  <a:cubicBezTo>
                    <a:pt x="574" y="351"/>
                    <a:pt x="496" y="358"/>
                    <a:pt x="420" y="385"/>
                  </a:cubicBezTo>
                  <a:cubicBezTo>
                    <a:pt x="396" y="394"/>
                    <a:pt x="373" y="401"/>
                    <a:pt x="349" y="409"/>
                  </a:cubicBezTo>
                  <a:cubicBezTo>
                    <a:pt x="338" y="412"/>
                    <a:pt x="335" y="409"/>
                    <a:pt x="338" y="398"/>
                  </a:cubicBezTo>
                  <a:cubicBezTo>
                    <a:pt x="341" y="388"/>
                    <a:pt x="344" y="378"/>
                    <a:pt x="347" y="368"/>
                  </a:cubicBezTo>
                  <a:cubicBezTo>
                    <a:pt x="355" y="332"/>
                    <a:pt x="379" y="306"/>
                    <a:pt x="405" y="284"/>
                  </a:cubicBezTo>
                  <a:cubicBezTo>
                    <a:pt x="416" y="274"/>
                    <a:pt x="432" y="269"/>
                    <a:pt x="447" y="265"/>
                  </a:cubicBezTo>
                  <a:cubicBezTo>
                    <a:pt x="459" y="262"/>
                    <a:pt x="474" y="264"/>
                    <a:pt x="486" y="260"/>
                  </a:cubicBezTo>
                  <a:cubicBezTo>
                    <a:pt x="504" y="253"/>
                    <a:pt x="523" y="252"/>
                    <a:pt x="534" y="232"/>
                  </a:cubicBezTo>
                  <a:cubicBezTo>
                    <a:pt x="541" y="220"/>
                    <a:pt x="545" y="208"/>
                    <a:pt x="545" y="194"/>
                  </a:cubicBezTo>
                  <a:cubicBezTo>
                    <a:pt x="544" y="183"/>
                    <a:pt x="541" y="172"/>
                    <a:pt x="534" y="165"/>
                  </a:cubicBezTo>
                  <a:cubicBezTo>
                    <a:pt x="527" y="158"/>
                    <a:pt x="523" y="151"/>
                    <a:pt x="513" y="146"/>
                  </a:cubicBezTo>
                  <a:cubicBezTo>
                    <a:pt x="504" y="140"/>
                    <a:pt x="498" y="147"/>
                    <a:pt x="485" y="148"/>
                  </a:cubicBezTo>
                  <a:cubicBezTo>
                    <a:pt x="479" y="149"/>
                    <a:pt x="469" y="151"/>
                    <a:pt x="463" y="150"/>
                  </a:cubicBezTo>
                  <a:cubicBezTo>
                    <a:pt x="449" y="150"/>
                    <a:pt x="464" y="135"/>
                    <a:pt x="465" y="120"/>
                  </a:cubicBezTo>
                  <a:cubicBezTo>
                    <a:pt x="465" y="102"/>
                    <a:pt x="464" y="85"/>
                    <a:pt x="455" y="68"/>
                  </a:cubicBezTo>
                  <a:cubicBezTo>
                    <a:pt x="432" y="29"/>
                    <a:pt x="405" y="1"/>
                    <a:pt x="356" y="0"/>
                  </a:cubicBezTo>
                  <a:cubicBezTo>
                    <a:pt x="328" y="0"/>
                    <a:pt x="308" y="32"/>
                    <a:pt x="316" y="53"/>
                  </a:cubicBezTo>
                  <a:cubicBezTo>
                    <a:pt x="323" y="70"/>
                    <a:pt x="324" y="88"/>
                    <a:pt x="321" y="105"/>
                  </a:cubicBezTo>
                  <a:cubicBezTo>
                    <a:pt x="315" y="132"/>
                    <a:pt x="307" y="159"/>
                    <a:pt x="299" y="185"/>
                  </a:cubicBezTo>
                  <a:cubicBezTo>
                    <a:pt x="295" y="197"/>
                    <a:pt x="295" y="210"/>
                    <a:pt x="282" y="217"/>
                  </a:cubicBezTo>
                  <a:cubicBezTo>
                    <a:pt x="276" y="220"/>
                    <a:pt x="271" y="224"/>
                    <a:pt x="266" y="226"/>
                  </a:cubicBezTo>
                  <a:cubicBezTo>
                    <a:pt x="251" y="235"/>
                    <a:pt x="236" y="245"/>
                    <a:pt x="217" y="249"/>
                  </a:cubicBezTo>
                  <a:cubicBezTo>
                    <a:pt x="201" y="253"/>
                    <a:pt x="185" y="260"/>
                    <a:pt x="179" y="279"/>
                  </a:cubicBezTo>
                  <a:cubicBezTo>
                    <a:pt x="170" y="305"/>
                    <a:pt x="191" y="350"/>
                    <a:pt x="217" y="360"/>
                  </a:cubicBezTo>
                  <a:cubicBezTo>
                    <a:pt x="226" y="363"/>
                    <a:pt x="230" y="368"/>
                    <a:pt x="226" y="377"/>
                  </a:cubicBezTo>
                  <a:cubicBezTo>
                    <a:pt x="212" y="404"/>
                    <a:pt x="198" y="432"/>
                    <a:pt x="183" y="460"/>
                  </a:cubicBezTo>
                  <a:cubicBezTo>
                    <a:pt x="168" y="489"/>
                    <a:pt x="141" y="508"/>
                    <a:pt x="118" y="531"/>
                  </a:cubicBezTo>
                  <a:cubicBezTo>
                    <a:pt x="116" y="532"/>
                    <a:pt x="112" y="534"/>
                    <a:pt x="110" y="534"/>
                  </a:cubicBezTo>
                  <a:cubicBezTo>
                    <a:pt x="100" y="530"/>
                    <a:pt x="93" y="536"/>
                    <a:pt x="85" y="540"/>
                  </a:cubicBezTo>
                  <a:cubicBezTo>
                    <a:pt x="56" y="557"/>
                    <a:pt x="35" y="582"/>
                    <a:pt x="20" y="610"/>
                  </a:cubicBezTo>
                  <a:cubicBezTo>
                    <a:pt x="6" y="635"/>
                    <a:pt x="4" y="664"/>
                    <a:pt x="3" y="692"/>
                  </a:cubicBezTo>
                  <a:cubicBezTo>
                    <a:pt x="2" y="736"/>
                    <a:pt x="0" y="779"/>
                    <a:pt x="2" y="823"/>
                  </a:cubicBezTo>
                  <a:cubicBezTo>
                    <a:pt x="3" y="865"/>
                    <a:pt x="7" y="906"/>
                    <a:pt x="11" y="948"/>
                  </a:cubicBezTo>
                  <a:cubicBezTo>
                    <a:pt x="11" y="952"/>
                    <a:pt x="13" y="957"/>
                    <a:pt x="16" y="960"/>
                  </a:cubicBezTo>
                  <a:cubicBezTo>
                    <a:pt x="29" y="977"/>
                    <a:pt x="43" y="992"/>
                    <a:pt x="57" y="1008"/>
                  </a:cubicBezTo>
                  <a:cubicBezTo>
                    <a:pt x="59" y="1010"/>
                    <a:pt x="63" y="1011"/>
                    <a:pt x="65" y="1011"/>
                  </a:cubicBezTo>
                  <a:cubicBezTo>
                    <a:pt x="78" y="1013"/>
                    <a:pt x="92" y="1015"/>
                    <a:pt x="105" y="1016"/>
                  </a:cubicBezTo>
                  <a:cubicBezTo>
                    <a:pt x="119" y="1018"/>
                    <a:pt x="126" y="1013"/>
                    <a:pt x="129" y="1002"/>
                  </a:cubicBezTo>
                  <a:cubicBezTo>
                    <a:pt x="136" y="973"/>
                    <a:pt x="140" y="943"/>
                    <a:pt x="132" y="912"/>
                  </a:cubicBezTo>
                  <a:cubicBezTo>
                    <a:pt x="127" y="894"/>
                    <a:pt x="121" y="876"/>
                    <a:pt x="119" y="857"/>
                  </a:cubicBezTo>
                  <a:cubicBezTo>
                    <a:pt x="115" y="815"/>
                    <a:pt x="114" y="773"/>
                    <a:pt x="112" y="731"/>
                  </a:cubicBezTo>
                  <a:cubicBezTo>
                    <a:pt x="110" y="704"/>
                    <a:pt x="110" y="678"/>
                    <a:pt x="109" y="652"/>
                  </a:cubicBezTo>
                  <a:cubicBezTo>
                    <a:pt x="109" y="630"/>
                    <a:pt x="124" y="626"/>
                    <a:pt x="143" y="630"/>
                  </a:cubicBezTo>
                  <a:cubicBezTo>
                    <a:pt x="150" y="632"/>
                    <a:pt x="158" y="634"/>
                    <a:pt x="163" y="631"/>
                  </a:cubicBezTo>
                  <a:cubicBezTo>
                    <a:pt x="178" y="624"/>
                    <a:pt x="194" y="616"/>
                    <a:pt x="207" y="605"/>
                  </a:cubicBezTo>
                  <a:cubicBezTo>
                    <a:pt x="226" y="589"/>
                    <a:pt x="244" y="570"/>
                    <a:pt x="263" y="553"/>
                  </a:cubicBezTo>
                  <a:cubicBezTo>
                    <a:pt x="276" y="542"/>
                    <a:pt x="290" y="533"/>
                    <a:pt x="304" y="522"/>
                  </a:cubicBezTo>
                  <a:cubicBezTo>
                    <a:pt x="304" y="522"/>
                    <a:pt x="304" y="522"/>
                    <a:pt x="304" y="522"/>
                  </a:cubicBezTo>
                  <a:cubicBezTo>
                    <a:pt x="305" y="522"/>
                    <a:pt x="305" y="522"/>
                    <a:pt x="305" y="522"/>
                  </a:cubicBezTo>
                  <a:cubicBezTo>
                    <a:pt x="313" y="514"/>
                    <a:pt x="320" y="506"/>
                    <a:pt x="328" y="499"/>
                  </a:cubicBezTo>
                  <a:cubicBezTo>
                    <a:pt x="335" y="494"/>
                    <a:pt x="342" y="488"/>
                    <a:pt x="350" y="484"/>
                  </a:cubicBezTo>
                  <a:cubicBezTo>
                    <a:pt x="376" y="472"/>
                    <a:pt x="402" y="458"/>
                    <a:pt x="430" y="448"/>
                  </a:cubicBezTo>
                  <a:cubicBezTo>
                    <a:pt x="491" y="428"/>
                    <a:pt x="552" y="416"/>
                    <a:pt x="616" y="436"/>
                  </a:cubicBezTo>
                  <a:cubicBezTo>
                    <a:pt x="668" y="453"/>
                    <a:pt x="689" y="491"/>
                    <a:pt x="686" y="547"/>
                  </a:cubicBezTo>
                  <a:cubicBezTo>
                    <a:pt x="684" y="576"/>
                    <a:pt x="680" y="605"/>
                    <a:pt x="675" y="634"/>
                  </a:cubicBezTo>
                  <a:cubicBezTo>
                    <a:pt x="672" y="650"/>
                    <a:pt x="665" y="665"/>
                    <a:pt x="660" y="681"/>
                  </a:cubicBezTo>
                  <a:cubicBezTo>
                    <a:pt x="644" y="730"/>
                    <a:pt x="631" y="780"/>
                    <a:pt x="608" y="826"/>
                  </a:cubicBezTo>
                  <a:cubicBezTo>
                    <a:pt x="593" y="856"/>
                    <a:pt x="576" y="885"/>
                    <a:pt x="554" y="910"/>
                  </a:cubicBezTo>
                  <a:cubicBezTo>
                    <a:pt x="546" y="919"/>
                    <a:pt x="538" y="921"/>
                    <a:pt x="526" y="921"/>
                  </a:cubicBezTo>
                  <a:cubicBezTo>
                    <a:pt x="491" y="920"/>
                    <a:pt x="459" y="907"/>
                    <a:pt x="427" y="894"/>
                  </a:cubicBezTo>
                  <a:cubicBezTo>
                    <a:pt x="419" y="891"/>
                    <a:pt x="421" y="885"/>
                    <a:pt x="422" y="878"/>
                  </a:cubicBezTo>
                  <a:cubicBezTo>
                    <a:pt x="424" y="861"/>
                    <a:pt x="432" y="846"/>
                    <a:pt x="440" y="831"/>
                  </a:cubicBezTo>
                  <a:cubicBezTo>
                    <a:pt x="445" y="821"/>
                    <a:pt x="451" y="812"/>
                    <a:pt x="457" y="803"/>
                  </a:cubicBezTo>
                  <a:cubicBezTo>
                    <a:pt x="463" y="794"/>
                    <a:pt x="463" y="785"/>
                    <a:pt x="460" y="776"/>
                  </a:cubicBezTo>
                  <a:cubicBezTo>
                    <a:pt x="455" y="764"/>
                    <a:pt x="451" y="753"/>
                    <a:pt x="446" y="741"/>
                  </a:cubicBezTo>
                  <a:cubicBezTo>
                    <a:pt x="442" y="730"/>
                    <a:pt x="414" y="725"/>
                    <a:pt x="405" y="733"/>
                  </a:cubicBezTo>
                  <a:cubicBezTo>
                    <a:pt x="400" y="738"/>
                    <a:pt x="396" y="745"/>
                    <a:pt x="391" y="750"/>
                  </a:cubicBezTo>
                  <a:cubicBezTo>
                    <a:pt x="388" y="752"/>
                    <a:pt x="383" y="752"/>
                    <a:pt x="379" y="753"/>
                  </a:cubicBezTo>
                  <a:cubicBezTo>
                    <a:pt x="380" y="750"/>
                    <a:pt x="380" y="745"/>
                    <a:pt x="382" y="743"/>
                  </a:cubicBezTo>
                  <a:cubicBezTo>
                    <a:pt x="407" y="719"/>
                    <a:pt x="431" y="693"/>
                    <a:pt x="461" y="675"/>
                  </a:cubicBezTo>
                  <a:cubicBezTo>
                    <a:pt x="473" y="667"/>
                    <a:pt x="481" y="657"/>
                    <a:pt x="481" y="641"/>
                  </a:cubicBezTo>
                  <a:cubicBezTo>
                    <a:pt x="481" y="622"/>
                    <a:pt x="481" y="603"/>
                    <a:pt x="459" y="594"/>
                  </a:cubicBezTo>
                  <a:cubicBezTo>
                    <a:pt x="452" y="590"/>
                    <a:pt x="456" y="585"/>
                    <a:pt x="459" y="580"/>
                  </a:cubicBezTo>
                  <a:cubicBezTo>
                    <a:pt x="471" y="561"/>
                    <a:pt x="485" y="543"/>
                    <a:pt x="488" y="519"/>
                  </a:cubicBezTo>
                  <a:cubicBezTo>
                    <a:pt x="490" y="496"/>
                    <a:pt x="469" y="462"/>
                    <a:pt x="446" y="457"/>
                  </a:cubicBezTo>
                  <a:cubicBezTo>
                    <a:pt x="442" y="456"/>
                    <a:pt x="436" y="457"/>
                    <a:pt x="434" y="460"/>
                  </a:cubicBezTo>
                  <a:cubicBezTo>
                    <a:pt x="426" y="468"/>
                    <a:pt x="416" y="476"/>
                    <a:pt x="412" y="487"/>
                  </a:cubicBezTo>
                  <a:cubicBezTo>
                    <a:pt x="403" y="509"/>
                    <a:pt x="392" y="530"/>
                    <a:pt x="375" y="547"/>
                  </a:cubicBezTo>
                  <a:cubicBezTo>
                    <a:pt x="371" y="552"/>
                    <a:pt x="361" y="559"/>
                    <a:pt x="360" y="557"/>
                  </a:cubicBezTo>
                  <a:cubicBezTo>
                    <a:pt x="353" y="551"/>
                    <a:pt x="347" y="543"/>
                    <a:pt x="342" y="536"/>
                  </a:cubicBezTo>
                  <a:cubicBezTo>
                    <a:pt x="341" y="535"/>
                    <a:pt x="342" y="533"/>
                    <a:pt x="342" y="531"/>
                  </a:cubicBezTo>
                  <a:cubicBezTo>
                    <a:pt x="341" y="518"/>
                    <a:pt x="332" y="513"/>
                    <a:pt x="319" y="517"/>
                  </a:cubicBezTo>
                  <a:cubicBezTo>
                    <a:pt x="315" y="519"/>
                    <a:pt x="310" y="520"/>
                    <a:pt x="305" y="522"/>
                  </a:cubicBezTo>
                  <a:cubicBezTo>
                    <a:pt x="305" y="522"/>
                    <a:pt x="305" y="522"/>
                    <a:pt x="305" y="522"/>
                  </a:cubicBezTo>
                  <a:cubicBezTo>
                    <a:pt x="304" y="522"/>
                    <a:pt x="304" y="522"/>
                    <a:pt x="304" y="522"/>
                  </a:cubicBezTo>
                  <a:cubicBezTo>
                    <a:pt x="297" y="533"/>
                    <a:pt x="289" y="544"/>
                    <a:pt x="284" y="555"/>
                  </a:cubicBezTo>
                  <a:cubicBezTo>
                    <a:pt x="280" y="562"/>
                    <a:pt x="278" y="572"/>
                    <a:pt x="281" y="579"/>
                  </a:cubicBezTo>
                  <a:cubicBezTo>
                    <a:pt x="285" y="591"/>
                    <a:pt x="292" y="601"/>
                    <a:pt x="299" y="611"/>
                  </a:cubicBezTo>
                  <a:cubicBezTo>
                    <a:pt x="306" y="619"/>
                    <a:pt x="306" y="625"/>
                    <a:pt x="300" y="633"/>
                  </a:cubicBezTo>
                  <a:cubicBezTo>
                    <a:pt x="281" y="658"/>
                    <a:pt x="262" y="682"/>
                    <a:pt x="243" y="707"/>
                  </a:cubicBezTo>
                  <a:cubicBezTo>
                    <a:pt x="235" y="718"/>
                    <a:pt x="235" y="732"/>
                    <a:pt x="244" y="741"/>
                  </a:cubicBezTo>
                  <a:cubicBezTo>
                    <a:pt x="254" y="751"/>
                    <a:pt x="266" y="761"/>
                    <a:pt x="282" y="758"/>
                  </a:cubicBezTo>
                  <a:cubicBezTo>
                    <a:pt x="285" y="758"/>
                    <a:pt x="288" y="759"/>
                    <a:pt x="293" y="759"/>
                  </a:cubicBezTo>
                  <a:cubicBezTo>
                    <a:pt x="289" y="765"/>
                    <a:pt x="287" y="770"/>
                    <a:pt x="283" y="774"/>
                  </a:cubicBezTo>
                  <a:cubicBezTo>
                    <a:pt x="267" y="796"/>
                    <a:pt x="251" y="817"/>
                    <a:pt x="235" y="838"/>
                  </a:cubicBezTo>
                  <a:cubicBezTo>
                    <a:pt x="232" y="842"/>
                    <a:pt x="230" y="848"/>
                    <a:pt x="231" y="852"/>
                  </a:cubicBezTo>
                  <a:cubicBezTo>
                    <a:pt x="233" y="859"/>
                    <a:pt x="238" y="866"/>
                    <a:pt x="241" y="869"/>
                  </a:cubicBezTo>
                  <a:cubicBezTo>
                    <a:pt x="244" y="874"/>
                    <a:pt x="251" y="883"/>
                    <a:pt x="256" y="883"/>
                  </a:cubicBezTo>
                  <a:cubicBezTo>
                    <a:pt x="268" y="885"/>
                    <a:pt x="280" y="882"/>
                    <a:pt x="291" y="879"/>
                  </a:cubicBezTo>
                  <a:cubicBezTo>
                    <a:pt x="318" y="871"/>
                    <a:pt x="326" y="867"/>
                    <a:pt x="352" y="860"/>
                  </a:cubicBezTo>
                  <a:cubicBezTo>
                    <a:pt x="367" y="856"/>
                    <a:pt x="369" y="857"/>
                    <a:pt x="368" y="873"/>
                  </a:cubicBezTo>
                  <a:cubicBezTo>
                    <a:pt x="366" y="898"/>
                    <a:pt x="364" y="924"/>
                    <a:pt x="363" y="949"/>
                  </a:cubicBezTo>
                  <a:cubicBezTo>
                    <a:pt x="361" y="1002"/>
                    <a:pt x="363" y="1053"/>
                    <a:pt x="366" y="1104"/>
                  </a:cubicBezTo>
                  <a:cubicBezTo>
                    <a:pt x="366" y="1115"/>
                    <a:pt x="366" y="1127"/>
                    <a:pt x="368" y="1138"/>
                  </a:cubicBezTo>
                  <a:cubicBezTo>
                    <a:pt x="368" y="1141"/>
                    <a:pt x="371" y="1146"/>
                    <a:pt x="374" y="1146"/>
                  </a:cubicBezTo>
                  <a:cubicBezTo>
                    <a:pt x="377" y="1147"/>
                    <a:pt x="382" y="1144"/>
                    <a:pt x="384" y="1141"/>
                  </a:cubicBezTo>
                  <a:cubicBezTo>
                    <a:pt x="388" y="1135"/>
                    <a:pt x="392" y="1127"/>
                    <a:pt x="393" y="1119"/>
                  </a:cubicBezTo>
                  <a:cubicBezTo>
                    <a:pt x="396" y="1092"/>
                    <a:pt x="402" y="1002"/>
                    <a:pt x="404" y="985"/>
                  </a:cubicBezTo>
                  <a:cubicBezTo>
                    <a:pt x="405" y="976"/>
                    <a:pt x="409" y="967"/>
                    <a:pt x="411" y="958"/>
                  </a:cubicBezTo>
                  <a:cubicBezTo>
                    <a:pt x="413" y="943"/>
                    <a:pt x="415" y="928"/>
                    <a:pt x="418" y="913"/>
                  </a:cubicBezTo>
                  <a:cubicBezTo>
                    <a:pt x="419" y="904"/>
                    <a:pt x="424" y="904"/>
                    <a:pt x="430" y="908"/>
                  </a:cubicBezTo>
                  <a:cubicBezTo>
                    <a:pt x="440" y="916"/>
                    <a:pt x="443" y="919"/>
                    <a:pt x="453" y="925"/>
                  </a:cubicBezTo>
                  <a:cubicBezTo>
                    <a:pt x="459" y="929"/>
                    <a:pt x="462" y="926"/>
                    <a:pt x="459" y="934"/>
                  </a:cubicBezTo>
                  <a:cubicBezTo>
                    <a:pt x="458" y="939"/>
                    <a:pt x="454" y="936"/>
                    <a:pt x="450" y="938"/>
                  </a:cubicBezTo>
                  <a:cubicBezTo>
                    <a:pt x="448" y="940"/>
                    <a:pt x="458" y="957"/>
                    <a:pt x="454" y="957"/>
                  </a:cubicBezTo>
                  <a:cubicBezTo>
                    <a:pt x="446" y="957"/>
                    <a:pt x="444" y="962"/>
                    <a:pt x="449" y="969"/>
                  </a:cubicBezTo>
                  <a:cubicBezTo>
                    <a:pt x="463" y="988"/>
                    <a:pt x="482" y="1002"/>
                    <a:pt x="504" y="1010"/>
                  </a:cubicBezTo>
                  <a:cubicBezTo>
                    <a:pt x="530" y="1020"/>
                    <a:pt x="554" y="1010"/>
                    <a:pt x="574" y="995"/>
                  </a:cubicBezTo>
                  <a:cubicBezTo>
                    <a:pt x="593" y="981"/>
                    <a:pt x="611" y="963"/>
                    <a:pt x="625" y="944"/>
                  </a:cubicBezTo>
                  <a:cubicBezTo>
                    <a:pt x="640" y="924"/>
                    <a:pt x="650" y="900"/>
                    <a:pt x="663" y="878"/>
                  </a:cubicBezTo>
                  <a:cubicBezTo>
                    <a:pt x="685" y="840"/>
                    <a:pt x="696" y="797"/>
                    <a:pt x="711" y="756"/>
                  </a:cubicBezTo>
                  <a:cubicBezTo>
                    <a:pt x="719" y="732"/>
                    <a:pt x="726" y="708"/>
                    <a:pt x="732" y="684"/>
                  </a:cubicBezTo>
                  <a:cubicBezTo>
                    <a:pt x="739" y="655"/>
                    <a:pt x="745" y="626"/>
                    <a:pt x="750" y="597"/>
                  </a:cubicBezTo>
                  <a:cubicBezTo>
                    <a:pt x="752" y="584"/>
                    <a:pt x="750" y="571"/>
                    <a:pt x="752" y="558"/>
                  </a:cubicBezTo>
                  <a:cubicBezTo>
                    <a:pt x="758" y="522"/>
                    <a:pt x="755" y="487"/>
                    <a:pt x="740" y="454"/>
                  </a:cubicBezTo>
                  <a:cubicBezTo>
                    <a:pt x="722" y="414"/>
                    <a:pt x="692" y="386"/>
                    <a:pt x="652" y="37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8" name="Freeform 7"/>
            <p:cNvSpPr>
              <a:spLocks noEditPoints="1"/>
            </p:cNvSpPr>
            <p:nvPr/>
          </p:nvSpPr>
          <p:spPr bwMode="auto">
            <a:xfrm>
              <a:off x="1301750" y="-969963"/>
              <a:ext cx="374650" cy="768350"/>
            </a:xfrm>
            <a:custGeom>
              <a:avLst/>
              <a:gdLst>
                <a:gd name="T0" fmla="*/ 423 w 490"/>
                <a:gd name="T1" fmla="*/ 20 h 1003"/>
                <a:gd name="T2" fmla="*/ 343 w 490"/>
                <a:gd name="T3" fmla="*/ 1 h 1003"/>
                <a:gd name="T4" fmla="*/ 278 w 490"/>
                <a:gd name="T5" fmla="*/ 8 h 1003"/>
                <a:gd name="T6" fmla="*/ 112 w 490"/>
                <a:gd name="T7" fmla="*/ 135 h 1003"/>
                <a:gd name="T8" fmla="*/ 94 w 490"/>
                <a:gd name="T9" fmla="*/ 199 h 1003"/>
                <a:gd name="T10" fmla="*/ 166 w 490"/>
                <a:gd name="T11" fmla="*/ 215 h 1003"/>
                <a:gd name="T12" fmla="*/ 244 w 490"/>
                <a:gd name="T13" fmla="*/ 160 h 1003"/>
                <a:gd name="T14" fmla="*/ 389 w 490"/>
                <a:gd name="T15" fmla="*/ 114 h 1003"/>
                <a:gd name="T16" fmla="*/ 395 w 490"/>
                <a:gd name="T17" fmla="*/ 227 h 1003"/>
                <a:gd name="T18" fmla="*/ 325 w 490"/>
                <a:gd name="T19" fmla="*/ 388 h 1003"/>
                <a:gd name="T20" fmla="*/ 264 w 490"/>
                <a:gd name="T21" fmla="*/ 413 h 1003"/>
                <a:gd name="T22" fmla="*/ 276 w 490"/>
                <a:gd name="T23" fmla="*/ 352 h 1003"/>
                <a:gd name="T24" fmla="*/ 336 w 490"/>
                <a:gd name="T25" fmla="*/ 299 h 1003"/>
                <a:gd name="T26" fmla="*/ 347 w 490"/>
                <a:gd name="T27" fmla="*/ 242 h 1003"/>
                <a:gd name="T28" fmla="*/ 261 w 490"/>
                <a:gd name="T29" fmla="*/ 216 h 1003"/>
                <a:gd name="T30" fmla="*/ 192 w 490"/>
                <a:gd name="T31" fmla="*/ 234 h 1003"/>
                <a:gd name="T32" fmla="*/ 180 w 490"/>
                <a:gd name="T33" fmla="*/ 269 h 1003"/>
                <a:gd name="T34" fmla="*/ 130 w 490"/>
                <a:gd name="T35" fmla="*/ 341 h 1003"/>
                <a:gd name="T36" fmla="*/ 123 w 490"/>
                <a:gd name="T37" fmla="*/ 351 h 1003"/>
                <a:gd name="T38" fmla="*/ 68 w 490"/>
                <a:gd name="T39" fmla="*/ 292 h 1003"/>
                <a:gd name="T40" fmla="*/ 7 w 490"/>
                <a:gd name="T41" fmla="*/ 421 h 1003"/>
                <a:gd name="T42" fmla="*/ 65 w 490"/>
                <a:gd name="T43" fmla="*/ 531 h 1003"/>
                <a:gd name="T44" fmla="*/ 102 w 490"/>
                <a:gd name="T45" fmla="*/ 542 h 1003"/>
                <a:gd name="T46" fmla="*/ 153 w 490"/>
                <a:gd name="T47" fmla="*/ 588 h 1003"/>
                <a:gd name="T48" fmla="*/ 116 w 490"/>
                <a:gd name="T49" fmla="*/ 682 h 1003"/>
                <a:gd name="T50" fmla="*/ 54 w 490"/>
                <a:gd name="T51" fmla="*/ 765 h 1003"/>
                <a:gd name="T52" fmla="*/ 122 w 490"/>
                <a:gd name="T53" fmla="*/ 800 h 1003"/>
                <a:gd name="T54" fmla="*/ 104 w 490"/>
                <a:gd name="T55" fmla="*/ 860 h 1003"/>
                <a:gd name="T56" fmla="*/ 27 w 490"/>
                <a:gd name="T57" fmla="*/ 894 h 1003"/>
                <a:gd name="T58" fmla="*/ 14 w 490"/>
                <a:gd name="T59" fmla="*/ 976 h 1003"/>
                <a:gd name="T60" fmla="*/ 81 w 490"/>
                <a:gd name="T61" fmla="*/ 994 h 1003"/>
                <a:gd name="T62" fmla="*/ 188 w 490"/>
                <a:gd name="T63" fmla="*/ 960 h 1003"/>
                <a:gd name="T64" fmla="*/ 338 w 490"/>
                <a:gd name="T65" fmla="*/ 971 h 1003"/>
                <a:gd name="T66" fmla="*/ 383 w 490"/>
                <a:gd name="T67" fmla="*/ 966 h 1003"/>
                <a:gd name="T68" fmla="*/ 413 w 490"/>
                <a:gd name="T69" fmla="*/ 928 h 1003"/>
                <a:gd name="T70" fmla="*/ 423 w 490"/>
                <a:gd name="T71" fmla="*/ 856 h 1003"/>
                <a:gd name="T72" fmla="*/ 334 w 490"/>
                <a:gd name="T73" fmla="*/ 832 h 1003"/>
                <a:gd name="T74" fmla="*/ 226 w 490"/>
                <a:gd name="T75" fmla="*/ 832 h 1003"/>
                <a:gd name="T76" fmla="*/ 240 w 490"/>
                <a:gd name="T77" fmla="*/ 746 h 1003"/>
                <a:gd name="T78" fmla="*/ 350 w 490"/>
                <a:gd name="T79" fmla="*/ 628 h 1003"/>
                <a:gd name="T80" fmla="*/ 323 w 490"/>
                <a:gd name="T81" fmla="*/ 594 h 1003"/>
                <a:gd name="T82" fmla="*/ 236 w 490"/>
                <a:gd name="T83" fmla="*/ 618 h 1003"/>
                <a:gd name="T84" fmla="*/ 226 w 490"/>
                <a:gd name="T85" fmla="*/ 571 h 1003"/>
                <a:gd name="T86" fmla="*/ 336 w 490"/>
                <a:gd name="T87" fmla="*/ 483 h 1003"/>
                <a:gd name="T88" fmla="*/ 383 w 490"/>
                <a:gd name="T89" fmla="*/ 414 h 1003"/>
                <a:gd name="T90" fmla="*/ 480 w 490"/>
                <a:gd name="T91" fmla="*/ 215 h 1003"/>
                <a:gd name="T92" fmla="*/ 475 w 490"/>
                <a:gd name="T93" fmla="*/ 89 h 1003"/>
                <a:gd name="T94" fmla="*/ 149 w 490"/>
                <a:gd name="T95" fmla="*/ 451 h 1003"/>
                <a:gd name="T96" fmla="*/ 139 w 490"/>
                <a:gd name="T97" fmla="*/ 447 h 1003"/>
                <a:gd name="T98" fmla="*/ 128 w 490"/>
                <a:gd name="T99" fmla="*/ 376 h 1003"/>
                <a:gd name="T100" fmla="*/ 137 w 490"/>
                <a:gd name="T101" fmla="*/ 374 h 1003"/>
                <a:gd name="T102" fmla="*/ 172 w 490"/>
                <a:gd name="T103" fmla="*/ 41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0" h="1003">
                  <a:moveTo>
                    <a:pt x="475" y="89"/>
                  </a:moveTo>
                  <a:cubicBezTo>
                    <a:pt x="464" y="62"/>
                    <a:pt x="449" y="36"/>
                    <a:pt x="423" y="20"/>
                  </a:cubicBezTo>
                  <a:cubicBezTo>
                    <a:pt x="401" y="7"/>
                    <a:pt x="377" y="3"/>
                    <a:pt x="352" y="0"/>
                  </a:cubicBezTo>
                  <a:cubicBezTo>
                    <a:pt x="349" y="0"/>
                    <a:pt x="346" y="1"/>
                    <a:pt x="343" y="1"/>
                  </a:cubicBezTo>
                  <a:cubicBezTo>
                    <a:pt x="334" y="2"/>
                    <a:pt x="325" y="2"/>
                    <a:pt x="315" y="3"/>
                  </a:cubicBezTo>
                  <a:cubicBezTo>
                    <a:pt x="303" y="4"/>
                    <a:pt x="290" y="5"/>
                    <a:pt x="278" y="8"/>
                  </a:cubicBezTo>
                  <a:cubicBezTo>
                    <a:pt x="234" y="21"/>
                    <a:pt x="197" y="47"/>
                    <a:pt x="162" y="76"/>
                  </a:cubicBezTo>
                  <a:cubicBezTo>
                    <a:pt x="142" y="93"/>
                    <a:pt x="125" y="112"/>
                    <a:pt x="112" y="135"/>
                  </a:cubicBezTo>
                  <a:cubicBezTo>
                    <a:pt x="106" y="145"/>
                    <a:pt x="97" y="155"/>
                    <a:pt x="92" y="165"/>
                  </a:cubicBezTo>
                  <a:cubicBezTo>
                    <a:pt x="85" y="178"/>
                    <a:pt x="86" y="195"/>
                    <a:pt x="94" y="199"/>
                  </a:cubicBezTo>
                  <a:cubicBezTo>
                    <a:pt x="105" y="205"/>
                    <a:pt x="116" y="209"/>
                    <a:pt x="127" y="212"/>
                  </a:cubicBezTo>
                  <a:cubicBezTo>
                    <a:pt x="140" y="214"/>
                    <a:pt x="153" y="215"/>
                    <a:pt x="166" y="215"/>
                  </a:cubicBezTo>
                  <a:cubicBezTo>
                    <a:pt x="175" y="214"/>
                    <a:pt x="185" y="211"/>
                    <a:pt x="193" y="206"/>
                  </a:cubicBezTo>
                  <a:cubicBezTo>
                    <a:pt x="211" y="192"/>
                    <a:pt x="228" y="176"/>
                    <a:pt x="244" y="160"/>
                  </a:cubicBezTo>
                  <a:cubicBezTo>
                    <a:pt x="275" y="131"/>
                    <a:pt x="310" y="108"/>
                    <a:pt x="352" y="100"/>
                  </a:cubicBezTo>
                  <a:cubicBezTo>
                    <a:pt x="369" y="96"/>
                    <a:pt x="379" y="100"/>
                    <a:pt x="389" y="114"/>
                  </a:cubicBezTo>
                  <a:cubicBezTo>
                    <a:pt x="403" y="132"/>
                    <a:pt x="407" y="154"/>
                    <a:pt x="405" y="176"/>
                  </a:cubicBezTo>
                  <a:cubicBezTo>
                    <a:pt x="403" y="193"/>
                    <a:pt x="400" y="211"/>
                    <a:pt x="395" y="227"/>
                  </a:cubicBezTo>
                  <a:cubicBezTo>
                    <a:pt x="386" y="256"/>
                    <a:pt x="377" y="284"/>
                    <a:pt x="365" y="312"/>
                  </a:cubicBezTo>
                  <a:cubicBezTo>
                    <a:pt x="354" y="338"/>
                    <a:pt x="339" y="363"/>
                    <a:pt x="325" y="388"/>
                  </a:cubicBezTo>
                  <a:cubicBezTo>
                    <a:pt x="315" y="407"/>
                    <a:pt x="301" y="420"/>
                    <a:pt x="280" y="414"/>
                  </a:cubicBezTo>
                  <a:cubicBezTo>
                    <a:pt x="275" y="412"/>
                    <a:pt x="269" y="413"/>
                    <a:pt x="264" y="413"/>
                  </a:cubicBezTo>
                  <a:cubicBezTo>
                    <a:pt x="255" y="414"/>
                    <a:pt x="251" y="410"/>
                    <a:pt x="253" y="400"/>
                  </a:cubicBezTo>
                  <a:cubicBezTo>
                    <a:pt x="257" y="383"/>
                    <a:pt x="262" y="364"/>
                    <a:pt x="276" y="352"/>
                  </a:cubicBezTo>
                  <a:cubicBezTo>
                    <a:pt x="291" y="337"/>
                    <a:pt x="309" y="324"/>
                    <a:pt x="326" y="310"/>
                  </a:cubicBezTo>
                  <a:cubicBezTo>
                    <a:pt x="330" y="306"/>
                    <a:pt x="334" y="303"/>
                    <a:pt x="336" y="299"/>
                  </a:cubicBezTo>
                  <a:cubicBezTo>
                    <a:pt x="342" y="284"/>
                    <a:pt x="347" y="269"/>
                    <a:pt x="351" y="253"/>
                  </a:cubicBezTo>
                  <a:cubicBezTo>
                    <a:pt x="352" y="250"/>
                    <a:pt x="350" y="245"/>
                    <a:pt x="347" y="242"/>
                  </a:cubicBezTo>
                  <a:cubicBezTo>
                    <a:pt x="327" y="226"/>
                    <a:pt x="308" y="208"/>
                    <a:pt x="279" y="221"/>
                  </a:cubicBezTo>
                  <a:cubicBezTo>
                    <a:pt x="272" y="224"/>
                    <a:pt x="266" y="222"/>
                    <a:pt x="261" y="216"/>
                  </a:cubicBezTo>
                  <a:cubicBezTo>
                    <a:pt x="250" y="203"/>
                    <a:pt x="220" y="199"/>
                    <a:pt x="207" y="210"/>
                  </a:cubicBezTo>
                  <a:cubicBezTo>
                    <a:pt x="200" y="216"/>
                    <a:pt x="196" y="225"/>
                    <a:pt x="192" y="234"/>
                  </a:cubicBezTo>
                  <a:cubicBezTo>
                    <a:pt x="189" y="239"/>
                    <a:pt x="185" y="246"/>
                    <a:pt x="186" y="251"/>
                  </a:cubicBezTo>
                  <a:cubicBezTo>
                    <a:pt x="190" y="260"/>
                    <a:pt x="186" y="264"/>
                    <a:pt x="180" y="269"/>
                  </a:cubicBezTo>
                  <a:cubicBezTo>
                    <a:pt x="175" y="273"/>
                    <a:pt x="170" y="277"/>
                    <a:pt x="165" y="281"/>
                  </a:cubicBezTo>
                  <a:cubicBezTo>
                    <a:pt x="145" y="297"/>
                    <a:pt x="132" y="316"/>
                    <a:pt x="130" y="341"/>
                  </a:cubicBezTo>
                  <a:cubicBezTo>
                    <a:pt x="130" y="345"/>
                    <a:pt x="128" y="348"/>
                    <a:pt x="127" y="351"/>
                  </a:cubicBezTo>
                  <a:cubicBezTo>
                    <a:pt x="126" y="351"/>
                    <a:pt x="125" y="351"/>
                    <a:pt x="123" y="351"/>
                  </a:cubicBezTo>
                  <a:cubicBezTo>
                    <a:pt x="122" y="348"/>
                    <a:pt x="121" y="346"/>
                    <a:pt x="120" y="343"/>
                  </a:cubicBezTo>
                  <a:cubicBezTo>
                    <a:pt x="114" y="314"/>
                    <a:pt x="93" y="298"/>
                    <a:pt x="68" y="292"/>
                  </a:cubicBezTo>
                  <a:cubicBezTo>
                    <a:pt x="43" y="286"/>
                    <a:pt x="8" y="305"/>
                    <a:pt x="6" y="337"/>
                  </a:cubicBezTo>
                  <a:cubicBezTo>
                    <a:pt x="4" y="365"/>
                    <a:pt x="5" y="393"/>
                    <a:pt x="7" y="421"/>
                  </a:cubicBezTo>
                  <a:cubicBezTo>
                    <a:pt x="7" y="437"/>
                    <a:pt x="9" y="455"/>
                    <a:pt x="13" y="471"/>
                  </a:cubicBezTo>
                  <a:cubicBezTo>
                    <a:pt x="22" y="498"/>
                    <a:pt x="34" y="523"/>
                    <a:pt x="65" y="531"/>
                  </a:cubicBezTo>
                  <a:cubicBezTo>
                    <a:pt x="74" y="534"/>
                    <a:pt x="81" y="538"/>
                    <a:pt x="91" y="534"/>
                  </a:cubicBezTo>
                  <a:cubicBezTo>
                    <a:pt x="98" y="530"/>
                    <a:pt x="101" y="535"/>
                    <a:pt x="102" y="542"/>
                  </a:cubicBezTo>
                  <a:cubicBezTo>
                    <a:pt x="107" y="562"/>
                    <a:pt x="118" y="571"/>
                    <a:pt x="138" y="572"/>
                  </a:cubicBezTo>
                  <a:cubicBezTo>
                    <a:pt x="151" y="573"/>
                    <a:pt x="154" y="576"/>
                    <a:pt x="153" y="588"/>
                  </a:cubicBezTo>
                  <a:cubicBezTo>
                    <a:pt x="152" y="603"/>
                    <a:pt x="149" y="618"/>
                    <a:pt x="147" y="633"/>
                  </a:cubicBezTo>
                  <a:cubicBezTo>
                    <a:pt x="145" y="655"/>
                    <a:pt x="135" y="672"/>
                    <a:pt x="116" y="682"/>
                  </a:cubicBezTo>
                  <a:cubicBezTo>
                    <a:pt x="89" y="697"/>
                    <a:pt x="71" y="721"/>
                    <a:pt x="52" y="745"/>
                  </a:cubicBezTo>
                  <a:cubicBezTo>
                    <a:pt x="47" y="752"/>
                    <a:pt x="47" y="759"/>
                    <a:pt x="54" y="765"/>
                  </a:cubicBezTo>
                  <a:cubicBezTo>
                    <a:pt x="70" y="781"/>
                    <a:pt x="89" y="789"/>
                    <a:pt x="111" y="788"/>
                  </a:cubicBezTo>
                  <a:cubicBezTo>
                    <a:pt x="120" y="788"/>
                    <a:pt x="123" y="792"/>
                    <a:pt x="122" y="800"/>
                  </a:cubicBezTo>
                  <a:cubicBezTo>
                    <a:pt x="121" y="813"/>
                    <a:pt x="120" y="825"/>
                    <a:pt x="119" y="837"/>
                  </a:cubicBezTo>
                  <a:cubicBezTo>
                    <a:pt x="119" y="848"/>
                    <a:pt x="114" y="855"/>
                    <a:pt x="104" y="860"/>
                  </a:cubicBezTo>
                  <a:cubicBezTo>
                    <a:pt x="85" y="867"/>
                    <a:pt x="64" y="869"/>
                    <a:pt x="48" y="881"/>
                  </a:cubicBezTo>
                  <a:cubicBezTo>
                    <a:pt x="41" y="886"/>
                    <a:pt x="33" y="889"/>
                    <a:pt x="27" y="894"/>
                  </a:cubicBezTo>
                  <a:cubicBezTo>
                    <a:pt x="9" y="910"/>
                    <a:pt x="0" y="938"/>
                    <a:pt x="7" y="955"/>
                  </a:cubicBezTo>
                  <a:cubicBezTo>
                    <a:pt x="9" y="962"/>
                    <a:pt x="12" y="969"/>
                    <a:pt x="14" y="976"/>
                  </a:cubicBezTo>
                  <a:cubicBezTo>
                    <a:pt x="17" y="989"/>
                    <a:pt x="30" y="1003"/>
                    <a:pt x="41" y="1002"/>
                  </a:cubicBezTo>
                  <a:cubicBezTo>
                    <a:pt x="55" y="1000"/>
                    <a:pt x="69" y="998"/>
                    <a:pt x="81" y="994"/>
                  </a:cubicBezTo>
                  <a:cubicBezTo>
                    <a:pt x="102" y="987"/>
                    <a:pt x="122" y="978"/>
                    <a:pt x="143" y="971"/>
                  </a:cubicBezTo>
                  <a:cubicBezTo>
                    <a:pt x="158" y="966"/>
                    <a:pt x="173" y="965"/>
                    <a:pt x="188" y="960"/>
                  </a:cubicBezTo>
                  <a:cubicBezTo>
                    <a:pt x="225" y="950"/>
                    <a:pt x="262" y="946"/>
                    <a:pt x="299" y="957"/>
                  </a:cubicBezTo>
                  <a:cubicBezTo>
                    <a:pt x="312" y="961"/>
                    <a:pt x="325" y="967"/>
                    <a:pt x="338" y="971"/>
                  </a:cubicBezTo>
                  <a:cubicBezTo>
                    <a:pt x="343" y="973"/>
                    <a:pt x="348" y="974"/>
                    <a:pt x="352" y="974"/>
                  </a:cubicBezTo>
                  <a:cubicBezTo>
                    <a:pt x="363" y="972"/>
                    <a:pt x="373" y="969"/>
                    <a:pt x="383" y="966"/>
                  </a:cubicBezTo>
                  <a:cubicBezTo>
                    <a:pt x="387" y="965"/>
                    <a:pt x="391" y="963"/>
                    <a:pt x="393" y="960"/>
                  </a:cubicBezTo>
                  <a:cubicBezTo>
                    <a:pt x="400" y="950"/>
                    <a:pt x="407" y="939"/>
                    <a:pt x="413" y="928"/>
                  </a:cubicBezTo>
                  <a:cubicBezTo>
                    <a:pt x="420" y="914"/>
                    <a:pt x="425" y="899"/>
                    <a:pt x="431" y="885"/>
                  </a:cubicBezTo>
                  <a:cubicBezTo>
                    <a:pt x="438" y="872"/>
                    <a:pt x="436" y="863"/>
                    <a:pt x="423" y="856"/>
                  </a:cubicBezTo>
                  <a:cubicBezTo>
                    <a:pt x="413" y="851"/>
                    <a:pt x="402" y="846"/>
                    <a:pt x="391" y="843"/>
                  </a:cubicBezTo>
                  <a:cubicBezTo>
                    <a:pt x="372" y="838"/>
                    <a:pt x="353" y="832"/>
                    <a:pt x="334" y="832"/>
                  </a:cubicBezTo>
                  <a:cubicBezTo>
                    <a:pt x="301" y="832"/>
                    <a:pt x="269" y="837"/>
                    <a:pt x="237" y="839"/>
                  </a:cubicBezTo>
                  <a:cubicBezTo>
                    <a:pt x="233" y="839"/>
                    <a:pt x="227" y="835"/>
                    <a:pt x="226" y="832"/>
                  </a:cubicBezTo>
                  <a:cubicBezTo>
                    <a:pt x="223" y="823"/>
                    <a:pt x="221" y="814"/>
                    <a:pt x="220" y="804"/>
                  </a:cubicBezTo>
                  <a:cubicBezTo>
                    <a:pt x="219" y="782"/>
                    <a:pt x="220" y="760"/>
                    <a:pt x="240" y="746"/>
                  </a:cubicBezTo>
                  <a:cubicBezTo>
                    <a:pt x="261" y="732"/>
                    <a:pt x="283" y="717"/>
                    <a:pt x="307" y="707"/>
                  </a:cubicBezTo>
                  <a:cubicBezTo>
                    <a:pt x="337" y="693"/>
                    <a:pt x="360" y="662"/>
                    <a:pt x="350" y="628"/>
                  </a:cubicBezTo>
                  <a:cubicBezTo>
                    <a:pt x="349" y="624"/>
                    <a:pt x="350" y="620"/>
                    <a:pt x="349" y="616"/>
                  </a:cubicBezTo>
                  <a:cubicBezTo>
                    <a:pt x="348" y="602"/>
                    <a:pt x="337" y="592"/>
                    <a:pt x="323" y="594"/>
                  </a:cubicBezTo>
                  <a:cubicBezTo>
                    <a:pt x="307" y="596"/>
                    <a:pt x="292" y="599"/>
                    <a:pt x="276" y="603"/>
                  </a:cubicBezTo>
                  <a:cubicBezTo>
                    <a:pt x="262" y="607"/>
                    <a:pt x="249" y="613"/>
                    <a:pt x="236" y="618"/>
                  </a:cubicBezTo>
                  <a:cubicBezTo>
                    <a:pt x="226" y="621"/>
                    <a:pt x="222" y="619"/>
                    <a:pt x="222" y="611"/>
                  </a:cubicBezTo>
                  <a:cubicBezTo>
                    <a:pt x="223" y="597"/>
                    <a:pt x="224" y="584"/>
                    <a:pt x="226" y="571"/>
                  </a:cubicBezTo>
                  <a:cubicBezTo>
                    <a:pt x="230" y="543"/>
                    <a:pt x="247" y="526"/>
                    <a:pt x="274" y="526"/>
                  </a:cubicBezTo>
                  <a:cubicBezTo>
                    <a:pt x="305" y="525"/>
                    <a:pt x="324" y="510"/>
                    <a:pt x="336" y="483"/>
                  </a:cubicBezTo>
                  <a:cubicBezTo>
                    <a:pt x="339" y="476"/>
                    <a:pt x="342" y="468"/>
                    <a:pt x="346" y="461"/>
                  </a:cubicBezTo>
                  <a:cubicBezTo>
                    <a:pt x="358" y="445"/>
                    <a:pt x="372" y="430"/>
                    <a:pt x="383" y="414"/>
                  </a:cubicBezTo>
                  <a:cubicBezTo>
                    <a:pt x="398" y="393"/>
                    <a:pt x="413" y="373"/>
                    <a:pt x="424" y="350"/>
                  </a:cubicBezTo>
                  <a:cubicBezTo>
                    <a:pt x="444" y="306"/>
                    <a:pt x="463" y="261"/>
                    <a:pt x="480" y="215"/>
                  </a:cubicBezTo>
                  <a:cubicBezTo>
                    <a:pt x="487" y="194"/>
                    <a:pt x="490" y="170"/>
                    <a:pt x="489" y="148"/>
                  </a:cubicBezTo>
                  <a:cubicBezTo>
                    <a:pt x="489" y="128"/>
                    <a:pt x="482" y="108"/>
                    <a:pt x="475" y="89"/>
                  </a:cubicBezTo>
                  <a:close/>
                  <a:moveTo>
                    <a:pt x="172" y="413"/>
                  </a:moveTo>
                  <a:cubicBezTo>
                    <a:pt x="165" y="426"/>
                    <a:pt x="157" y="438"/>
                    <a:pt x="149" y="451"/>
                  </a:cubicBezTo>
                  <a:cubicBezTo>
                    <a:pt x="147" y="452"/>
                    <a:pt x="144" y="454"/>
                    <a:pt x="142" y="453"/>
                  </a:cubicBezTo>
                  <a:cubicBezTo>
                    <a:pt x="141" y="453"/>
                    <a:pt x="139" y="449"/>
                    <a:pt x="139" y="447"/>
                  </a:cubicBezTo>
                  <a:cubicBezTo>
                    <a:pt x="135" y="424"/>
                    <a:pt x="132" y="402"/>
                    <a:pt x="129" y="379"/>
                  </a:cubicBezTo>
                  <a:cubicBezTo>
                    <a:pt x="129" y="378"/>
                    <a:pt x="129" y="378"/>
                    <a:pt x="128" y="376"/>
                  </a:cubicBezTo>
                  <a:cubicBezTo>
                    <a:pt x="129" y="375"/>
                    <a:pt x="130" y="372"/>
                    <a:pt x="131" y="372"/>
                  </a:cubicBezTo>
                  <a:cubicBezTo>
                    <a:pt x="133" y="371"/>
                    <a:pt x="136" y="373"/>
                    <a:pt x="137" y="374"/>
                  </a:cubicBezTo>
                  <a:cubicBezTo>
                    <a:pt x="145" y="386"/>
                    <a:pt x="154" y="394"/>
                    <a:pt x="167" y="399"/>
                  </a:cubicBezTo>
                  <a:cubicBezTo>
                    <a:pt x="170" y="401"/>
                    <a:pt x="174" y="410"/>
                    <a:pt x="172" y="41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9" name="Freeform 8"/>
            <p:cNvSpPr>
              <a:spLocks/>
            </p:cNvSpPr>
            <p:nvPr/>
          </p:nvSpPr>
          <p:spPr bwMode="auto">
            <a:xfrm>
              <a:off x="298450" y="-814388"/>
              <a:ext cx="596900" cy="638175"/>
            </a:xfrm>
            <a:custGeom>
              <a:avLst/>
              <a:gdLst>
                <a:gd name="T0" fmla="*/ 688 w 780"/>
                <a:gd name="T1" fmla="*/ 11 h 832"/>
                <a:gd name="T2" fmla="*/ 484 w 780"/>
                <a:gd name="T3" fmla="*/ 70 h 832"/>
                <a:gd name="T4" fmla="*/ 139 w 780"/>
                <a:gd name="T5" fmla="*/ 221 h 832"/>
                <a:gd name="T6" fmla="*/ 10 w 780"/>
                <a:gd name="T7" fmla="*/ 297 h 832"/>
                <a:gd name="T8" fmla="*/ 15 w 780"/>
                <a:gd name="T9" fmla="*/ 348 h 832"/>
                <a:gd name="T10" fmla="*/ 153 w 780"/>
                <a:gd name="T11" fmla="*/ 310 h 832"/>
                <a:gd name="T12" fmla="*/ 297 w 780"/>
                <a:gd name="T13" fmla="*/ 231 h 832"/>
                <a:gd name="T14" fmla="*/ 417 w 780"/>
                <a:gd name="T15" fmla="*/ 187 h 832"/>
                <a:gd name="T16" fmla="*/ 268 w 780"/>
                <a:gd name="T17" fmla="*/ 354 h 832"/>
                <a:gd name="T18" fmla="*/ 242 w 780"/>
                <a:gd name="T19" fmla="*/ 519 h 832"/>
                <a:gd name="T20" fmla="*/ 288 w 780"/>
                <a:gd name="T21" fmla="*/ 521 h 832"/>
                <a:gd name="T22" fmla="*/ 321 w 780"/>
                <a:gd name="T23" fmla="*/ 470 h 832"/>
                <a:gd name="T24" fmla="*/ 341 w 780"/>
                <a:gd name="T25" fmla="*/ 429 h 832"/>
                <a:gd name="T26" fmla="*/ 455 w 780"/>
                <a:gd name="T27" fmla="*/ 318 h 832"/>
                <a:gd name="T28" fmla="*/ 532 w 780"/>
                <a:gd name="T29" fmla="*/ 300 h 832"/>
                <a:gd name="T30" fmla="*/ 437 w 780"/>
                <a:gd name="T31" fmla="*/ 392 h 832"/>
                <a:gd name="T32" fmla="*/ 328 w 780"/>
                <a:gd name="T33" fmla="*/ 512 h 832"/>
                <a:gd name="T34" fmla="*/ 368 w 780"/>
                <a:gd name="T35" fmla="*/ 530 h 832"/>
                <a:gd name="T36" fmla="*/ 366 w 780"/>
                <a:gd name="T37" fmla="*/ 623 h 832"/>
                <a:gd name="T38" fmla="*/ 272 w 780"/>
                <a:gd name="T39" fmla="*/ 683 h 832"/>
                <a:gd name="T40" fmla="*/ 233 w 780"/>
                <a:gd name="T41" fmla="*/ 673 h 832"/>
                <a:gd name="T42" fmla="*/ 202 w 780"/>
                <a:gd name="T43" fmla="*/ 717 h 832"/>
                <a:gd name="T44" fmla="*/ 268 w 780"/>
                <a:gd name="T45" fmla="*/ 771 h 832"/>
                <a:gd name="T46" fmla="*/ 348 w 780"/>
                <a:gd name="T47" fmla="*/ 716 h 832"/>
                <a:gd name="T48" fmla="*/ 350 w 780"/>
                <a:gd name="T49" fmla="*/ 792 h 832"/>
                <a:gd name="T50" fmla="*/ 378 w 780"/>
                <a:gd name="T51" fmla="*/ 823 h 832"/>
                <a:gd name="T52" fmla="*/ 406 w 780"/>
                <a:gd name="T53" fmla="*/ 824 h 832"/>
                <a:gd name="T54" fmla="*/ 440 w 780"/>
                <a:gd name="T55" fmla="*/ 796 h 832"/>
                <a:gd name="T56" fmla="*/ 437 w 780"/>
                <a:gd name="T57" fmla="*/ 695 h 832"/>
                <a:gd name="T58" fmla="*/ 528 w 780"/>
                <a:gd name="T59" fmla="*/ 659 h 832"/>
                <a:gd name="T60" fmla="*/ 537 w 780"/>
                <a:gd name="T61" fmla="*/ 691 h 832"/>
                <a:gd name="T62" fmla="*/ 501 w 780"/>
                <a:gd name="T63" fmla="*/ 717 h 832"/>
                <a:gd name="T64" fmla="*/ 526 w 780"/>
                <a:gd name="T65" fmla="*/ 713 h 832"/>
                <a:gd name="T66" fmla="*/ 612 w 780"/>
                <a:gd name="T67" fmla="*/ 676 h 832"/>
                <a:gd name="T68" fmla="*/ 518 w 780"/>
                <a:gd name="T69" fmla="*/ 587 h 832"/>
                <a:gd name="T70" fmla="*/ 439 w 780"/>
                <a:gd name="T71" fmla="*/ 588 h 832"/>
                <a:gd name="T72" fmla="*/ 462 w 780"/>
                <a:gd name="T73" fmla="*/ 510 h 832"/>
                <a:gd name="T74" fmla="*/ 511 w 780"/>
                <a:gd name="T75" fmla="*/ 427 h 832"/>
                <a:gd name="T76" fmla="*/ 539 w 780"/>
                <a:gd name="T77" fmla="*/ 343 h 832"/>
                <a:gd name="T78" fmla="*/ 549 w 780"/>
                <a:gd name="T79" fmla="*/ 253 h 832"/>
                <a:gd name="T80" fmla="*/ 435 w 780"/>
                <a:gd name="T81" fmla="*/ 266 h 832"/>
                <a:gd name="T82" fmla="*/ 342 w 780"/>
                <a:gd name="T83" fmla="*/ 324 h 832"/>
                <a:gd name="T84" fmla="*/ 306 w 780"/>
                <a:gd name="T85" fmla="*/ 357 h 832"/>
                <a:gd name="T86" fmla="*/ 317 w 780"/>
                <a:gd name="T87" fmla="*/ 317 h 832"/>
                <a:gd name="T88" fmla="*/ 424 w 780"/>
                <a:gd name="T89" fmla="*/ 204 h 832"/>
                <a:gd name="T90" fmla="*/ 534 w 780"/>
                <a:gd name="T91" fmla="*/ 157 h 832"/>
                <a:gd name="T92" fmla="*/ 703 w 780"/>
                <a:gd name="T93" fmla="*/ 130 h 832"/>
                <a:gd name="T94" fmla="*/ 772 w 780"/>
                <a:gd name="T95" fmla="*/ 103 h 832"/>
                <a:gd name="T96" fmla="*/ 711 w 780"/>
                <a:gd name="T97" fmla="*/ 4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80" h="832">
                  <a:moveTo>
                    <a:pt x="711" y="4"/>
                  </a:moveTo>
                  <a:cubicBezTo>
                    <a:pt x="703" y="5"/>
                    <a:pt x="696" y="9"/>
                    <a:pt x="688" y="11"/>
                  </a:cubicBezTo>
                  <a:cubicBezTo>
                    <a:pt x="653" y="20"/>
                    <a:pt x="619" y="28"/>
                    <a:pt x="585" y="38"/>
                  </a:cubicBezTo>
                  <a:cubicBezTo>
                    <a:pt x="551" y="48"/>
                    <a:pt x="517" y="58"/>
                    <a:pt x="484" y="70"/>
                  </a:cubicBezTo>
                  <a:cubicBezTo>
                    <a:pt x="448" y="83"/>
                    <a:pt x="238" y="171"/>
                    <a:pt x="228" y="176"/>
                  </a:cubicBezTo>
                  <a:cubicBezTo>
                    <a:pt x="198" y="191"/>
                    <a:pt x="169" y="206"/>
                    <a:pt x="139" y="221"/>
                  </a:cubicBezTo>
                  <a:cubicBezTo>
                    <a:pt x="118" y="231"/>
                    <a:pt x="98" y="243"/>
                    <a:pt x="77" y="252"/>
                  </a:cubicBezTo>
                  <a:cubicBezTo>
                    <a:pt x="51" y="262"/>
                    <a:pt x="29" y="277"/>
                    <a:pt x="10" y="297"/>
                  </a:cubicBezTo>
                  <a:cubicBezTo>
                    <a:pt x="7" y="300"/>
                    <a:pt x="4" y="304"/>
                    <a:pt x="4" y="308"/>
                  </a:cubicBezTo>
                  <a:cubicBezTo>
                    <a:pt x="0" y="323"/>
                    <a:pt x="2" y="337"/>
                    <a:pt x="15" y="348"/>
                  </a:cubicBezTo>
                  <a:cubicBezTo>
                    <a:pt x="29" y="360"/>
                    <a:pt x="45" y="364"/>
                    <a:pt x="62" y="356"/>
                  </a:cubicBezTo>
                  <a:cubicBezTo>
                    <a:pt x="92" y="341"/>
                    <a:pt x="123" y="325"/>
                    <a:pt x="153" y="310"/>
                  </a:cubicBezTo>
                  <a:cubicBezTo>
                    <a:pt x="196" y="288"/>
                    <a:pt x="234" y="257"/>
                    <a:pt x="280" y="239"/>
                  </a:cubicBezTo>
                  <a:cubicBezTo>
                    <a:pt x="285" y="236"/>
                    <a:pt x="291" y="233"/>
                    <a:pt x="297" y="231"/>
                  </a:cubicBezTo>
                  <a:cubicBezTo>
                    <a:pt x="334" y="215"/>
                    <a:pt x="369" y="201"/>
                    <a:pt x="406" y="186"/>
                  </a:cubicBezTo>
                  <a:cubicBezTo>
                    <a:pt x="414" y="182"/>
                    <a:pt x="417" y="186"/>
                    <a:pt x="417" y="187"/>
                  </a:cubicBezTo>
                  <a:cubicBezTo>
                    <a:pt x="418" y="191"/>
                    <a:pt x="409" y="198"/>
                    <a:pt x="403" y="203"/>
                  </a:cubicBezTo>
                  <a:cubicBezTo>
                    <a:pt x="351" y="248"/>
                    <a:pt x="305" y="297"/>
                    <a:pt x="268" y="354"/>
                  </a:cubicBezTo>
                  <a:cubicBezTo>
                    <a:pt x="249" y="383"/>
                    <a:pt x="237" y="414"/>
                    <a:pt x="233" y="447"/>
                  </a:cubicBezTo>
                  <a:cubicBezTo>
                    <a:pt x="230" y="471"/>
                    <a:pt x="229" y="496"/>
                    <a:pt x="242" y="519"/>
                  </a:cubicBezTo>
                  <a:cubicBezTo>
                    <a:pt x="247" y="528"/>
                    <a:pt x="254" y="536"/>
                    <a:pt x="265" y="536"/>
                  </a:cubicBezTo>
                  <a:cubicBezTo>
                    <a:pt x="276" y="536"/>
                    <a:pt x="283" y="529"/>
                    <a:pt x="288" y="521"/>
                  </a:cubicBezTo>
                  <a:cubicBezTo>
                    <a:pt x="297" y="509"/>
                    <a:pt x="305" y="497"/>
                    <a:pt x="313" y="485"/>
                  </a:cubicBezTo>
                  <a:cubicBezTo>
                    <a:pt x="317" y="480"/>
                    <a:pt x="319" y="475"/>
                    <a:pt x="321" y="470"/>
                  </a:cubicBezTo>
                  <a:cubicBezTo>
                    <a:pt x="325" y="463"/>
                    <a:pt x="328" y="456"/>
                    <a:pt x="332" y="450"/>
                  </a:cubicBezTo>
                  <a:cubicBezTo>
                    <a:pt x="335" y="443"/>
                    <a:pt x="338" y="436"/>
                    <a:pt x="341" y="429"/>
                  </a:cubicBezTo>
                  <a:cubicBezTo>
                    <a:pt x="346" y="418"/>
                    <a:pt x="348" y="405"/>
                    <a:pt x="356" y="397"/>
                  </a:cubicBezTo>
                  <a:cubicBezTo>
                    <a:pt x="386" y="368"/>
                    <a:pt x="417" y="338"/>
                    <a:pt x="455" y="318"/>
                  </a:cubicBezTo>
                  <a:cubicBezTo>
                    <a:pt x="475" y="307"/>
                    <a:pt x="496" y="296"/>
                    <a:pt x="520" y="296"/>
                  </a:cubicBezTo>
                  <a:cubicBezTo>
                    <a:pt x="524" y="296"/>
                    <a:pt x="530" y="297"/>
                    <a:pt x="532" y="300"/>
                  </a:cubicBezTo>
                  <a:cubicBezTo>
                    <a:pt x="533" y="303"/>
                    <a:pt x="531" y="309"/>
                    <a:pt x="529" y="312"/>
                  </a:cubicBezTo>
                  <a:cubicBezTo>
                    <a:pt x="505" y="346"/>
                    <a:pt x="471" y="369"/>
                    <a:pt x="437" y="392"/>
                  </a:cubicBezTo>
                  <a:cubicBezTo>
                    <a:pt x="414" y="407"/>
                    <a:pt x="390" y="419"/>
                    <a:pt x="367" y="435"/>
                  </a:cubicBezTo>
                  <a:cubicBezTo>
                    <a:pt x="340" y="453"/>
                    <a:pt x="333" y="482"/>
                    <a:pt x="328" y="512"/>
                  </a:cubicBezTo>
                  <a:cubicBezTo>
                    <a:pt x="326" y="529"/>
                    <a:pt x="341" y="540"/>
                    <a:pt x="358" y="534"/>
                  </a:cubicBezTo>
                  <a:cubicBezTo>
                    <a:pt x="362" y="533"/>
                    <a:pt x="365" y="531"/>
                    <a:pt x="368" y="530"/>
                  </a:cubicBezTo>
                  <a:cubicBezTo>
                    <a:pt x="375" y="528"/>
                    <a:pt x="378" y="529"/>
                    <a:pt x="379" y="538"/>
                  </a:cubicBezTo>
                  <a:cubicBezTo>
                    <a:pt x="380" y="567"/>
                    <a:pt x="372" y="595"/>
                    <a:pt x="366" y="623"/>
                  </a:cubicBezTo>
                  <a:cubicBezTo>
                    <a:pt x="365" y="627"/>
                    <a:pt x="362" y="631"/>
                    <a:pt x="358" y="634"/>
                  </a:cubicBezTo>
                  <a:cubicBezTo>
                    <a:pt x="332" y="654"/>
                    <a:pt x="305" y="674"/>
                    <a:pt x="272" y="683"/>
                  </a:cubicBezTo>
                  <a:cubicBezTo>
                    <a:pt x="261" y="686"/>
                    <a:pt x="246" y="689"/>
                    <a:pt x="245" y="677"/>
                  </a:cubicBezTo>
                  <a:cubicBezTo>
                    <a:pt x="244" y="672"/>
                    <a:pt x="247" y="669"/>
                    <a:pt x="233" y="673"/>
                  </a:cubicBezTo>
                  <a:cubicBezTo>
                    <a:pt x="220" y="678"/>
                    <a:pt x="211" y="687"/>
                    <a:pt x="207" y="701"/>
                  </a:cubicBezTo>
                  <a:cubicBezTo>
                    <a:pt x="205" y="706"/>
                    <a:pt x="205" y="712"/>
                    <a:pt x="202" y="717"/>
                  </a:cubicBezTo>
                  <a:cubicBezTo>
                    <a:pt x="193" y="731"/>
                    <a:pt x="204" y="763"/>
                    <a:pt x="218" y="775"/>
                  </a:cubicBezTo>
                  <a:cubicBezTo>
                    <a:pt x="235" y="788"/>
                    <a:pt x="246" y="785"/>
                    <a:pt x="268" y="771"/>
                  </a:cubicBezTo>
                  <a:cubicBezTo>
                    <a:pt x="289" y="759"/>
                    <a:pt x="308" y="743"/>
                    <a:pt x="329" y="728"/>
                  </a:cubicBezTo>
                  <a:cubicBezTo>
                    <a:pt x="332" y="726"/>
                    <a:pt x="344" y="718"/>
                    <a:pt x="348" y="716"/>
                  </a:cubicBezTo>
                  <a:cubicBezTo>
                    <a:pt x="349" y="721"/>
                    <a:pt x="345" y="735"/>
                    <a:pt x="346" y="747"/>
                  </a:cubicBezTo>
                  <a:cubicBezTo>
                    <a:pt x="347" y="759"/>
                    <a:pt x="347" y="774"/>
                    <a:pt x="350" y="792"/>
                  </a:cubicBezTo>
                  <a:cubicBezTo>
                    <a:pt x="350" y="794"/>
                    <a:pt x="352" y="796"/>
                    <a:pt x="353" y="798"/>
                  </a:cubicBezTo>
                  <a:cubicBezTo>
                    <a:pt x="359" y="804"/>
                    <a:pt x="369" y="815"/>
                    <a:pt x="378" y="823"/>
                  </a:cubicBezTo>
                  <a:cubicBezTo>
                    <a:pt x="383" y="829"/>
                    <a:pt x="388" y="832"/>
                    <a:pt x="396" y="826"/>
                  </a:cubicBezTo>
                  <a:cubicBezTo>
                    <a:pt x="398" y="824"/>
                    <a:pt x="403" y="823"/>
                    <a:pt x="406" y="824"/>
                  </a:cubicBezTo>
                  <a:cubicBezTo>
                    <a:pt x="418" y="828"/>
                    <a:pt x="423" y="821"/>
                    <a:pt x="428" y="813"/>
                  </a:cubicBezTo>
                  <a:cubicBezTo>
                    <a:pt x="431" y="808"/>
                    <a:pt x="435" y="801"/>
                    <a:pt x="440" y="796"/>
                  </a:cubicBezTo>
                  <a:cubicBezTo>
                    <a:pt x="448" y="790"/>
                    <a:pt x="450" y="783"/>
                    <a:pt x="446" y="774"/>
                  </a:cubicBezTo>
                  <a:cubicBezTo>
                    <a:pt x="437" y="748"/>
                    <a:pt x="438" y="721"/>
                    <a:pt x="437" y="695"/>
                  </a:cubicBezTo>
                  <a:cubicBezTo>
                    <a:pt x="437" y="681"/>
                    <a:pt x="442" y="675"/>
                    <a:pt x="454" y="671"/>
                  </a:cubicBezTo>
                  <a:cubicBezTo>
                    <a:pt x="480" y="662"/>
                    <a:pt x="508" y="656"/>
                    <a:pt x="528" y="659"/>
                  </a:cubicBezTo>
                  <a:cubicBezTo>
                    <a:pt x="538" y="661"/>
                    <a:pt x="546" y="663"/>
                    <a:pt x="549" y="669"/>
                  </a:cubicBezTo>
                  <a:cubicBezTo>
                    <a:pt x="554" y="675"/>
                    <a:pt x="545" y="684"/>
                    <a:pt x="537" y="691"/>
                  </a:cubicBezTo>
                  <a:cubicBezTo>
                    <a:pt x="529" y="698"/>
                    <a:pt x="508" y="712"/>
                    <a:pt x="504" y="714"/>
                  </a:cubicBezTo>
                  <a:cubicBezTo>
                    <a:pt x="503" y="715"/>
                    <a:pt x="501" y="716"/>
                    <a:pt x="501" y="717"/>
                  </a:cubicBezTo>
                  <a:cubicBezTo>
                    <a:pt x="503" y="719"/>
                    <a:pt x="507" y="718"/>
                    <a:pt x="509" y="717"/>
                  </a:cubicBezTo>
                  <a:cubicBezTo>
                    <a:pt x="513" y="715"/>
                    <a:pt x="522" y="713"/>
                    <a:pt x="526" y="713"/>
                  </a:cubicBezTo>
                  <a:cubicBezTo>
                    <a:pt x="530" y="713"/>
                    <a:pt x="537" y="716"/>
                    <a:pt x="547" y="712"/>
                  </a:cubicBezTo>
                  <a:cubicBezTo>
                    <a:pt x="570" y="702"/>
                    <a:pt x="594" y="695"/>
                    <a:pt x="612" y="676"/>
                  </a:cubicBezTo>
                  <a:cubicBezTo>
                    <a:pt x="640" y="646"/>
                    <a:pt x="628" y="614"/>
                    <a:pt x="598" y="599"/>
                  </a:cubicBezTo>
                  <a:cubicBezTo>
                    <a:pt x="573" y="586"/>
                    <a:pt x="546" y="584"/>
                    <a:pt x="518" y="587"/>
                  </a:cubicBezTo>
                  <a:cubicBezTo>
                    <a:pt x="496" y="590"/>
                    <a:pt x="474" y="595"/>
                    <a:pt x="452" y="599"/>
                  </a:cubicBezTo>
                  <a:cubicBezTo>
                    <a:pt x="441" y="601"/>
                    <a:pt x="437" y="597"/>
                    <a:pt x="439" y="588"/>
                  </a:cubicBezTo>
                  <a:cubicBezTo>
                    <a:pt x="444" y="564"/>
                    <a:pt x="450" y="540"/>
                    <a:pt x="456" y="517"/>
                  </a:cubicBezTo>
                  <a:cubicBezTo>
                    <a:pt x="457" y="514"/>
                    <a:pt x="460" y="511"/>
                    <a:pt x="462" y="510"/>
                  </a:cubicBezTo>
                  <a:cubicBezTo>
                    <a:pt x="480" y="502"/>
                    <a:pt x="495" y="491"/>
                    <a:pt x="506" y="474"/>
                  </a:cubicBezTo>
                  <a:cubicBezTo>
                    <a:pt x="516" y="459"/>
                    <a:pt x="519" y="444"/>
                    <a:pt x="511" y="427"/>
                  </a:cubicBezTo>
                  <a:cubicBezTo>
                    <a:pt x="505" y="414"/>
                    <a:pt x="502" y="398"/>
                    <a:pt x="513" y="384"/>
                  </a:cubicBezTo>
                  <a:cubicBezTo>
                    <a:pt x="522" y="371"/>
                    <a:pt x="531" y="357"/>
                    <a:pt x="539" y="343"/>
                  </a:cubicBezTo>
                  <a:cubicBezTo>
                    <a:pt x="546" y="329"/>
                    <a:pt x="553" y="314"/>
                    <a:pt x="560" y="300"/>
                  </a:cubicBezTo>
                  <a:cubicBezTo>
                    <a:pt x="568" y="282"/>
                    <a:pt x="563" y="259"/>
                    <a:pt x="549" y="253"/>
                  </a:cubicBezTo>
                  <a:cubicBezTo>
                    <a:pt x="536" y="248"/>
                    <a:pt x="521" y="244"/>
                    <a:pt x="507" y="242"/>
                  </a:cubicBezTo>
                  <a:cubicBezTo>
                    <a:pt x="480" y="238"/>
                    <a:pt x="457" y="253"/>
                    <a:pt x="435" y="266"/>
                  </a:cubicBezTo>
                  <a:cubicBezTo>
                    <a:pt x="415" y="277"/>
                    <a:pt x="397" y="290"/>
                    <a:pt x="378" y="302"/>
                  </a:cubicBezTo>
                  <a:cubicBezTo>
                    <a:pt x="366" y="309"/>
                    <a:pt x="353" y="315"/>
                    <a:pt x="342" y="324"/>
                  </a:cubicBezTo>
                  <a:cubicBezTo>
                    <a:pt x="332" y="333"/>
                    <a:pt x="323" y="344"/>
                    <a:pt x="314" y="354"/>
                  </a:cubicBezTo>
                  <a:cubicBezTo>
                    <a:pt x="312" y="356"/>
                    <a:pt x="309" y="356"/>
                    <a:pt x="306" y="357"/>
                  </a:cubicBezTo>
                  <a:cubicBezTo>
                    <a:pt x="305" y="355"/>
                    <a:pt x="304" y="352"/>
                    <a:pt x="304" y="349"/>
                  </a:cubicBezTo>
                  <a:cubicBezTo>
                    <a:pt x="308" y="338"/>
                    <a:pt x="311" y="327"/>
                    <a:pt x="317" y="317"/>
                  </a:cubicBezTo>
                  <a:cubicBezTo>
                    <a:pt x="330" y="299"/>
                    <a:pt x="343" y="280"/>
                    <a:pt x="358" y="263"/>
                  </a:cubicBezTo>
                  <a:cubicBezTo>
                    <a:pt x="379" y="242"/>
                    <a:pt x="400" y="221"/>
                    <a:pt x="424" y="204"/>
                  </a:cubicBezTo>
                  <a:cubicBezTo>
                    <a:pt x="443" y="191"/>
                    <a:pt x="466" y="183"/>
                    <a:pt x="488" y="173"/>
                  </a:cubicBezTo>
                  <a:cubicBezTo>
                    <a:pt x="503" y="167"/>
                    <a:pt x="518" y="160"/>
                    <a:pt x="534" y="157"/>
                  </a:cubicBezTo>
                  <a:cubicBezTo>
                    <a:pt x="566" y="151"/>
                    <a:pt x="599" y="147"/>
                    <a:pt x="632" y="141"/>
                  </a:cubicBezTo>
                  <a:cubicBezTo>
                    <a:pt x="656" y="138"/>
                    <a:pt x="679" y="132"/>
                    <a:pt x="703" y="130"/>
                  </a:cubicBezTo>
                  <a:cubicBezTo>
                    <a:pt x="721" y="129"/>
                    <a:pt x="740" y="131"/>
                    <a:pt x="756" y="119"/>
                  </a:cubicBezTo>
                  <a:cubicBezTo>
                    <a:pt x="762" y="115"/>
                    <a:pt x="770" y="109"/>
                    <a:pt x="772" y="103"/>
                  </a:cubicBezTo>
                  <a:cubicBezTo>
                    <a:pt x="778" y="84"/>
                    <a:pt x="780" y="64"/>
                    <a:pt x="773" y="44"/>
                  </a:cubicBezTo>
                  <a:cubicBezTo>
                    <a:pt x="765" y="19"/>
                    <a:pt x="737" y="0"/>
                    <a:pt x="711" y="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0" name="Freeform 9"/>
            <p:cNvSpPr>
              <a:spLocks/>
            </p:cNvSpPr>
            <p:nvPr/>
          </p:nvSpPr>
          <p:spPr bwMode="auto">
            <a:xfrm>
              <a:off x="1839912" y="-752475"/>
              <a:ext cx="465138" cy="438150"/>
            </a:xfrm>
            <a:custGeom>
              <a:avLst/>
              <a:gdLst>
                <a:gd name="T0" fmla="*/ 575 w 608"/>
                <a:gd name="T1" fmla="*/ 324 h 573"/>
                <a:gd name="T2" fmla="*/ 530 w 608"/>
                <a:gd name="T3" fmla="*/ 319 h 573"/>
                <a:gd name="T4" fmla="*/ 505 w 608"/>
                <a:gd name="T5" fmla="*/ 335 h 573"/>
                <a:gd name="T6" fmla="*/ 438 w 608"/>
                <a:gd name="T7" fmla="*/ 339 h 573"/>
                <a:gd name="T8" fmla="*/ 423 w 608"/>
                <a:gd name="T9" fmla="*/ 339 h 573"/>
                <a:gd name="T10" fmla="*/ 428 w 608"/>
                <a:gd name="T11" fmla="*/ 325 h 573"/>
                <a:gd name="T12" fmla="*/ 481 w 608"/>
                <a:gd name="T13" fmla="*/ 232 h 573"/>
                <a:gd name="T14" fmla="*/ 512 w 608"/>
                <a:gd name="T15" fmla="*/ 143 h 573"/>
                <a:gd name="T16" fmla="*/ 512 w 608"/>
                <a:gd name="T17" fmla="*/ 97 h 573"/>
                <a:gd name="T18" fmla="*/ 506 w 608"/>
                <a:gd name="T19" fmla="*/ 80 h 573"/>
                <a:gd name="T20" fmla="*/ 472 w 608"/>
                <a:gd name="T21" fmla="*/ 23 h 573"/>
                <a:gd name="T22" fmla="*/ 394 w 608"/>
                <a:gd name="T23" fmla="*/ 0 h 573"/>
                <a:gd name="T24" fmla="*/ 273 w 608"/>
                <a:gd name="T25" fmla="*/ 48 h 573"/>
                <a:gd name="T26" fmla="*/ 194 w 608"/>
                <a:gd name="T27" fmla="*/ 109 h 573"/>
                <a:gd name="T28" fmla="*/ 173 w 608"/>
                <a:gd name="T29" fmla="*/ 156 h 573"/>
                <a:gd name="T30" fmla="*/ 231 w 608"/>
                <a:gd name="T31" fmla="*/ 223 h 573"/>
                <a:gd name="T32" fmla="*/ 308 w 608"/>
                <a:gd name="T33" fmla="*/ 213 h 573"/>
                <a:gd name="T34" fmla="*/ 369 w 608"/>
                <a:gd name="T35" fmla="*/ 180 h 573"/>
                <a:gd name="T36" fmla="*/ 399 w 608"/>
                <a:gd name="T37" fmla="*/ 171 h 573"/>
                <a:gd name="T38" fmla="*/ 363 w 608"/>
                <a:gd name="T39" fmla="*/ 251 h 573"/>
                <a:gd name="T40" fmla="*/ 306 w 608"/>
                <a:gd name="T41" fmla="*/ 334 h 573"/>
                <a:gd name="T42" fmla="*/ 233 w 608"/>
                <a:gd name="T43" fmla="*/ 372 h 573"/>
                <a:gd name="T44" fmla="*/ 174 w 608"/>
                <a:gd name="T45" fmla="*/ 387 h 573"/>
                <a:gd name="T46" fmla="*/ 67 w 608"/>
                <a:gd name="T47" fmla="*/ 427 h 573"/>
                <a:gd name="T48" fmla="*/ 35 w 608"/>
                <a:gd name="T49" fmla="*/ 453 h 573"/>
                <a:gd name="T50" fmla="*/ 22 w 608"/>
                <a:gd name="T51" fmla="*/ 482 h 573"/>
                <a:gd name="T52" fmla="*/ 63 w 608"/>
                <a:gd name="T53" fmla="*/ 569 h 573"/>
                <a:gd name="T54" fmla="*/ 112 w 608"/>
                <a:gd name="T55" fmla="*/ 568 h 573"/>
                <a:gd name="T56" fmla="*/ 215 w 608"/>
                <a:gd name="T57" fmla="*/ 535 h 573"/>
                <a:gd name="T58" fmla="*/ 477 w 608"/>
                <a:gd name="T59" fmla="*/ 473 h 573"/>
                <a:gd name="T60" fmla="*/ 516 w 608"/>
                <a:gd name="T61" fmla="*/ 474 h 573"/>
                <a:gd name="T62" fmla="*/ 551 w 608"/>
                <a:gd name="T63" fmla="*/ 483 h 573"/>
                <a:gd name="T64" fmla="*/ 591 w 608"/>
                <a:gd name="T65" fmla="*/ 453 h 573"/>
                <a:gd name="T66" fmla="*/ 606 w 608"/>
                <a:gd name="T67" fmla="*/ 394 h 573"/>
                <a:gd name="T68" fmla="*/ 575 w 608"/>
                <a:gd name="T69" fmla="*/ 32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8" h="573">
                  <a:moveTo>
                    <a:pt x="575" y="324"/>
                  </a:moveTo>
                  <a:cubicBezTo>
                    <a:pt x="561" y="310"/>
                    <a:pt x="547" y="309"/>
                    <a:pt x="530" y="319"/>
                  </a:cubicBezTo>
                  <a:cubicBezTo>
                    <a:pt x="522" y="323"/>
                    <a:pt x="514" y="333"/>
                    <a:pt x="505" y="335"/>
                  </a:cubicBezTo>
                  <a:cubicBezTo>
                    <a:pt x="483" y="339"/>
                    <a:pt x="462" y="337"/>
                    <a:pt x="438" y="339"/>
                  </a:cubicBezTo>
                  <a:cubicBezTo>
                    <a:pt x="434" y="339"/>
                    <a:pt x="426" y="341"/>
                    <a:pt x="423" y="339"/>
                  </a:cubicBezTo>
                  <a:cubicBezTo>
                    <a:pt x="420" y="336"/>
                    <a:pt x="426" y="328"/>
                    <a:pt x="428" y="325"/>
                  </a:cubicBezTo>
                  <a:cubicBezTo>
                    <a:pt x="442" y="302"/>
                    <a:pt x="469" y="260"/>
                    <a:pt x="481" y="232"/>
                  </a:cubicBezTo>
                  <a:cubicBezTo>
                    <a:pt x="496" y="199"/>
                    <a:pt x="509" y="152"/>
                    <a:pt x="512" y="143"/>
                  </a:cubicBezTo>
                  <a:cubicBezTo>
                    <a:pt x="516" y="129"/>
                    <a:pt x="518" y="111"/>
                    <a:pt x="512" y="97"/>
                  </a:cubicBezTo>
                  <a:cubicBezTo>
                    <a:pt x="510" y="92"/>
                    <a:pt x="508" y="86"/>
                    <a:pt x="506" y="80"/>
                  </a:cubicBezTo>
                  <a:cubicBezTo>
                    <a:pt x="499" y="58"/>
                    <a:pt x="492" y="36"/>
                    <a:pt x="472" y="23"/>
                  </a:cubicBezTo>
                  <a:cubicBezTo>
                    <a:pt x="448" y="7"/>
                    <a:pt x="422" y="0"/>
                    <a:pt x="394" y="0"/>
                  </a:cubicBezTo>
                  <a:cubicBezTo>
                    <a:pt x="348" y="1"/>
                    <a:pt x="310" y="24"/>
                    <a:pt x="273" y="48"/>
                  </a:cubicBezTo>
                  <a:cubicBezTo>
                    <a:pt x="246" y="66"/>
                    <a:pt x="220" y="88"/>
                    <a:pt x="194" y="109"/>
                  </a:cubicBezTo>
                  <a:cubicBezTo>
                    <a:pt x="177" y="122"/>
                    <a:pt x="167" y="142"/>
                    <a:pt x="173" y="156"/>
                  </a:cubicBezTo>
                  <a:cubicBezTo>
                    <a:pt x="185" y="185"/>
                    <a:pt x="203" y="209"/>
                    <a:pt x="231" y="223"/>
                  </a:cubicBezTo>
                  <a:cubicBezTo>
                    <a:pt x="256" y="236"/>
                    <a:pt x="287" y="222"/>
                    <a:pt x="308" y="213"/>
                  </a:cubicBezTo>
                  <a:cubicBezTo>
                    <a:pt x="335" y="201"/>
                    <a:pt x="346" y="191"/>
                    <a:pt x="369" y="180"/>
                  </a:cubicBezTo>
                  <a:cubicBezTo>
                    <a:pt x="375" y="177"/>
                    <a:pt x="393" y="166"/>
                    <a:pt x="399" y="171"/>
                  </a:cubicBezTo>
                  <a:cubicBezTo>
                    <a:pt x="404" y="176"/>
                    <a:pt x="374" y="229"/>
                    <a:pt x="363" y="251"/>
                  </a:cubicBezTo>
                  <a:cubicBezTo>
                    <a:pt x="349" y="282"/>
                    <a:pt x="328" y="309"/>
                    <a:pt x="306" y="334"/>
                  </a:cubicBezTo>
                  <a:cubicBezTo>
                    <a:pt x="286" y="356"/>
                    <a:pt x="260" y="365"/>
                    <a:pt x="233" y="372"/>
                  </a:cubicBezTo>
                  <a:cubicBezTo>
                    <a:pt x="213" y="377"/>
                    <a:pt x="193" y="380"/>
                    <a:pt x="174" y="387"/>
                  </a:cubicBezTo>
                  <a:cubicBezTo>
                    <a:pt x="138" y="399"/>
                    <a:pt x="103" y="413"/>
                    <a:pt x="67" y="427"/>
                  </a:cubicBezTo>
                  <a:cubicBezTo>
                    <a:pt x="54" y="432"/>
                    <a:pt x="41" y="438"/>
                    <a:pt x="35" y="453"/>
                  </a:cubicBezTo>
                  <a:cubicBezTo>
                    <a:pt x="30" y="463"/>
                    <a:pt x="27" y="473"/>
                    <a:pt x="22" y="482"/>
                  </a:cubicBezTo>
                  <a:cubicBezTo>
                    <a:pt x="0" y="521"/>
                    <a:pt x="29" y="565"/>
                    <a:pt x="63" y="569"/>
                  </a:cubicBezTo>
                  <a:cubicBezTo>
                    <a:pt x="79" y="570"/>
                    <a:pt x="95" y="573"/>
                    <a:pt x="112" y="568"/>
                  </a:cubicBezTo>
                  <a:cubicBezTo>
                    <a:pt x="148" y="557"/>
                    <a:pt x="202" y="539"/>
                    <a:pt x="215" y="535"/>
                  </a:cubicBezTo>
                  <a:cubicBezTo>
                    <a:pt x="241" y="527"/>
                    <a:pt x="414" y="478"/>
                    <a:pt x="477" y="473"/>
                  </a:cubicBezTo>
                  <a:cubicBezTo>
                    <a:pt x="490" y="473"/>
                    <a:pt x="503" y="472"/>
                    <a:pt x="516" y="474"/>
                  </a:cubicBezTo>
                  <a:cubicBezTo>
                    <a:pt x="528" y="476"/>
                    <a:pt x="540" y="483"/>
                    <a:pt x="551" y="483"/>
                  </a:cubicBezTo>
                  <a:cubicBezTo>
                    <a:pt x="568" y="483"/>
                    <a:pt x="579" y="477"/>
                    <a:pt x="591" y="453"/>
                  </a:cubicBezTo>
                  <a:cubicBezTo>
                    <a:pt x="601" y="434"/>
                    <a:pt x="608" y="416"/>
                    <a:pt x="606" y="394"/>
                  </a:cubicBezTo>
                  <a:cubicBezTo>
                    <a:pt x="605" y="368"/>
                    <a:pt x="592" y="343"/>
                    <a:pt x="575" y="32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1" name="Freeform 10"/>
            <p:cNvSpPr>
              <a:spLocks/>
            </p:cNvSpPr>
            <p:nvPr/>
          </p:nvSpPr>
          <p:spPr bwMode="auto">
            <a:xfrm>
              <a:off x="3209925" y="-660400"/>
              <a:ext cx="519113" cy="490538"/>
            </a:xfrm>
            <a:custGeom>
              <a:avLst/>
              <a:gdLst>
                <a:gd name="T0" fmla="*/ 609 w 680"/>
                <a:gd name="T1" fmla="*/ 178 h 640"/>
                <a:gd name="T2" fmla="*/ 538 w 680"/>
                <a:gd name="T3" fmla="*/ 176 h 640"/>
                <a:gd name="T4" fmla="*/ 414 w 680"/>
                <a:gd name="T5" fmla="*/ 199 h 640"/>
                <a:gd name="T6" fmla="*/ 372 w 680"/>
                <a:gd name="T7" fmla="*/ 208 h 640"/>
                <a:gd name="T8" fmla="*/ 360 w 680"/>
                <a:gd name="T9" fmla="*/ 204 h 640"/>
                <a:gd name="T10" fmla="*/ 365 w 680"/>
                <a:gd name="T11" fmla="*/ 191 h 640"/>
                <a:gd name="T12" fmla="*/ 386 w 680"/>
                <a:gd name="T13" fmla="*/ 160 h 640"/>
                <a:gd name="T14" fmla="*/ 409 w 680"/>
                <a:gd name="T15" fmla="*/ 126 h 640"/>
                <a:gd name="T16" fmla="*/ 444 w 680"/>
                <a:gd name="T17" fmla="*/ 81 h 640"/>
                <a:gd name="T18" fmla="*/ 439 w 680"/>
                <a:gd name="T19" fmla="*/ 48 h 640"/>
                <a:gd name="T20" fmla="*/ 434 w 680"/>
                <a:gd name="T21" fmla="*/ 40 h 640"/>
                <a:gd name="T22" fmla="*/ 357 w 680"/>
                <a:gd name="T23" fmla="*/ 9 h 640"/>
                <a:gd name="T24" fmla="*/ 290 w 680"/>
                <a:gd name="T25" fmla="*/ 32 h 640"/>
                <a:gd name="T26" fmla="*/ 273 w 680"/>
                <a:gd name="T27" fmla="*/ 52 h 640"/>
                <a:gd name="T28" fmla="*/ 286 w 680"/>
                <a:gd name="T29" fmla="*/ 76 h 640"/>
                <a:gd name="T30" fmla="*/ 326 w 680"/>
                <a:gd name="T31" fmla="*/ 96 h 640"/>
                <a:gd name="T32" fmla="*/ 336 w 680"/>
                <a:gd name="T33" fmla="*/ 108 h 640"/>
                <a:gd name="T34" fmla="*/ 317 w 680"/>
                <a:gd name="T35" fmla="*/ 148 h 640"/>
                <a:gd name="T36" fmla="*/ 296 w 680"/>
                <a:gd name="T37" fmla="*/ 179 h 640"/>
                <a:gd name="T38" fmla="*/ 288 w 680"/>
                <a:gd name="T39" fmla="*/ 222 h 640"/>
                <a:gd name="T40" fmla="*/ 277 w 680"/>
                <a:gd name="T41" fmla="*/ 234 h 640"/>
                <a:gd name="T42" fmla="*/ 166 w 680"/>
                <a:gd name="T43" fmla="*/ 275 h 640"/>
                <a:gd name="T44" fmla="*/ 77 w 680"/>
                <a:gd name="T45" fmla="*/ 315 h 640"/>
                <a:gd name="T46" fmla="*/ 16 w 680"/>
                <a:gd name="T47" fmla="*/ 339 h 640"/>
                <a:gd name="T48" fmla="*/ 7 w 680"/>
                <a:gd name="T49" fmla="*/ 362 h 640"/>
                <a:gd name="T50" fmla="*/ 13 w 680"/>
                <a:gd name="T51" fmla="*/ 373 h 640"/>
                <a:gd name="T52" fmla="*/ 89 w 680"/>
                <a:gd name="T53" fmla="*/ 419 h 640"/>
                <a:gd name="T54" fmla="*/ 110 w 680"/>
                <a:gd name="T55" fmla="*/ 416 h 640"/>
                <a:gd name="T56" fmla="*/ 279 w 680"/>
                <a:gd name="T57" fmla="*/ 347 h 640"/>
                <a:gd name="T58" fmla="*/ 334 w 680"/>
                <a:gd name="T59" fmla="*/ 332 h 640"/>
                <a:gd name="T60" fmla="*/ 327 w 680"/>
                <a:gd name="T61" fmla="*/ 460 h 640"/>
                <a:gd name="T62" fmla="*/ 278 w 680"/>
                <a:gd name="T63" fmla="*/ 537 h 640"/>
                <a:gd name="T64" fmla="*/ 233 w 680"/>
                <a:gd name="T65" fmla="*/ 544 h 640"/>
                <a:gd name="T66" fmla="*/ 173 w 680"/>
                <a:gd name="T67" fmla="*/ 502 h 640"/>
                <a:gd name="T68" fmla="*/ 152 w 680"/>
                <a:gd name="T69" fmla="*/ 485 h 640"/>
                <a:gd name="T70" fmla="*/ 147 w 680"/>
                <a:gd name="T71" fmla="*/ 496 h 640"/>
                <a:gd name="T72" fmla="*/ 177 w 680"/>
                <a:gd name="T73" fmla="*/ 551 h 640"/>
                <a:gd name="T74" fmla="*/ 181 w 680"/>
                <a:gd name="T75" fmla="*/ 581 h 640"/>
                <a:gd name="T76" fmla="*/ 220 w 680"/>
                <a:gd name="T77" fmla="*/ 624 h 640"/>
                <a:gd name="T78" fmla="*/ 289 w 680"/>
                <a:gd name="T79" fmla="*/ 629 h 640"/>
                <a:gd name="T80" fmla="*/ 404 w 680"/>
                <a:gd name="T81" fmla="*/ 471 h 640"/>
                <a:gd name="T82" fmla="*/ 424 w 680"/>
                <a:gd name="T83" fmla="*/ 322 h 640"/>
                <a:gd name="T84" fmla="*/ 435 w 680"/>
                <a:gd name="T85" fmla="*/ 315 h 640"/>
                <a:gd name="T86" fmla="*/ 488 w 680"/>
                <a:gd name="T87" fmla="*/ 305 h 640"/>
                <a:gd name="T88" fmla="*/ 579 w 680"/>
                <a:gd name="T89" fmla="*/ 307 h 640"/>
                <a:gd name="T90" fmla="*/ 625 w 680"/>
                <a:gd name="T91" fmla="*/ 319 h 640"/>
                <a:gd name="T92" fmla="*/ 662 w 680"/>
                <a:gd name="T93" fmla="*/ 283 h 640"/>
                <a:gd name="T94" fmla="*/ 655 w 680"/>
                <a:gd name="T95" fmla="*/ 214 h 640"/>
                <a:gd name="T96" fmla="*/ 609 w 680"/>
                <a:gd name="T97" fmla="*/ 178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0" h="640">
                  <a:moveTo>
                    <a:pt x="609" y="178"/>
                  </a:moveTo>
                  <a:cubicBezTo>
                    <a:pt x="594" y="172"/>
                    <a:pt x="578" y="170"/>
                    <a:pt x="538" y="176"/>
                  </a:cubicBezTo>
                  <a:cubicBezTo>
                    <a:pt x="507" y="181"/>
                    <a:pt x="462" y="187"/>
                    <a:pt x="414" y="199"/>
                  </a:cubicBezTo>
                  <a:cubicBezTo>
                    <a:pt x="402" y="203"/>
                    <a:pt x="385" y="206"/>
                    <a:pt x="372" y="208"/>
                  </a:cubicBezTo>
                  <a:cubicBezTo>
                    <a:pt x="367" y="208"/>
                    <a:pt x="362" y="210"/>
                    <a:pt x="360" y="204"/>
                  </a:cubicBezTo>
                  <a:cubicBezTo>
                    <a:pt x="360" y="201"/>
                    <a:pt x="362" y="195"/>
                    <a:pt x="365" y="191"/>
                  </a:cubicBezTo>
                  <a:cubicBezTo>
                    <a:pt x="371" y="180"/>
                    <a:pt x="379" y="170"/>
                    <a:pt x="386" y="160"/>
                  </a:cubicBezTo>
                  <a:cubicBezTo>
                    <a:pt x="393" y="149"/>
                    <a:pt x="401" y="137"/>
                    <a:pt x="409" y="126"/>
                  </a:cubicBezTo>
                  <a:cubicBezTo>
                    <a:pt x="420" y="111"/>
                    <a:pt x="433" y="96"/>
                    <a:pt x="444" y="81"/>
                  </a:cubicBezTo>
                  <a:cubicBezTo>
                    <a:pt x="454" y="67"/>
                    <a:pt x="452" y="60"/>
                    <a:pt x="439" y="48"/>
                  </a:cubicBezTo>
                  <a:cubicBezTo>
                    <a:pt x="437" y="45"/>
                    <a:pt x="436" y="42"/>
                    <a:pt x="434" y="40"/>
                  </a:cubicBezTo>
                  <a:cubicBezTo>
                    <a:pt x="418" y="14"/>
                    <a:pt x="385" y="0"/>
                    <a:pt x="357" y="9"/>
                  </a:cubicBezTo>
                  <a:cubicBezTo>
                    <a:pt x="334" y="16"/>
                    <a:pt x="312" y="24"/>
                    <a:pt x="290" y="32"/>
                  </a:cubicBezTo>
                  <a:cubicBezTo>
                    <a:pt x="281" y="35"/>
                    <a:pt x="271" y="41"/>
                    <a:pt x="273" y="52"/>
                  </a:cubicBezTo>
                  <a:cubicBezTo>
                    <a:pt x="275" y="61"/>
                    <a:pt x="280" y="69"/>
                    <a:pt x="286" y="76"/>
                  </a:cubicBezTo>
                  <a:cubicBezTo>
                    <a:pt x="296" y="88"/>
                    <a:pt x="310" y="95"/>
                    <a:pt x="326" y="96"/>
                  </a:cubicBezTo>
                  <a:cubicBezTo>
                    <a:pt x="334" y="96"/>
                    <a:pt x="340" y="99"/>
                    <a:pt x="336" y="108"/>
                  </a:cubicBezTo>
                  <a:cubicBezTo>
                    <a:pt x="330" y="122"/>
                    <a:pt x="324" y="136"/>
                    <a:pt x="317" y="148"/>
                  </a:cubicBezTo>
                  <a:cubicBezTo>
                    <a:pt x="311" y="159"/>
                    <a:pt x="302" y="168"/>
                    <a:pt x="296" y="179"/>
                  </a:cubicBezTo>
                  <a:cubicBezTo>
                    <a:pt x="288" y="193"/>
                    <a:pt x="287" y="206"/>
                    <a:pt x="288" y="222"/>
                  </a:cubicBezTo>
                  <a:cubicBezTo>
                    <a:pt x="289" y="230"/>
                    <a:pt x="286" y="231"/>
                    <a:pt x="277" y="234"/>
                  </a:cubicBezTo>
                  <a:cubicBezTo>
                    <a:pt x="240" y="247"/>
                    <a:pt x="203" y="261"/>
                    <a:pt x="166" y="275"/>
                  </a:cubicBezTo>
                  <a:cubicBezTo>
                    <a:pt x="136" y="287"/>
                    <a:pt x="107" y="303"/>
                    <a:pt x="77" y="315"/>
                  </a:cubicBezTo>
                  <a:cubicBezTo>
                    <a:pt x="57" y="323"/>
                    <a:pt x="40" y="338"/>
                    <a:pt x="16" y="339"/>
                  </a:cubicBezTo>
                  <a:cubicBezTo>
                    <a:pt x="4" y="339"/>
                    <a:pt x="0" y="351"/>
                    <a:pt x="7" y="362"/>
                  </a:cubicBezTo>
                  <a:cubicBezTo>
                    <a:pt x="9" y="365"/>
                    <a:pt x="11" y="369"/>
                    <a:pt x="13" y="373"/>
                  </a:cubicBezTo>
                  <a:cubicBezTo>
                    <a:pt x="24" y="402"/>
                    <a:pt x="58" y="424"/>
                    <a:pt x="89" y="419"/>
                  </a:cubicBezTo>
                  <a:cubicBezTo>
                    <a:pt x="96" y="418"/>
                    <a:pt x="103" y="418"/>
                    <a:pt x="110" y="416"/>
                  </a:cubicBezTo>
                  <a:cubicBezTo>
                    <a:pt x="166" y="398"/>
                    <a:pt x="223" y="365"/>
                    <a:pt x="279" y="347"/>
                  </a:cubicBezTo>
                  <a:cubicBezTo>
                    <a:pt x="297" y="341"/>
                    <a:pt x="316" y="338"/>
                    <a:pt x="334" y="332"/>
                  </a:cubicBezTo>
                  <a:cubicBezTo>
                    <a:pt x="366" y="323"/>
                    <a:pt x="343" y="417"/>
                    <a:pt x="327" y="460"/>
                  </a:cubicBezTo>
                  <a:cubicBezTo>
                    <a:pt x="314" y="493"/>
                    <a:pt x="287" y="531"/>
                    <a:pt x="278" y="537"/>
                  </a:cubicBezTo>
                  <a:cubicBezTo>
                    <a:pt x="271" y="542"/>
                    <a:pt x="261" y="549"/>
                    <a:pt x="233" y="544"/>
                  </a:cubicBezTo>
                  <a:cubicBezTo>
                    <a:pt x="204" y="538"/>
                    <a:pt x="179" y="508"/>
                    <a:pt x="173" y="502"/>
                  </a:cubicBezTo>
                  <a:cubicBezTo>
                    <a:pt x="167" y="497"/>
                    <a:pt x="157" y="482"/>
                    <a:pt x="152" y="485"/>
                  </a:cubicBezTo>
                  <a:cubicBezTo>
                    <a:pt x="147" y="488"/>
                    <a:pt x="147" y="492"/>
                    <a:pt x="147" y="496"/>
                  </a:cubicBezTo>
                  <a:cubicBezTo>
                    <a:pt x="146" y="500"/>
                    <a:pt x="160" y="532"/>
                    <a:pt x="177" y="551"/>
                  </a:cubicBezTo>
                  <a:cubicBezTo>
                    <a:pt x="190" y="565"/>
                    <a:pt x="175" y="573"/>
                    <a:pt x="181" y="581"/>
                  </a:cubicBezTo>
                  <a:cubicBezTo>
                    <a:pt x="195" y="602"/>
                    <a:pt x="213" y="620"/>
                    <a:pt x="220" y="624"/>
                  </a:cubicBezTo>
                  <a:cubicBezTo>
                    <a:pt x="239" y="636"/>
                    <a:pt x="265" y="640"/>
                    <a:pt x="289" y="629"/>
                  </a:cubicBezTo>
                  <a:cubicBezTo>
                    <a:pt x="324" y="612"/>
                    <a:pt x="375" y="558"/>
                    <a:pt x="404" y="471"/>
                  </a:cubicBezTo>
                  <a:cubicBezTo>
                    <a:pt x="420" y="421"/>
                    <a:pt x="422" y="354"/>
                    <a:pt x="424" y="322"/>
                  </a:cubicBezTo>
                  <a:cubicBezTo>
                    <a:pt x="424" y="317"/>
                    <a:pt x="431" y="316"/>
                    <a:pt x="435" y="315"/>
                  </a:cubicBezTo>
                  <a:cubicBezTo>
                    <a:pt x="456" y="309"/>
                    <a:pt x="470" y="307"/>
                    <a:pt x="488" y="305"/>
                  </a:cubicBezTo>
                  <a:cubicBezTo>
                    <a:pt x="518" y="303"/>
                    <a:pt x="546" y="297"/>
                    <a:pt x="579" y="307"/>
                  </a:cubicBezTo>
                  <a:cubicBezTo>
                    <a:pt x="585" y="309"/>
                    <a:pt x="611" y="320"/>
                    <a:pt x="625" y="319"/>
                  </a:cubicBezTo>
                  <a:cubicBezTo>
                    <a:pt x="639" y="318"/>
                    <a:pt x="648" y="307"/>
                    <a:pt x="662" y="283"/>
                  </a:cubicBezTo>
                  <a:cubicBezTo>
                    <a:pt x="680" y="251"/>
                    <a:pt x="666" y="230"/>
                    <a:pt x="655" y="214"/>
                  </a:cubicBezTo>
                  <a:cubicBezTo>
                    <a:pt x="646" y="199"/>
                    <a:pt x="634" y="187"/>
                    <a:pt x="609" y="17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2" name="Freeform 11"/>
            <p:cNvSpPr>
              <a:spLocks noEditPoints="1"/>
            </p:cNvSpPr>
            <p:nvPr/>
          </p:nvSpPr>
          <p:spPr bwMode="auto">
            <a:xfrm>
              <a:off x="1077912" y="-808038"/>
              <a:ext cx="234950" cy="592138"/>
            </a:xfrm>
            <a:custGeom>
              <a:avLst/>
              <a:gdLst>
                <a:gd name="T0" fmla="*/ 307 w 308"/>
                <a:gd name="T1" fmla="*/ 389 h 774"/>
                <a:gd name="T2" fmla="*/ 304 w 308"/>
                <a:gd name="T3" fmla="*/ 376 h 774"/>
                <a:gd name="T4" fmla="*/ 296 w 308"/>
                <a:gd name="T5" fmla="*/ 386 h 774"/>
                <a:gd name="T6" fmla="*/ 248 w 308"/>
                <a:gd name="T7" fmla="*/ 486 h 774"/>
                <a:gd name="T8" fmla="*/ 207 w 308"/>
                <a:gd name="T9" fmla="*/ 565 h 774"/>
                <a:gd name="T10" fmla="*/ 157 w 308"/>
                <a:gd name="T11" fmla="*/ 639 h 774"/>
                <a:gd name="T12" fmla="*/ 148 w 308"/>
                <a:gd name="T13" fmla="*/ 643 h 774"/>
                <a:gd name="T14" fmla="*/ 146 w 308"/>
                <a:gd name="T15" fmla="*/ 634 h 774"/>
                <a:gd name="T16" fmla="*/ 157 w 308"/>
                <a:gd name="T17" fmla="*/ 610 h 774"/>
                <a:gd name="T18" fmla="*/ 178 w 308"/>
                <a:gd name="T19" fmla="*/ 553 h 774"/>
                <a:gd name="T20" fmla="*/ 217 w 308"/>
                <a:gd name="T21" fmla="*/ 455 h 774"/>
                <a:gd name="T22" fmla="*/ 239 w 308"/>
                <a:gd name="T23" fmla="*/ 368 h 774"/>
                <a:gd name="T24" fmla="*/ 230 w 308"/>
                <a:gd name="T25" fmla="*/ 321 h 774"/>
                <a:gd name="T26" fmla="*/ 226 w 308"/>
                <a:gd name="T27" fmla="*/ 307 h 774"/>
                <a:gd name="T28" fmla="*/ 232 w 308"/>
                <a:gd name="T29" fmla="*/ 233 h 774"/>
                <a:gd name="T30" fmla="*/ 253 w 308"/>
                <a:gd name="T31" fmla="*/ 155 h 774"/>
                <a:gd name="T32" fmla="*/ 279 w 308"/>
                <a:gd name="T33" fmla="*/ 115 h 774"/>
                <a:gd name="T34" fmla="*/ 298 w 308"/>
                <a:gd name="T35" fmla="*/ 44 h 774"/>
                <a:gd name="T36" fmla="*/ 274 w 308"/>
                <a:gd name="T37" fmla="*/ 8 h 774"/>
                <a:gd name="T38" fmla="*/ 228 w 308"/>
                <a:gd name="T39" fmla="*/ 6 h 774"/>
                <a:gd name="T40" fmla="*/ 159 w 308"/>
                <a:gd name="T41" fmla="*/ 29 h 774"/>
                <a:gd name="T42" fmla="*/ 101 w 308"/>
                <a:gd name="T43" fmla="*/ 53 h 774"/>
                <a:gd name="T44" fmla="*/ 56 w 308"/>
                <a:gd name="T45" fmla="*/ 79 h 774"/>
                <a:gd name="T46" fmla="*/ 37 w 308"/>
                <a:gd name="T47" fmla="*/ 121 h 774"/>
                <a:gd name="T48" fmla="*/ 57 w 308"/>
                <a:gd name="T49" fmla="*/ 162 h 774"/>
                <a:gd name="T50" fmla="*/ 67 w 308"/>
                <a:gd name="T51" fmla="*/ 176 h 774"/>
                <a:gd name="T52" fmla="*/ 132 w 308"/>
                <a:gd name="T53" fmla="*/ 198 h 774"/>
                <a:gd name="T54" fmla="*/ 180 w 308"/>
                <a:gd name="T55" fmla="*/ 173 h 774"/>
                <a:gd name="T56" fmla="*/ 195 w 308"/>
                <a:gd name="T57" fmla="*/ 179 h 774"/>
                <a:gd name="T58" fmla="*/ 197 w 308"/>
                <a:gd name="T59" fmla="*/ 211 h 774"/>
                <a:gd name="T60" fmla="*/ 190 w 308"/>
                <a:gd name="T61" fmla="*/ 289 h 774"/>
                <a:gd name="T62" fmla="*/ 160 w 308"/>
                <a:gd name="T63" fmla="*/ 313 h 774"/>
                <a:gd name="T64" fmla="*/ 115 w 308"/>
                <a:gd name="T65" fmla="*/ 321 h 774"/>
                <a:gd name="T66" fmla="*/ 19 w 308"/>
                <a:gd name="T67" fmla="*/ 417 h 774"/>
                <a:gd name="T68" fmla="*/ 13 w 308"/>
                <a:gd name="T69" fmla="*/ 498 h 774"/>
                <a:gd name="T70" fmla="*/ 86 w 308"/>
                <a:gd name="T71" fmla="*/ 555 h 774"/>
                <a:gd name="T72" fmla="*/ 95 w 308"/>
                <a:gd name="T73" fmla="*/ 569 h 774"/>
                <a:gd name="T74" fmla="*/ 63 w 308"/>
                <a:gd name="T75" fmla="*/ 668 h 774"/>
                <a:gd name="T76" fmla="*/ 55 w 308"/>
                <a:gd name="T77" fmla="*/ 734 h 774"/>
                <a:gd name="T78" fmla="*/ 101 w 308"/>
                <a:gd name="T79" fmla="*/ 769 h 774"/>
                <a:gd name="T80" fmla="*/ 128 w 308"/>
                <a:gd name="T81" fmla="*/ 754 h 774"/>
                <a:gd name="T82" fmla="*/ 208 w 308"/>
                <a:gd name="T83" fmla="*/ 643 h 774"/>
                <a:gd name="T84" fmla="*/ 231 w 308"/>
                <a:gd name="T85" fmla="*/ 598 h 774"/>
                <a:gd name="T86" fmla="*/ 260 w 308"/>
                <a:gd name="T87" fmla="*/ 528 h 774"/>
                <a:gd name="T88" fmla="*/ 280 w 308"/>
                <a:gd name="T89" fmla="*/ 469 h 774"/>
                <a:gd name="T90" fmla="*/ 299 w 308"/>
                <a:gd name="T91" fmla="*/ 409 h 774"/>
                <a:gd name="T92" fmla="*/ 307 w 308"/>
                <a:gd name="T93" fmla="*/ 389 h 774"/>
                <a:gd name="T94" fmla="*/ 131 w 308"/>
                <a:gd name="T95" fmla="*/ 454 h 774"/>
                <a:gd name="T96" fmla="*/ 125 w 308"/>
                <a:gd name="T97" fmla="*/ 465 h 774"/>
                <a:gd name="T98" fmla="*/ 104 w 308"/>
                <a:gd name="T99" fmla="*/ 475 h 774"/>
                <a:gd name="T100" fmla="*/ 90 w 308"/>
                <a:gd name="T101" fmla="*/ 449 h 774"/>
                <a:gd name="T102" fmla="*/ 138 w 308"/>
                <a:gd name="T103" fmla="*/ 389 h 774"/>
                <a:gd name="T104" fmla="*/ 148 w 308"/>
                <a:gd name="T105" fmla="*/ 392 h 774"/>
                <a:gd name="T106" fmla="*/ 144 w 308"/>
                <a:gd name="T107" fmla="*/ 413 h 774"/>
                <a:gd name="T108" fmla="*/ 131 w 308"/>
                <a:gd name="T109" fmla="*/ 4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8" h="774">
                  <a:moveTo>
                    <a:pt x="307" y="389"/>
                  </a:moveTo>
                  <a:cubicBezTo>
                    <a:pt x="308" y="385"/>
                    <a:pt x="308" y="377"/>
                    <a:pt x="304" y="376"/>
                  </a:cubicBezTo>
                  <a:cubicBezTo>
                    <a:pt x="300" y="375"/>
                    <a:pt x="298" y="382"/>
                    <a:pt x="296" y="386"/>
                  </a:cubicBezTo>
                  <a:cubicBezTo>
                    <a:pt x="280" y="419"/>
                    <a:pt x="264" y="453"/>
                    <a:pt x="248" y="486"/>
                  </a:cubicBezTo>
                  <a:cubicBezTo>
                    <a:pt x="234" y="512"/>
                    <a:pt x="221" y="539"/>
                    <a:pt x="207" y="565"/>
                  </a:cubicBezTo>
                  <a:cubicBezTo>
                    <a:pt x="193" y="592"/>
                    <a:pt x="180" y="619"/>
                    <a:pt x="157" y="639"/>
                  </a:cubicBezTo>
                  <a:cubicBezTo>
                    <a:pt x="155" y="642"/>
                    <a:pt x="151" y="642"/>
                    <a:pt x="148" y="643"/>
                  </a:cubicBezTo>
                  <a:cubicBezTo>
                    <a:pt x="147" y="640"/>
                    <a:pt x="145" y="636"/>
                    <a:pt x="146" y="634"/>
                  </a:cubicBezTo>
                  <a:cubicBezTo>
                    <a:pt x="149" y="626"/>
                    <a:pt x="153" y="618"/>
                    <a:pt x="157" y="610"/>
                  </a:cubicBezTo>
                  <a:cubicBezTo>
                    <a:pt x="164" y="591"/>
                    <a:pt x="171" y="572"/>
                    <a:pt x="178" y="553"/>
                  </a:cubicBezTo>
                  <a:cubicBezTo>
                    <a:pt x="191" y="520"/>
                    <a:pt x="205" y="488"/>
                    <a:pt x="217" y="455"/>
                  </a:cubicBezTo>
                  <a:cubicBezTo>
                    <a:pt x="226" y="427"/>
                    <a:pt x="233" y="397"/>
                    <a:pt x="239" y="368"/>
                  </a:cubicBezTo>
                  <a:cubicBezTo>
                    <a:pt x="243" y="352"/>
                    <a:pt x="241" y="336"/>
                    <a:pt x="230" y="321"/>
                  </a:cubicBezTo>
                  <a:cubicBezTo>
                    <a:pt x="227" y="317"/>
                    <a:pt x="225" y="312"/>
                    <a:pt x="226" y="307"/>
                  </a:cubicBezTo>
                  <a:cubicBezTo>
                    <a:pt x="227" y="282"/>
                    <a:pt x="230" y="258"/>
                    <a:pt x="232" y="233"/>
                  </a:cubicBezTo>
                  <a:cubicBezTo>
                    <a:pt x="235" y="206"/>
                    <a:pt x="241" y="180"/>
                    <a:pt x="253" y="155"/>
                  </a:cubicBezTo>
                  <a:cubicBezTo>
                    <a:pt x="259" y="140"/>
                    <a:pt x="269" y="128"/>
                    <a:pt x="279" y="115"/>
                  </a:cubicBezTo>
                  <a:cubicBezTo>
                    <a:pt x="296" y="95"/>
                    <a:pt x="299" y="69"/>
                    <a:pt x="298" y="44"/>
                  </a:cubicBezTo>
                  <a:cubicBezTo>
                    <a:pt x="298" y="29"/>
                    <a:pt x="291" y="15"/>
                    <a:pt x="274" y="8"/>
                  </a:cubicBezTo>
                  <a:cubicBezTo>
                    <a:pt x="259" y="2"/>
                    <a:pt x="244" y="0"/>
                    <a:pt x="228" y="6"/>
                  </a:cubicBezTo>
                  <a:cubicBezTo>
                    <a:pt x="205" y="14"/>
                    <a:pt x="182" y="20"/>
                    <a:pt x="159" y="29"/>
                  </a:cubicBezTo>
                  <a:cubicBezTo>
                    <a:pt x="140" y="36"/>
                    <a:pt x="120" y="44"/>
                    <a:pt x="101" y="53"/>
                  </a:cubicBezTo>
                  <a:cubicBezTo>
                    <a:pt x="85" y="61"/>
                    <a:pt x="70" y="69"/>
                    <a:pt x="56" y="79"/>
                  </a:cubicBezTo>
                  <a:cubicBezTo>
                    <a:pt x="43" y="89"/>
                    <a:pt x="35" y="105"/>
                    <a:pt x="37" y="121"/>
                  </a:cubicBezTo>
                  <a:cubicBezTo>
                    <a:pt x="38" y="136"/>
                    <a:pt x="44" y="151"/>
                    <a:pt x="57" y="162"/>
                  </a:cubicBezTo>
                  <a:cubicBezTo>
                    <a:pt x="61" y="166"/>
                    <a:pt x="64" y="171"/>
                    <a:pt x="67" y="176"/>
                  </a:cubicBezTo>
                  <a:cubicBezTo>
                    <a:pt x="80" y="198"/>
                    <a:pt x="109" y="208"/>
                    <a:pt x="132" y="198"/>
                  </a:cubicBezTo>
                  <a:cubicBezTo>
                    <a:pt x="149" y="190"/>
                    <a:pt x="164" y="181"/>
                    <a:pt x="180" y="173"/>
                  </a:cubicBezTo>
                  <a:cubicBezTo>
                    <a:pt x="189" y="168"/>
                    <a:pt x="193" y="169"/>
                    <a:pt x="195" y="179"/>
                  </a:cubicBezTo>
                  <a:cubicBezTo>
                    <a:pt x="196" y="189"/>
                    <a:pt x="196" y="198"/>
                    <a:pt x="197" y="211"/>
                  </a:cubicBezTo>
                  <a:cubicBezTo>
                    <a:pt x="195" y="235"/>
                    <a:pt x="193" y="262"/>
                    <a:pt x="190" y="289"/>
                  </a:cubicBezTo>
                  <a:cubicBezTo>
                    <a:pt x="188" y="307"/>
                    <a:pt x="177" y="313"/>
                    <a:pt x="160" y="313"/>
                  </a:cubicBezTo>
                  <a:cubicBezTo>
                    <a:pt x="145" y="313"/>
                    <a:pt x="128" y="314"/>
                    <a:pt x="115" y="321"/>
                  </a:cubicBezTo>
                  <a:cubicBezTo>
                    <a:pt x="71" y="340"/>
                    <a:pt x="42" y="375"/>
                    <a:pt x="19" y="417"/>
                  </a:cubicBezTo>
                  <a:cubicBezTo>
                    <a:pt x="6" y="443"/>
                    <a:pt x="0" y="468"/>
                    <a:pt x="13" y="498"/>
                  </a:cubicBezTo>
                  <a:cubicBezTo>
                    <a:pt x="28" y="531"/>
                    <a:pt x="49" y="552"/>
                    <a:pt x="86" y="555"/>
                  </a:cubicBezTo>
                  <a:cubicBezTo>
                    <a:pt x="95" y="556"/>
                    <a:pt x="98" y="560"/>
                    <a:pt x="95" y="569"/>
                  </a:cubicBezTo>
                  <a:cubicBezTo>
                    <a:pt x="84" y="602"/>
                    <a:pt x="73" y="635"/>
                    <a:pt x="63" y="668"/>
                  </a:cubicBezTo>
                  <a:cubicBezTo>
                    <a:pt x="57" y="689"/>
                    <a:pt x="50" y="711"/>
                    <a:pt x="55" y="734"/>
                  </a:cubicBezTo>
                  <a:cubicBezTo>
                    <a:pt x="60" y="756"/>
                    <a:pt x="81" y="774"/>
                    <a:pt x="101" y="769"/>
                  </a:cubicBezTo>
                  <a:cubicBezTo>
                    <a:pt x="111" y="767"/>
                    <a:pt x="120" y="761"/>
                    <a:pt x="128" y="754"/>
                  </a:cubicBezTo>
                  <a:cubicBezTo>
                    <a:pt x="164" y="725"/>
                    <a:pt x="188" y="686"/>
                    <a:pt x="208" y="643"/>
                  </a:cubicBezTo>
                  <a:cubicBezTo>
                    <a:pt x="215" y="628"/>
                    <a:pt x="224" y="614"/>
                    <a:pt x="231" y="598"/>
                  </a:cubicBezTo>
                  <a:cubicBezTo>
                    <a:pt x="242" y="575"/>
                    <a:pt x="251" y="552"/>
                    <a:pt x="260" y="528"/>
                  </a:cubicBezTo>
                  <a:cubicBezTo>
                    <a:pt x="268" y="510"/>
                    <a:pt x="279" y="470"/>
                    <a:pt x="280" y="469"/>
                  </a:cubicBezTo>
                  <a:cubicBezTo>
                    <a:pt x="286" y="449"/>
                    <a:pt x="292" y="429"/>
                    <a:pt x="299" y="409"/>
                  </a:cubicBezTo>
                  <a:cubicBezTo>
                    <a:pt x="301" y="402"/>
                    <a:pt x="306" y="396"/>
                    <a:pt x="307" y="389"/>
                  </a:cubicBezTo>
                  <a:close/>
                  <a:moveTo>
                    <a:pt x="131" y="454"/>
                  </a:moveTo>
                  <a:cubicBezTo>
                    <a:pt x="130" y="458"/>
                    <a:pt x="128" y="462"/>
                    <a:pt x="125" y="465"/>
                  </a:cubicBezTo>
                  <a:cubicBezTo>
                    <a:pt x="120" y="471"/>
                    <a:pt x="115" y="479"/>
                    <a:pt x="104" y="475"/>
                  </a:cubicBezTo>
                  <a:cubicBezTo>
                    <a:pt x="96" y="472"/>
                    <a:pt x="89" y="459"/>
                    <a:pt x="90" y="449"/>
                  </a:cubicBezTo>
                  <a:cubicBezTo>
                    <a:pt x="95" y="420"/>
                    <a:pt x="115" y="403"/>
                    <a:pt x="138" y="389"/>
                  </a:cubicBezTo>
                  <a:cubicBezTo>
                    <a:pt x="140" y="388"/>
                    <a:pt x="145" y="391"/>
                    <a:pt x="148" y="392"/>
                  </a:cubicBezTo>
                  <a:cubicBezTo>
                    <a:pt x="146" y="401"/>
                    <a:pt x="146" y="407"/>
                    <a:pt x="144" y="413"/>
                  </a:cubicBezTo>
                  <a:cubicBezTo>
                    <a:pt x="140" y="427"/>
                    <a:pt x="136" y="441"/>
                    <a:pt x="131" y="45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3" name="Freeform 12"/>
            <p:cNvSpPr>
              <a:spLocks/>
            </p:cNvSpPr>
            <p:nvPr/>
          </p:nvSpPr>
          <p:spPr bwMode="auto">
            <a:xfrm>
              <a:off x="3265487" y="-985838"/>
              <a:ext cx="400050" cy="276225"/>
            </a:xfrm>
            <a:custGeom>
              <a:avLst/>
              <a:gdLst>
                <a:gd name="T0" fmla="*/ 35 w 524"/>
                <a:gd name="T1" fmla="*/ 339 h 361"/>
                <a:gd name="T2" fmla="*/ 55 w 524"/>
                <a:gd name="T3" fmla="*/ 346 h 361"/>
                <a:gd name="T4" fmla="*/ 107 w 524"/>
                <a:gd name="T5" fmla="*/ 354 h 361"/>
                <a:gd name="T6" fmla="*/ 128 w 524"/>
                <a:gd name="T7" fmla="*/ 332 h 361"/>
                <a:gd name="T8" fmla="*/ 131 w 524"/>
                <a:gd name="T9" fmla="*/ 294 h 361"/>
                <a:gd name="T10" fmla="*/ 129 w 524"/>
                <a:gd name="T11" fmla="*/ 259 h 361"/>
                <a:gd name="T12" fmla="*/ 134 w 524"/>
                <a:gd name="T13" fmla="*/ 195 h 361"/>
                <a:gd name="T14" fmla="*/ 141 w 524"/>
                <a:gd name="T15" fmla="*/ 188 h 361"/>
                <a:gd name="T16" fmla="*/ 149 w 524"/>
                <a:gd name="T17" fmla="*/ 194 h 361"/>
                <a:gd name="T18" fmla="*/ 205 w 524"/>
                <a:gd name="T19" fmla="*/ 245 h 361"/>
                <a:gd name="T20" fmla="*/ 209 w 524"/>
                <a:gd name="T21" fmla="*/ 266 h 361"/>
                <a:gd name="T22" fmla="*/ 184 w 524"/>
                <a:gd name="T23" fmla="*/ 291 h 361"/>
                <a:gd name="T24" fmla="*/ 168 w 524"/>
                <a:gd name="T25" fmla="*/ 312 h 361"/>
                <a:gd name="T26" fmla="*/ 168 w 524"/>
                <a:gd name="T27" fmla="*/ 344 h 361"/>
                <a:gd name="T28" fmla="*/ 198 w 524"/>
                <a:gd name="T29" fmla="*/ 334 h 361"/>
                <a:gd name="T30" fmla="*/ 428 w 524"/>
                <a:gd name="T31" fmla="*/ 159 h 361"/>
                <a:gd name="T32" fmla="*/ 458 w 524"/>
                <a:gd name="T33" fmla="*/ 143 h 361"/>
                <a:gd name="T34" fmla="*/ 471 w 524"/>
                <a:gd name="T35" fmla="*/ 138 h 361"/>
                <a:gd name="T36" fmla="*/ 499 w 524"/>
                <a:gd name="T37" fmla="*/ 126 h 361"/>
                <a:gd name="T38" fmla="*/ 516 w 524"/>
                <a:gd name="T39" fmla="*/ 104 h 361"/>
                <a:gd name="T40" fmla="*/ 524 w 524"/>
                <a:gd name="T41" fmla="*/ 69 h 361"/>
                <a:gd name="T42" fmla="*/ 521 w 524"/>
                <a:gd name="T43" fmla="*/ 49 h 361"/>
                <a:gd name="T44" fmla="*/ 512 w 524"/>
                <a:gd name="T45" fmla="*/ 31 h 361"/>
                <a:gd name="T46" fmla="*/ 481 w 524"/>
                <a:gd name="T47" fmla="*/ 5 h 361"/>
                <a:gd name="T48" fmla="*/ 444 w 524"/>
                <a:gd name="T49" fmla="*/ 1 h 361"/>
                <a:gd name="T50" fmla="*/ 409 w 524"/>
                <a:gd name="T51" fmla="*/ 11 h 361"/>
                <a:gd name="T52" fmla="*/ 393 w 524"/>
                <a:gd name="T53" fmla="*/ 20 h 361"/>
                <a:gd name="T54" fmla="*/ 390 w 524"/>
                <a:gd name="T55" fmla="*/ 25 h 361"/>
                <a:gd name="T56" fmla="*/ 404 w 524"/>
                <a:gd name="T57" fmla="*/ 35 h 361"/>
                <a:gd name="T58" fmla="*/ 401 w 524"/>
                <a:gd name="T59" fmla="*/ 54 h 361"/>
                <a:gd name="T60" fmla="*/ 374 w 524"/>
                <a:gd name="T61" fmla="*/ 96 h 361"/>
                <a:gd name="T62" fmla="*/ 266 w 524"/>
                <a:gd name="T63" fmla="*/ 213 h 361"/>
                <a:gd name="T64" fmla="*/ 270 w 524"/>
                <a:gd name="T65" fmla="*/ 174 h 361"/>
                <a:gd name="T66" fmla="*/ 256 w 524"/>
                <a:gd name="T67" fmla="*/ 90 h 361"/>
                <a:gd name="T68" fmla="*/ 229 w 524"/>
                <a:gd name="T69" fmla="*/ 65 h 361"/>
                <a:gd name="T70" fmla="*/ 206 w 524"/>
                <a:gd name="T71" fmla="*/ 73 h 361"/>
                <a:gd name="T72" fmla="*/ 202 w 524"/>
                <a:gd name="T73" fmla="*/ 75 h 361"/>
                <a:gd name="T74" fmla="*/ 160 w 524"/>
                <a:gd name="T75" fmla="*/ 123 h 361"/>
                <a:gd name="T76" fmla="*/ 125 w 524"/>
                <a:gd name="T77" fmla="*/ 185 h 361"/>
                <a:gd name="T78" fmla="*/ 115 w 524"/>
                <a:gd name="T79" fmla="*/ 191 h 361"/>
                <a:gd name="T80" fmla="*/ 110 w 524"/>
                <a:gd name="T81" fmla="*/ 179 h 361"/>
                <a:gd name="T82" fmla="*/ 97 w 524"/>
                <a:gd name="T83" fmla="*/ 128 h 361"/>
                <a:gd name="T84" fmla="*/ 63 w 524"/>
                <a:gd name="T85" fmla="*/ 114 h 361"/>
                <a:gd name="T86" fmla="*/ 20 w 524"/>
                <a:gd name="T87" fmla="*/ 152 h 361"/>
                <a:gd name="T88" fmla="*/ 0 w 524"/>
                <a:gd name="T89" fmla="*/ 250 h 361"/>
                <a:gd name="T90" fmla="*/ 3 w 524"/>
                <a:gd name="T91" fmla="*/ 287 h 361"/>
                <a:gd name="T92" fmla="*/ 35 w 524"/>
                <a:gd name="T93" fmla="*/ 3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4" h="361">
                  <a:moveTo>
                    <a:pt x="35" y="339"/>
                  </a:moveTo>
                  <a:cubicBezTo>
                    <a:pt x="42" y="341"/>
                    <a:pt x="49" y="343"/>
                    <a:pt x="55" y="346"/>
                  </a:cubicBezTo>
                  <a:cubicBezTo>
                    <a:pt x="71" y="356"/>
                    <a:pt x="88" y="361"/>
                    <a:pt x="107" y="354"/>
                  </a:cubicBezTo>
                  <a:cubicBezTo>
                    <a:pt x="120" y="350"/>
                    <a:pt x="126" y="346"/>
                    <a:pt x="128" y="332"/>
                  </a:cubicBezTo>
                  <a:cubicBezTo>
                    <a:pt x="129" y="319"/>
                    <a:pt x="131" y="307"/>
                    <a:pt x="131" y="294"/>
                  </a:cubicBezTo>
                  <a:cubicBezTo>
                    <a:pt x="132" y="283"/>
                    <a:pt x="132" y="270"/>
                    <a:pt x="129" y="259"/>
                  </a:cubicBezTo>
                  <a:cubicBezTo>
                    <a:pt x="121" y="236"/>
                    <a:pt x="123" y="215"/>
                    <a:pt x="134" y="195"/>
                  </a:cubicBezTo>
                  <a:cubicBezTo>
                    <a:pt x="135" y="192"/>
                    <a:pt x="139" y="188"/>
                    <a:pt x="141" y="188"/>
                  </a:cubicBezTo>
                  <a:cubicBezTo>
                    <a:pt x="144" y="188"/>
                    <a:pt x="148" y="192"/>
                    <a:pt x="149" y="194"/>
                  </a:cubicBezTo>
                  <a:cubicBezTo>
                    <a:pt x="161" y="218"/>
                    <a:pt x="181" y="234"/>
                    <a:pt x="205" y="245"/>
                  </a:cubicBezTo>
                  <a:cubicBezTo>
                    <a:pt x="227" y="252"/>
                    <a:pt x="209" y="266"/>
                    <a:pt x="209" y="266"/>
                  </a:cubicBezTo>
                  <a:cubicBezTo>
                    <a:pt x="209" y="266"/>
                    <a:pt x="188" y="286"/>
                    <a:pt x="184" y="291"/>
                  </a:cubicBezTo>
                  <a:cubicBezTo>
                    <a:pt x="180" y="296"/>
                    <a:pt x="166" y="310"/>
                    <a:pt x="168" y="312"/>
                  </a:cubicBezTo>
                  <a:cubicBezTo>
                    <a:pt x="172" y="315"/>
                    <a:pt x="165" y="341"/>
                    <a:pt x="168" y="344"/>
                  </a:cubicBezTo>
                  <a:cubicBezTo>
                    <a:pt x="175" y="349"/>
                    <a:pt x="198" y="334"/>
                    <a:pt x="198" y="334"/>
                  </a:cubicBezTo>
                  <a:cubicBezTo>
                    <a:pt x="198" y="334"/>
                    <a:pt x="399" y="184"/>
                    <a:pt x="428" y="159"/>
                  </a:cubicBezTo>
                  <a:cubicBezTo>
                    <a:pt x="434" y="154"/>
                    <a:pt x="454" y="145"/>
                    <a:pt x="458" y="143"/>
                  </a:cubicBezTo>
                  <a:cubicBezTo>
                    <a:pt x="463" y="142"/>
                    <a:pt x="467" y="140"/>
                    <a:pt x="471" y="138"/>
                  </a:cubicBezTo>
                  <a:cubicBezTo>
                    <a:pt x="481" y="136"/>
                    <a:pt x="490" y="132"/>
                    <a:pt x="499" y="126"/>
                  </a:cubicBezTo>
                  <a:cubicBezTo>
                    <a:pt x="504" y="122"/>
                    <a:pt x="515" y="106"/>
                    <a:pt x="516" y="104"/>
                  </a:cubicBezTo>
                  <a:cubicBezTo>
                    <a:pt x="524" y="88"/>
                    <a:pt x="523" y="74"/>
                    <a:pt x="524" y="69"/>
                  </a:cubicBezTo>
                  <a:cubicBezTo>
                    <a:pt x="524" y="65"/>
                    <a:pt x="522" y="54"/>
                    <a:pt x="521" y="49"/>
                  </a:cubicBezTo>
                  <a:cubicBezTo>
                    <a:pt x="518" y="39"/>
                    <a:pt x="512" y="32"/>
                    <a:pt x="512" y="31"/>
                  </a:cubicBezTo>
                  <a:cubicBezTo>
                    <a:pt x="507" y="21"/>
                    <a:pt x="490" y="8"/>
                    <a:pt x="481" y="5"/>
                  </a:cubicBezTo>
                  <a:cubicBezTo>
                    <a:pt x="476" y="3"/>
                    <a:pt x="459" y="0"/>
                    <a:pt x="444" y="1"/>
                  </a:cubicBezTo>
                  <a:cubicBezTo>
                    <a:pt x="429" y="3"/>
                    <a:pt x="417" y="8"/>
                    <a:pt x="409" y="11"/>
                  </a:cubicBezTo>
                  <a:cubicBezTo>
                    <a:pt x="400" y="15"/>
                    <a:pt x="394" y="19"/>
                    <a:pt x="393" y="20"/>
                  </a:cubicBezTo>
                  <a:cubicBezTo>
                    <a:pt x="392" y="21"/>
                    <a:pt x="389" y="24"/>
                    <a:pt x="390" y="25"/>
                  </a:cubicBezTo>
                  <a:cubicBezTo>
                    <a:pt x="391" y="27"/>
                    <a:pt x="402" y="31"/>
                    <a:pt x="404" y="35"/>
                  </a:cubicBezTo>
                  <a:cubicBezTo>
                    <a:pt x="407" y="41"/>
                    <a:pt x="405" y="45"/>
                    <a:pt x="401" y="54"/>
                  </a:cubicBezTo>
                  <a:cubicBezTo>
                    <a:pt x="397" y="63"/>
                    <a:pt x="391" y="77"/>
                    <a:pt x="374" y="96"/>
                  </a:cubicBezTo>
                  <a:cubicBezTo>
                    <a:pt x="358" y="116"/>
                    <a:pt x="280" y="199"/>
                    <a:pt x="266" y="213"/>
                  </a:cubicBezTo>
                  <a:cubicBezTo>
                    <a:pt x="266" y="211"/>
                    <a:pt x="269" y="185"/>
                    <a:pt x="270" y="174"/>
                  </a:cubicBezTo>
                  <a:cubicBezTo>
                    <a:pt x="274" y="144"/>
                    <a:pt x="276" y="115"/>
                    <a:pt x="256" y="90"/>
                  </a:cubicBezTo>
                  <a:cubicBezTo>
                    <a:pt x="249" y="80"/>
                    <a:pt x="240" y="70"/>
                    <a:pt x="229" y="65"/>
                  </a:cubicBezTo>
                  <a:cubicBezTo>
                    <a:pt x="224" y="62"/>
                    <a:pt x="214" y="70"/>
                    <a:pt x="206" y="73"/>
                  </a:cubicBezTo>
                  <a:cubicBezTo>
                    <a:pt x="204" y="74"/>
                    <a:pt x="203" y="75"/>
                    <a:pt x="202" y="75"/>
                  </a:cubicBezTo>
                  <a:cubicBezTo>
                    <a:pt x="180" y="85"/>
                    <a:pt x="167" y="102"/>
                    <a:pt x="160" y="123"/>
                  </a:cubicBezTo>
                  <a:cubicBezTo>
                    <a:pt x="152" y="146"/>
                    <a:pt x="143" y="168"/>
                    <a:pt x="125" y="185"/>
                  </a:cubicBezTo>
                  <a:cubicBezTo>
                    <a:pt x="122" y="188"/>
                    <a:pt x="118" y="189"/>
                    <a:pt x="115" y="191"/>
                  </a:cubicBezTo>
                  <a:cubicBezTo>
                    <a:pt x="113" y="187"/>
                    <a:pt x="111" y="183"/>
                    <a:pt x="110" y="179"/>
                  </a:cubicBezTo>
                  <a:cubicBezTo>
                    <a:pt x="106" y="162"/>
                    <a:pt x="103" y="144"/>
                    <a:pt x="97" y="128"/>
                  </a:cubicBezTo>
                  <a:cubicBezTo>
                    <a:pt x="91" y="113"/>
                    <a:pt x="77" y="108"/>
                    <a:pt x="63" y="114"/>
                  </a:cubicBezTo>
                  <a:cubicBezTo>
                    <a:pt x="44" y="121"/>
                    <a:pt x="29" y="133"/>
                    <a:pt x="20" y="152"/>
                  </a:cubicBezTo>
                  <a:cubicBezTo>
                    <a:pt x="5" y="183"/>
                    <a:pt x="1" y="216"/>
                    <a:pt x="0" y="250"/>
                  </a:cubicBezTo>
                  <a:cubicBezTo>
                    <a:pt x="1" y="262"/>
                    <a:pt x="0" y="275"/>
                    <a:pt x="3" y="287"/>
                  </a:cubicBezTo>
                  <a:cubicBezTo>
                    <a:pt x="7" y="309"/>
                    <a:pt x="13" y="329"/>
                    <a:pt x="35" y="33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4" name="Freeform 13"/>
            <p:cNvSpPr>
              <a:spLocks/>
            </p:cNvSpPr>
            <p:nvPr/>
          </p:nvSpPr>
          <p:spPr bwMode="auto">
            <a:xfrm>
              <a:off x="3279775" y="-790575"/>
              <a:ext cx="455613" cy="174625"/>
            </a:xfrm>
            <a:custGeom>
              <a:avLst/>
              <a:gdLst>
                <a:gd name="T0" fmla="*/ 388 w 597"/>
                <a:gd name="T1" fmla="*/ 10 h 228"/>
                <a:gd name="T2" fmla="*/ 260 w 597"/>
                <a:gd name="T3" fmla="*/ 48 h 228"/>
                <a:gd name="T4" fmla="*/ 106 w 597"/>
                <a:gd name="T5" fmla="*/ 130 h 228"/>
                <a:gd name="T6" fmla="*/ 4 w 597"/>
                <a:gd name="T7" fmla="*/ 198 h 228"/>
                <a:gd name="T8" fmla="*/ 6 w 597"/>
                <a:gd name="T9" fmla="*/ 203 h 228"/>
                <a:gd name="T10" fmla="*/ 57 w 597"/>
                <a:gd name="T11" fmla="*/ 195 h 228"/>
                <a:gd name="T12" fmla="*/ 136 w 597"/>
                <a:gd name="T13" fmla="*/ 175 h 228"/>
                <a:gd name="T14" fmla="*/ 186 w 597"/>
                <a:gd name="T15" fmla="*/ 142 h 228"/>
                <a:gd name="T16" fmla="*/ 320 w 597"/>
                <a:gd name="T17" fmla="*/ 70 h 228"/>
                <a:gd name="T18" fmla="*/ 496 w 597"/>
                <a:gd name="T19" fmla="*/ 33 h 228"/>
                <a:gd name="T20" fmla="*/ 530 w 597"/>
                <a:gd name="T21" fmla="*/ 62 h 228"/>
                <a:gd name="T22" fmla="*/ 503 w 597"/>
                <a:gd name="T23" fmla="*/ 120 h 228"/>
                <a:gd name="T24" fmla="*/ 443 w 597"/>
                <a:gd name="T25" fmla="*/ 171 h 228"/>
                <a:gd name="T26" fmla="*/ 366 w 597"/>
                <a:gd name="T27" fmla="*/ 217 h 228"/>
                <a:gd name="T28" fmla="*/ 364 w 597"/>
                <a:gd name="T29" fmla="*/ 220 h 228"/>
                <a:gd name="T30" fmla="*/ 364 w 597"/>
                <a:gd name="T31" fmla="*/ 220 h 228"/>
                <a:gd name="T32" fmla="*/ 367 w 597"/>
                <a:gd name="T33" fmla="*/ 224 h 228"/>
                <a:gd name="T34" fmla="*/ 380 w 597"/>
                <a:gd name="T35" fmla="*/ 228 h 228"/>
                <a:gd name="T36" fmla="*/ 425 w 597"/>
                <a:gd name="T37" fmla="*/ 226 h 228"/>
                <a:gd name="T38" fmla="*/ 550 w 597"/>
                <a:gd name="T39" fmla="*/ 177 h 228"/>
                <a:gd name="T40" fmla="*/ 596 w 597"/>
                <a:gd name="T41" fmla="*/ 102 h 228"/>
                <a:gd name="T42" fmla="*/ 587 w 597"/>
                <a:gd name="T43" fmla="*/ 54 h 228"/>
                <a:gd name="T44" fmla="*/ 528 w 597"/>
                <a:gd name="T45" fmla="*/ 11 h 228"/>
                <a:gd name="T46" fmla="*/ 388 w 597"/>
                <a:gd name="T47" fmla="*/ 1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7" h="228">
                  <a:moveTo>
                    <a:pt x="388" y="10"/>
                  </a:moveTo>
                  <a:cubicBezTo>
                    <a:pt x="343" y="20"/>
                    <a:pt x="330" y="20"/>
                    <a:pt x="260" y="48"/>
                  </a:cubicBezTo>
                  <a:cubicBezTo>
                    <a:pt x="190" y="76"/>
                    <a:pt x="125" y="118"/>
                    <a:pt x="106" y="130"/>
                  </a:cubicBezTo>
                  <a:cubicBezTo>
                    <a:pt x="81" y="145"/>
                    <a:pt x="8" y="194"/>
                    <a:pt x="4" y="198"/>
                  </a:cubicBezTo>
                  <a:cubicBezTo>
                    <a:pt x="0" y="202"/>
                    <a:pt x="2" y="203"/>
                    <a:pt x="6" y="203"/>
                  </a:cubicBezTo>
                  <a:cubicBezTo>
                    <a:pt x="10" y="203"/>
                    <a:pt x="49" y="195"/>
                    <a:pt x="57" y="195"/>
                  </a:cubicBezTo>
                  <a:cubicBezTo>
                    <a:pt x="85" y="196"/>
                    <a:pt x="111" y="189"/>
                    <a:pt x="136" y="175"/>
                  </a:cubicBezTo>
                  <a:cubicBezTo>
                    <a:pt x="155" y="165"/>
                    <a:pt x="171" y="154"/>
                    <a:pt x="186" y="142"/>
                  </a:cubicBezTo>
                  <a:cubicBezTo>
                    <a:pt x="225" y="111"/>
                    <a:pt x="297" y="78"/>
                    <a:pt x="320" y="70"/>
                  </a:cubicBezTo>
                  <a:cubicBezTo>
                    <a:pt x="380" y="48"/>
                    <a:pt x="457" y="30"/>
                    <a:pt x="496" y="33"/>
                  </a:cubicBezTo>
                  <a:cubicBezTo>
                    <a:pt x="512" y="34"/>
                    <a:pt x="527" y="43"/>
                    <a:pt x="530" y="62"/>
                  </a:cubicBezTo>
                  <a:cubicBezTo>
                    <a:pt x="533" y="77"/>
                    <a:pt x="513" y="110"/>
                    <a:pt x="503" y="120"/>
                  </a:cubicBezTo>
                  <a:cubicBezTo>
                    <a:pt x="494" y="130"/>
                    <a:pt x="469" y="152"/>
                    <a:pt x="443" y="171"/>
                  </a:cubicBezTo>
                  <a:cubicBezTo>
                    <a:pt x="413" y="191"/>
                    <a:pt x="369" y="216"/>
                    <a:pt x="366" y="217"/>
                  </a:cubicBezTo>
                  <a:cubicBezTo>
                    <a:pt x="363" y="219"/>
                    <a:pt x="364" y="220"/>
                    <a:pt x="364" y="220"/>
                  </a:cubicBezTo>
                  <a:cubicBezTo>
                    <a:pt x="364" y="220"/>
                    <a:pt x="364" y="219"/>
                    <a:pt x="364" y="220"/>
                  </a:cubicBezTo>
                  <a:cubicBezTo>
                    <a:pt x="364" y="222"/>
                    <a:pt x="365" y="222"/>
                    <a:pt x="367" y="224"/>
                  </a:cubicBezTo>
                  <a:cubicBezTo>
                    <a:pt x="370" y="225"/>
                    <a:pt x="373" y="228"/>
                    <a:pt x="380" y="228"/>
                  </a:cubicBezTo>
                  <a:cubicBezTo>
                    <a:pt x="383" y="228"/>
                    <a:pt x="421" y="226"/>
                    <a:pt x="425" y="226"/>
                  </a:cubicBezTo>
                  <a:cubicBezTo>
                    <a:pt x="451" y="224"/>
                    <a:pt x="505" y="216"/>
                    <a:pt x="550" y="177"/>
                  </a:cubicBezTo>
                  <a:cubicBezTo>
                    <a:pt x="573" y="156"/>
                    <a:pt x="593" y="137"/>
                    <a:pt x="596" y="102"/>
                  </a:cubicBezTo>
                  <a:cubicBezTo>
                    <a:pt x="597" y="90"/>
                    <a:pt x="596" y="73"/>
                    <a:pt x="587" y="54"/>
                  </a:cubicBezTo>
                  <a:cubicBezTo>
                    <a:pt x="576" y="29"/>
                    <a:pt x="549" y="18"/>
                    <a:pt x="528" y="11"/>
                  </a:cubicBezTo>
                  <a:cubicBezTo>
                    <a:pt x="493" y="0"/>
                    <a:pt x="438" y="0"/>
                    <a:pt x="388" y="1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5" name="Freeform 14"/>
            <p:cNvSpPr>
              <a:spLocks/>
            </p:cNvSpPr>
            <p:nvPr/>
          </p:nvSpPr>
          <p:spPr bwMode="auto">
            <a:xfrm>
              <a:off x="549275" y="-954088"/>
              <a:ext cx="160338" cy="173038"/>
            </a:xfrm>
            <a:custGeom>
              <a:avLst/>
              <a:gdLst>
                <a:gd name="T0" fmla="*/ 39 w 210"/>
                <a:gd name="T1" fmla="*/ 128 h 226"/>
                <a:gd name="T2" fmla="*/ 50 w 210"/>
                <a:gd name="T3" fmla="*/ 144 h 226"/>
                <a:gd name="T4" fmla="*/ 53 w 210"/>
                <a:gd name="T5" fmla="*/ 162 h 226"/>
                <a:gd name="T6" fmla="*/ 34 w 210"/>
                <a:gd name="T7" fmla="*/ 188 h 226"/>
                <a:gd name="T8" fmla="*/ 12 w 210"/>
                <a:gd name="T9" fmla="*/ 222 h 226"/>
                <a:gd name="T10" fmla="*/ 48 w 210"/>
                <a:gd name="T11" fmla="*/ 201 h 226"/>
                <a:gd name="T12" fmla="*/ 84 w 210"/>
                <a:gd name="T13" fmla="*/ 192 h 226"/>
                <a:gd name="T14" fmla="*/ 159 w 210"/>
                <a:gd name="T15" fmla="*/ 197 h 226"/>
                <a:gd name="T16" fmla="*/ 199 w 210"/>
                <a:gd name="T17" fmla="*/ 166 h 226"/>
                <a:gd name="T18" fmla="*/ 189 w 210"/>
                <a:gd name="T19" fmla="*/ 80 h 226"/>
                <a:gd name="T20" fmla="*/ 156 w 210"/>
                <a:gd name="T21" fmla="*/ 43 h 226"/>
                <a:gd name="T22" fmla="*/ 99 w 210"/>
                <a:gd name="T23" fmla="*/ 11 h 226"/>
                <a:gd name="T24" fmla="*/ 66 w 210"/>
                <a:gd name="T25" fmla="*/ 11 h 226"/>
                <a:gd name="T26" fmla="*/ 36 w 210"/>
                <a:gd name="T27" fmla="*/ 31 h 226"/>
                <a:gd name="T28" fmla="*/ 25 w 210"/>
                <a:gd name="T29" fmla="*/ 108 h 226"/>
                <a:gd name="T30" fmla="*/ 39 w 210"/>
                <a:gd name="T31" fmla="*/ 12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226">
                  <a:moveTo>
                    <a:pt x="39" y="128"/>
                  </a:moveTo>
                  <a:cubicBezTo>
                    <a:pt x="43" y="134"/>
                    <a:pt x="46" y="140"/>
                    <a:pt x="50" y="144"/>
                  </a:cubicBezTo>
                  <a:cubicBezTo>
                    <a:pt x="56" y="150"/>
                    <a:pt x="58" y="155"/>
                    <a:pt x="53" y="162"/>
                  </a:cubicBezTo>
                  <a:cubicBezTo>
                    <a:pt x="47" y="170"/>
                    <a:pt x="40" y="179"/>
                    <a:pt x="34" y="188"/>
                  </a:cubicBezTo>
                  <a:cubicBezTo>
                    <a:pt x="28" y="197"/>
                    <a:pt x="9" y="218"/>
                    <a:pt x="12" y="222"/>
                  </a:cubicBezTo>
                  <a:cubicBezTo>
                    <a:pt x="15" y="226"/>
                    <a:pt x="38" y="207"/>
                    <a:pt x="48" y="201"/>
                  </a:cubicBezTo>
                  <a:cubicBezTo>
                    <a:pt x="59" y="194"/>
                    <a:pt x="70" y="186"/>
                    <a:pt x="84" y="192"/>
                  </a:cubicBezTo>
                  <a:cubicBezTo>
                    <a:pt x="109" y="203"/>
                    <a:pt x="134" y="201"/>
                    <a:pt x="159" y="197"/>
                  </a:cubicBezTo>
                  <a:cubicBezTo>
                    <a:pt x="177" y="194"/>
                    <a:pt x="194" y="186"/>
                    <a:pt x="199" y="166"/>
                  </a:cubicBezTo>
                  <a:cubicBezTo>
                    <a:pt x="205" y="137"/>
                    <a:pt x="210" y="107"/>
                    <a:pt x="189" y="80"/>
                  </a:cubicBezTo>
                  <a:cubicBezTo>
                    <a:pt x="178" y="67"/>
                    <a:pt x="169" y="53"/>
                    <a:pt x="156" y="43"/>
                  </a:cubicBezTo>
                  <a:cubicBezTo>
                    <a:pt x="139" y="30"/>
                    <a:pt x="119" y="20"/>
                    <a:pt x="99" y="11"/>
                  </a:cubicBezTo>
                  <a:cubicBezTo>
                    <a:pt x="89" y="6"/>
                    <a:pt x="78" y="0"/>
                    <a:pt x="66" y="11"/>
                  </a:cubicBezTo>
                  <a:cubicBezTo>
                    <a:pt x="57" y="19"/>
                    <a:pt x="47" y="26"/>
                    <a:pt x="36" y="31"/>
                  </a:cubicBezTo>
                  <a:cubicBezTo>
                    <a:pt x="11" y="44"/>
                    <a:pt x="0" y="87"/>
                    <a:pt x="25" y="108"/>
                  </a:cubicBezTo>
                  <a:cubicBezTo>
                    <a:pt x="31" y="113"/>
                    <a:pt x="34" y="122"/>
                    <a:pt x="39" y="128"/>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6" name="Freeform 15"/>
            <p:cNvSpPr>
              <a:spLocks/>
            </p:cNvSpPr>
            <p:nvPr/>
          </p:nvSpPr>
          <p:spPr bwMode="auto">
            <a:xfrm>
              <a:off x="3154362" y="-631825"/>
              <a:ext cx="93663" cy="157163"/>
            </a:xfrm>
            <a:custGeom>
              <a:avLst/>
              <a:gdLst>
                <a:gd name="T0" fmla="*/ 105 w 122"/>
                <a:gd name="T1" fmla="*/ 180 h 205"/>
                <a:gd name="T2" fmla="*/ 108 w 122"/>
                <a:gd name="T3" fmla="*/ 135 h 205"/>
                <a:gd name="T4" fmla="*/ 121 w 122"/>
                <a:gd name="T5" fmla="*/ 30 h 205"/>
                <a:gd name="T6" fmla="*/ 106 w 122"/>
                <a:gd name="T7" fmla="*/ 10 h 205"/>
                <a:gd name="T8" fmla="*/ 101 w 122"/>
                <a:gd name="T9" fmla="*/ 8 h 205"/>
                <a:gd name="T10" fmla="*/ 64 w 122"/>
                <a:gd name="T11" fmla="*/ 0 h 205"/>
                <a:gd name="T12" fmla="*/ 46 w 122"/>
                <a:gd name="T13" fmla="*/ 9 h 205"/>
                <a:gd name="T14" fmla="*/ 24 w 122"/>
                <a:gd name="T15" fmla="*/ 44 h 205"/>
                <a:gd name="T16" fmla="*/ 4 w 122"/>
                <a:gd name="T17" fmla="*/ 141 h 205"/>
                <a:gd name="T18" fmla="*/ 47 w 122"/>
                <a:gd name="T19" fmla="*/ 198 h 205"/>
                <a:gd name="T20" fmla="*/ 78 w 122"/>
                <a:gd name="T21" fmla="*/ 202 h 205"/>
                <a:gd name="T22" fmla="*/ 105 w 122"/>
                <a:gd name="T23"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205">
                  <a:moveTo>
                    <a:pt x="105" y="180"/>
                  </a:moveTo>
                  <a:cubicBezTo>
                    <a:pt x="103" y="164"/>
                    <a:pt x="106" y="150"/>
                    <a:pt x="108" y="135"/>
                  </a:cubicBezTo>
                  <a:cubicBezTo>
                    <a:pt x="113" y="100"/>
                    <a:pt x="117" y="65"/>
                    <a:pt x="121" y="30"/>
                  </a:cubicBezTo>
                  <a:cubicBezTo>
                    <a:pt x="122" y="17"/>
                    <a:pt x="119" y="12"/>
                    <a:pt x="106" y="10"/>
                  </a:cubicBezTo>
                  <a:cubicBezTo>
                    <a:pt x="105" y="9"/>
                    <a:pt x="103" y="8"/>
                    <a:pt x="101" y="8"/>
                  </a:cubicBezTo>
                  <a:cubicBezTo>
                    <a:pt x="89" y="5"/>
                    <a:pt x="77" y="3"/>
                    <a:pt x="64" y="0"/>
                  </a:cubicBezTo>
                  <a:cubicBezTo>
                    <a:pt x="58" y="2"/>
                    <a:pt x="50" y="4"/>
                    <a:pt x="46" y="9"/>
                  </a:cubicBezTo>
                  <a:cubicBezTo>
                    <a:pt x="38" y="20"/>
                    <a:pt x="27" y="31"/>
                    <a:pt x="24" y="44"/>
                  </a:cubicBezTo>
                  <a:cubicBezTo>
                    <a:pt x="15" y="76"/>
                    <a:pt x="9" y="108"/>
                    <a:pt x="4" y="141"/>
                  </a:cubicBezTo>
                  <a:cubicBezTo>
                    <a:pt x="0" y="172"/>
                    <a:pt x="16" y="192"/>
                    <a:pt x="47" y="198"/>
                  </a:cubicBezTo>
                  <a:cubicBezTo>
                    <a:pt x="57" y="200"/>
                    <a:pt x="68" y="199"/>
                    <a:pt x="78" y="202"/>
                  </a:cubicBezTo>
                  <a:cubicBezTo>
                    <a:pt x="94" y="205"/>
                    <a:pt x="108" y="196"/>
                    <a:pt x="105" y="18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7" name="Freeform 16"/>
            <p:cNvSpPr>
              <a:spLocks/>
            </p:cNvSpPr>
            <p:nvPr/>
          </p:nvSpPr>
          <p:spPr bwMode="auto">
            <a:xfrm>
              <a:off x="-407988"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8" name="Freeform 17"/>
            <p:cNvSpPr>
              <a:spLocks noEditPoints="1"/>
            </p:cNvSpPr>
            <p:nvPr/>
          </p:nvSpPr>
          <p:spPr bwMode="auto">
            <a:xfrm>
              <a:off x="-301625" y="17462"/>
              <a:ext cx="115888" cy="138113"/>
            </a:xfrm>
            <a:custGeom>
              <a:avLst/>
              <a:gdLst>
                <a:gd name="T0" fmla="*/ 73 w 73"/>
                <a:gd name="T1" fmla="*/ 87 h 87"/>
                <a:gd name="T2" fmla="*/ 57 w 73"/>
                <a:gd name="T3" fmla="*/ 87 h 87"/>
                <a:gd name="T4" fmla="*/ 51 w 73"/>
                <a:gd name="T5" fmla="*/ 67 h 87"/>
                <a:gd name="T6" fmla="*/ 22 w 73"/>
                <a:gd name="T7" fmla="*/ 67 h 87"/>
                <a:gd name="T8" fmla="*/ 15 w 73"/>
                <a:gd name="T9" fmla="*/ 87 h 87"/>
                <a:gd name="T10" fmla="*/ 0 w 73"/>
                <a:gd name="T11" fmla="*/ 87 h 87"/>
                <a:gd name="T12" fmla="*/ 28 w 73"/>
                <a:gd name="T13" fmla="*/ 0 h 87"/>
                <a:gd name="T14" fmla="*/ 44 w 73"/>
                <a:gd name="T15" fmla="*/ 0 h 87"/>
                <a:gd name="T16" fmla="*/ 73 w 73"/>
                <a:gd name="T17" fmla="*/ 87 h 87"/>
                <a:gd name="T18" fmla="*/ 46 w 73"/>
                <a:gd name="T19" fmla="*/ 53 h 87"/>
                <a:gd name="T20" fmla="*/ 36 w 73"/>
                <a:gd name="T21" fmla="*/ 21 h 87"/>
                <a:gd name="T22" fmla="*/ 26 w 73"/>
                <a:gd name="T23" fmla="*/ 53 h 87"/>
                <a:gd name="T24" fmla="*/ 46 w 73"/>
                <a:gd name="T25" fmla="*/ 5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87">
                  <a:moveTo>
                    <a:pt x="73" y="87"/>
                  </a:moveTo>
                  <a:lnTo>
                    <a:pt x="57" y="87"/>
                  </a:lnTo>
                  <a:lnTo>
                    <a:pt x="51" y="67"/>
                  </a:lnTo>
                  <a:lnTo>
                    <a:pt x="22" y="67"/>
                  </a:lnTo>
                  <a:lnTo>
                    <a:pt x="15" y="87"/>
                  </a:lnTo>
                  <a:lnTo>
                    <a:pt x="0" y="87"/>
                  </a:lnTo>
                  <a:lnTo>
                    <a:pt x="28" y="0"/>
                  </a:lnTo>
                  <a:lnTo>
                    <a:pt x="44" y="0"/>
                  </a:lnTo>
                  <a:lnTo>
                    <a:pt x="73" y="87"/>
                  </a:lnTo>
                  <a:close/>
                  <a:moveTo>
                    <a:pt x="46" y="53"/>
                  </a:moveTo>
                  <a:lnTo>
                    <a:pt x="36" y="21"/>
                  </a:lnTo>
                  <a:lnTo>
                    <a:pt x="26" y="53"/>
                  </a:lnTo>
                  <a:lnTo>
                    <a:pt x="46" y="53"/>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19" name="Freeform 18"/>
            <p:cNvSpPr>
              <a:spLocks/>
            </p:cNvSpPr>
            <p:nvPr/>
          </p:nvSpPr>
          <p:spPr bwMode="auto">
            <a:xfrm>
              <a:off x="-173038" y="17462"/>
              <a:ext cx="92075" cy="138113"/>
            </a:xfrm>
            <a:custGeom>
              <a:avLst/>
              <a:gdLst>
                <a:gd name="T0" fmla="*/ 0 w 58"/>
                <a:gd name="T1" fmla="*/ 87 h 87"/>
                <a:gd name="T2" fmla="*/ 0 w 58"/>
                <a:gd name="T3" fmla="*/ 0 h 87"/>
                <a:gd name="T4" fmla="*/ 15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5"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0" name="Freeform 19"/>
            <p:cNvSpPr>
              <a:spLocks/>
            </p:cNvSpPr>
            <p:nvPr/>
          </p:nvSpPr>
          <p:spPr bwMode="auto">
            <a:xfrm>
              <a:off x="-65088" y="17462"/>
              <a:ext cx="74613" cy="141288"/>
            </a:xfrm>
            <a:custGeom>
              <a:avLst/>
              <a:gdLst>
                <a:gd name="T0" fmla="*/ 67 w 97"/>
                <a:gd name="T1" fmla="*/ 0 h 183"/>
                <a:gd name="T2" fmla="*/ 97 w 97"/>
                <a:gd name="T3" fmla="*/ 0 h 183"/>
                <a:gd name="T4" fmla="*/ 97 w 97"/>
                <a:gd name="T5" fmla="*/ 114 h 183"/>
                <a:gd name="T6" fmla="*/ 94 w 97"/>
                <a:gd name="T7" fmla="*/ 148 h 183"/>
                <a:gd name="T8" fmla="*/ 78 w 97"/>
                <a:gd name="T9" fmla="*/ 173 h 183"/>
                <a:gd name="T10" fmla="*/ 47 w 97"/>
                <a:gd name="T11" fmla="*/ 183 h 183"/>
                <a:gd name="T12" fmla="*/ 12 w 97"/>
                <a:gd name="T13" fmla="*/ 168 h 183"/>
                <a:gd name="T14" fmla="*/ 0 w 97"/>
                <a:gd name="T15" fmla="*/ 124 h 183"/>
                <a:gd name="T16" fmla="*/ 29 w 97"/>
                <a:gd name="T17" fmla="*/ 120 h 183"/>
                <a:gd name="T18" fmla="*/ 32 w 97"/>
                <a:gd name="T19" fmla="*/ 142 h 183"/>
                <a:gd name="T20" fmla="*/ 48 w 97"/>
                <a:gd name="T21" fmla="*/ 152 h 183"/>
                <a:gd name="T22" fmla="*/ 62 w 97"/>
                <a:gd name="T23" fmla="*/ 145 h 183"/>
                <a:gd name="T24" fmla="*/ 67 w 97"/>
                <a:gd name="T25" fmla="*/ 116 h 183"/>
                <a:gd name="T26" fmla="*/ 67 w 97"/>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83">
                  <a:moveTo>
                    <a:pt x="67" y="0"/>
                  </a:moveTo>
                  <a:cubicBezTo>
                    <a:pt x="97" y="0"/>
                    <a:pt x="97" y="0"/>
                    <a:pt x="97" y="0"/>
                  </a:cubicBezTo>
                  <a:cubicBezTo>
                    <a:pt x="97" y="114"/>
                    <a:pt x="97" y="114"/>
                    <a:pt x="97" y="114"/>
                  </a:cubicBezTo>
                  <a:cubicBezTo>
                    <a:pt x="97" y="128"/>
                    <a:pt x="96" y="140"/>
                    <a:pt x="94" y="148"/>
                  </a:cubicBezTo>
                  <a:cubicBezTo>
                    <a:pt x="91" y="158"/>
                    <a:pt x="85" y="167"/>
                    <a:pt x="78" y="173"/>
                  </a:cubicBezTo>
                  <a:cubicBezTo>
                    <a:pt x="70" y="179"/>
                    <a:pt x="59" y="183"/>
                    <a:pt x="47" y="183"/>
                  </a:cubicBezTo>
                  <a:cubicBezTo>
                    <a:pt x="32" y="183"/>
                    <a:pt x="20" y="178"/>
                    <a:pt x="12" y="168"/>
                  </a:cubicBezTo>
                  <a:cubicBezTo>
                    <a:pt x="4" y="158"/>
                    <a:pt x="0" y="143"/>
                    <a:pt x="0" y="124"/>
                  </a:cubicBezTo>
                  <a:cubicBezTo>
                    <a:pt x="29" y="120"/>
                    <a:pt x="29" y="120"/>
                    <a:pt x="29" y="120"/>
                  </a:cubicBezTo>
                  <a:cubicBezTo>
                    <a:pt x="29" y="130"/>
                    <a:pt x="30" y="138"/>
                    <a:pt x="32" y="142"/>
                  </a:cubicBezTo>
                  <a:cubicBezTo>
                    <a:pt x="36" y="148"/>
                    <a:pt x="41" y="152"/>
                    <a:pt x="48" y="152"/>
                  </a:cubicBezTo>
                  <a:cubicBezTo>
                    <a:pt x="55" y="152"/>
                    <a:pt x="59" y="149"/>
                    <a:pt x="62" y="145"/>
                  </a:cubicBezTo>
                  <a:cubicBezTo>
                    <a:pt x="65" y="140"/>
                    <a:pt x="67" y="131"/>
                    <a:pt x="67" y="116"/>
                  </a:cubicBezTo>
                  <a:lnTo>
                    <a:pt x="67"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1" name="Rectangle 20"/>
            <p:cNvSpPr>
              <a:spLocks noChangeArrowheads="1"/>
            </p:cNvSpPr>
            <p:nvPr/>
          </p:nvSpPr>
          <p:spPr bwMode="auto">
            <a:xfrm>
              <a:off x="34925" y="17462"/>
              <a:ext cx="22225"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2" name="Freeform 21"/>
            <p:cNvSpPr>
              <a:spLocks/>
            </p:cNvSpPr>
            <p:nvPr/>
          </p:nvSpPr>
          <p:spPr bwMode="auto">
            <a:xfrm>
              <a:off x="793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3" name="Freeform 22"/>
            <p:cNvSpPr>
              <a:spLocks/>
            </p:cNvSpPr>
            <p:nvPr/>
          </p:nvSpPr>
          <p:spPr bwMode="auto">
            <a:xfrm>
              <a:off x="193675" y="15875"/>
              <a:ext cx="107950" cy="142875"/>
            </a:xfrm>
            <a:custGeom>
              <a:avLst/>
              <a:gdLst>
                <a:gd name="T0" fmla="*/ 77 w 143"/>
                <a:gd name="T1" fmla="*/ 117 h 186"/>
                <a:gd name="T2" fmla="*/ 77 w 143"/>
                <a:gd name="T3" fmla="*/ 86 h 186"/>
                <a:gd name="T4" fmla="*/ 143 w 143"/>
                <a:gd name="T5" fmla="*/ 86 h 186"/>
                <a:gd name="T6" fmla="*/ 143 w 143"/>
                <a:gd name="T7" fmla="*/ 158 h 186"/>
                <a:gd name="T8" fmla="*/ 115 w 143"/>
                <a:gd name="T9" fmla="*/ 177 h 186"/>
                <a:gd name="T10" fmla="*/ 78 w 143"/>
                <a:gd name="T11" fmla="*/ 186 h 186"/>
                <a:gd name="T12" fmla="*/ 36 w 143"/>
                <a:gd name="T13" fmla="*/ 174 h 186"/>
                <a:gd name="T14" fmla="*/ 9 w 143"/>
                <a:gd name="T15" fmla="*/ 140 h 186"/>
                <a:gd name="T16" fmla="*/ 0 w 143"/>
                <a:gd name="T17" fmla="*/ 92 h 186"/>
                <a:gd name="T18" fmla="*/ 10 w 143"/>
                <a:gd name="T19" fmla="*/ 42 h 186"/>
                <a:gd name="T20" fmla="*/ 40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6 w 143"/>
                <a:gd name="T41" fmla="*/ 155 h 186"/>
                <a:gd name="T42" fmla="*/ 95 w 143"/>
                <a:gd name="T43" fmla="*/ 150 h 186"/>
                <a:gd name="T44" fmla="*/ 112 w 143"/>
                <a:gd name="T45" fmla="*/ 139 h 186"/>
                <a:gd name="T46" fmla="*/ 112 w 143"/>
                <a:gd name="T47" fmla="*/ 117 h 186"/>
                <a:gd name="T48" fmla="*/ 77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7" y="117"/>
                  </a:moveTo>
                  <a:cubicBezTo>
                    <a:pt x="77" y="86"/>
                    <a:pt x="77" y="86"/>
                    <a:pt x="77" y="86"/>
                  </a:cubicBezTo>
                  <a:cubicBezTo>
                    <a:pt x="143" y="86"/>
                    <a:pt x="143" y="86"/>
                    <a:pt x="143" y="86"/>
                  </a:cubicBezTo>
                  <a:cubicBezTo>
                    <a:pt x="143" y="158"/>
                    <a:pt x="143" y="158"/>
                    <a:pt x="143" y="158"/>
                  </a:cubicBezTo>
                  <a:cubicBezTo>
                    <a:pt x="136" y="165"/>
                    <a:pt x="127" y="172"/>
                    <a:pt x="115" y="177"/>
                  </a:cubicBezTo>
                  <a:cubicBezTo>
                    <a:pt x="103" y="183"/>
                    <a:pt x="90" y="186"/>
                    <a:pt x="78" y="186"/>
                  </a:cubicBezTo>
                  <a:cubicBezTo>
                    <a:pt x="62" y="186"/>
                    <a:pt x="48" y="182"/>
                    <a:pt x="36" y="174"/>
                  </a:cubicBezTo>
                  <a:cubicBezTo>
                    <a:pt x="24" y="166"/>
                    <a:pt x="15" y="155"/>
                    <a:pt x="9" y="140"/>
                  </a:cubicBezTo>
                  <a:cubicBezTo>
                    <a:pt x="3" y="125"/>
                    <a:pt x="0" y="109"/>
                    <a:pt x="0" y="92"/>
                  </a:cubicBezTo>
                  <a:cubicBezTo>
                    <a:pt x="0" y="74"/>
                    <a:pt x="4" y="57"/>
                    <a:pt x="10" y="42"/>
                  </a:cubicBezTo>
                  <a:cubicBezTo>
                    <a:pt x="17" y="28"/>
                    <a:pt x="27" y="17"/>
                    <a:pt x="40" y="9"/>
                  </a:cubicBezTo>
                  <a:cubicBezTo>
                    <a:pt x="49" y="3"/>
                    <a:pt x="61" y="0"/>
                    <a:pt x="76" y="0"/>
                  </a:cubicBezTo>
                  <a:cubicBezTo>
                    <a:pt x="95" y="0"/>
                    <a:pt x="110"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3" y="31"/>
                    <a:pt x="52" y="36"/>
                    <a:pt x="44" y="46"/>
                  </a:cubicBezTo>
                  <a:cubicBezTo>
                    <a:pt x="36" y="56"/>
                    <a:pt x="32" y="71"/>
                    <a:pt x="32" y="91"/>
                  </a:cubicBezTo>
                  <a:cubicBezTo>
                    <a:pt x="32" y="112"/>
                    <a:pt x="36" y="128"/>
                    <a:pt x="44" y="139"/>
                  </a:cubicBezTo>
                  <a:cubicBezTo>
                    <a:pt x="52" y="149"/>
                    <a:pt x="63" y="155"/>
                    <a:pt x="76" y="155"/>
                  </a:cubicBezTo>
                  <a:cubicBezTo>
                    <a:pt x="82" y="155"/>
                    <a:pt x="89" y="153"/>
                    <a:pt x="95" y="150"/>
                  </a:cubicBezTo>
                  <a:cubicBezTo>
                    <a:pt x="102" y="147"/>
                    <a:pt x="107" y="144"/>
                    <a:pt x="112" y="139"/>
                  </a:cubicBezTo>
                  <a:cubicBezTo>
                    <a:pt x="112" y="117"/>
                    <a:pt x="112" y="117"/>
                    <a:pt x="112" y="117"/>
                  </a:cubicBezTo>
                  <a:lnTo>
                    <a:pt x="77" y="11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4" name="Freeform 23"/>
            <p:cNvSpPr>
              <a:spLocks/>
            </p:cNvSpPr>
            <p:nvPr/>
          </p:nvSpPr>
          <p:spPr bwMode="auto">
            <a:xfrm>
              <a:off x="368300" y="17462"/>
              <a:ext cx="93663" cy="141288"/>
            </a:xfrm>
            <a:custGeom>
              <a:avLst/>
              <a:gdLst>
                <a:gd name="T0" fmla="*/ 0 w 122"/>
                <a:gd name="T1" fmla="*/ 0 h 183"/>
                <a:gd name="T2" fmla="*/ 31 w 122"/>
                <a:gd name="T3" fmla="*/ 0 h 183"/>
                <a:gd name="T4" fmla="*/ 31 w 122"/>
                <a:gd name="T5" fmla="*/ 97 h 183"/>
                <a:gd name="T6" fmla="*/ 32 w 122"/>
                <a:gd name="T7" fmla="*/ 127 h 183"/>
                <a:gd name="T8" fmla="*/ 41 w 122"/>
                <a:gd name="T9" fmla="*/ 145 h 183"/>
                <a:gd name="T10" fmla="*/ 62 w 122"/>
                <a:gd name="T11" fmla="*/ 152 h 183"/>
                <a:gd name="T12" fmla="*/ 81 w 122"/>
                <a:gd name="T13" fmla="*/ 145 h 183"/>
                <a:gd name="T14" fmla="*/ 90 w 122"/>
                <a:gd name="T15" fmla="*/ 130 h 183"/>
                <a:gd name="T16" fmla="*/ 91 w 122"/>
                <a:gd name="T17" fmla="*/ 99 h 183"/>
                <a:gd name="T18" fmla="*/ 91 w 122"/>
                <a:gd name="T19" fmla="*/ 0 h 183"/>
                <a:gd name="T20" fmla="*/ 122 w 122"/>
                <a:gd name="T21" fmla="*/ 0 h 183"/>
                <a:gd name="T22" fmla="*/ 122 w 122"/>
                <a:gd name="T23" fmla="*/ 94 h 183"/>
                <a:gd name="T24" fmla="*/ 119 w 122"/>
                <a:gd name="T25" fmla="*/ 140 h 183"/>
                <a:gd name="T26" fmla="*/ 110 w 122"/>
                <a:gd name="T27" fmla="*/ 162 h 183"/>
                <a:gd name="T28" fmla="*/ 92 w 122"/>
                <a:gd name="T29" fmla="*/ 177 h 183"/>
                <a:gd name="T30" fmla="*/ 63 w 122"/>
                <a:gd name="T31" fmla="*/ 183 h 183"/>
                <a:gd name="T32" fmla="*/ 30 w 122"/>
                <a:gd name="T33" fmla="*/ 177 h 183"/>
                <a:gd name="T34" fmla="*/ 12 w 122"/>
                <a:gd name="T35" fmla="*/ 161 h 183"/>
                <a:gd name="T36" fmla="*/ 3 w 122"/>
                <a:gd name="T37" fmla="*/ 141 h 183"/>
                <a:gd name="T38" fmla="*/ 0 w 122"/>
                <a:gd name="T39" fmla="*/ 96 h 183"/>
                <a:gd name="T40" fmla="*/ 0 w 122"/>
                <a:gd name="T4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83">
                  <a:moveTo>
                    <a:pt x="0" y="0"/>
                  </a:moveTo>
                  <a:cubicBezTo>
                    <a:pt x="31" y="0"/>
                    <a:pt x="31" y="0"/>
                    <a:pt x="31" y="0"/>
                  </a:cubicBezTo>
                  <a:cubicBezTo>
                    <a:pt x="31" y="97"/>
                    <a:pt x="31" y="97"/>
                    <a:pt x="31" y="97"/>
                  </a:cubicBezTo>
                  <a:cubicBezTo>
                    <a:pt x="31" y="113"/>
                    <a:pt x="31" y="123"/>
                    <a:pt x="32" y="127"/>
                  </a:cubicBezTo>
                  <a:cubicBezTo>
                    <a:pt x="33" y="135"/>
                    <a:pt x="37" y="140"/>
                    <a:pt x="41" y="145"/>
                  </a:cubicBezTo>
                  <a:cubicBezTo>
                    <a:pt x="46" y="149"/>
                    <a:pt x="53" y="152"/>
                    <a:pt x="62" y="152"/>
                  </a:cubicBezTo>
                  <a:cubicBezTo>
                    <a:pt x="70" y="152"/>
                    <a:pt x="77" y="149"/>
                    <a:pt x="81" y="145"/>
                  </a:cubicBezTo>
                  <a:cubicBezTo>
                    <a:pt x="86" y="141"/>
                    <a:pt x="89" y="136"/>
                    <a:pt x="90" y="130"/>
                  </a:cubicBezTo>
                  <a:cubicBezTo>
                    <a:pt x="90" y="124"/>
                    <a:pt x="91" y="114"/>
                    <a:pt x="91" y="99"/>
                  </a:cubicBezTo>
                  <a:cubicBezTo>
                    <a:pt x="91" y="0"/>
                    <a:pt x="91" y="0"/>
                    <a:pt x="91" y="0"/>
                  </a:cubicBezTo>
                  <a:cubicBezTo>
                    <a:pt x="122" y="0"/>
                    <a:pt x="122" y="0"/>
                    <a:pt x="122" y="0"/>
                  </a:cubicBezTo>
                  <a:cubicBezTo>
                    <a:pt x="122" y="94"/>
                    <a:pt x="122" y="94"/>
                    <a:pt x="122" y="94"/>
                  </a:cubicBezTo>
                  <a:cubicBezTo>
                    <a:pt x="122" y="116"/>
                    <a:pt x="121" y="131"/>
                    <a:pt x="119" y="140"/>
                  </a:cubicBezTo>
                  <a:cubicBezTo>
                    <a:pt x="117" y="149"/>
                    <a:pt x="114" y="156"/>
                    <a:pt x="110" y="162"/>
                  </a:cubicBezTo>
                  <a:cubicBezTo>
                    <a:pt x="105" y="169"/>
                    <a:pt x="100" y="173"/>
                    <a:pt x="92" y="177"/>
                  </a:cubicBezTo>
                  <a:cubicBezTo>
                    <a:pt x="84" y="181"/>
                    <a:pt x="75" y="183"/>
                    <a:pt x="63" y="183"/>
                  </a:cubicBezTo>
                  <a:cubicBezTo>
                    <a:pt x="48" y="183"/>
                    <a:pt x="37" y="181"/>
                    <a:pt x="30" y="177"/>
                  </a:cubicBezTo>
                  <a:cubicBezTo>
                    <a:pt x="22" y="173"/>
                    <a:pt x="16" y="168"/>
                    <a:pt x="12" y="161"/>
                  </a:cubicBezTo>
                  <a:cubicBezTo>
                    <a:pt x="7" y="155"/>
                    <a:pt x="5" y="148"/>
                    <a:pt x="3" y="141"/>
                  </a:cubicBezTo>
                  <a:cubicBezTo>
                    <a:pt x="1" y="131"/>
                    <a:pt x="0" y="116"/>
                    <a:pt x="0" y="96"/>
                  </a:cubicBezTo>
                  <a:lnTo>
                    <a:pt x="0"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5" name="Freeform 24"/>
            <p:cNvSpPr>
              <a:spLocks/>
            </p:cNvSpPr>
            <p:nvPr/>
          </p:nvSpPr>
          <p:spPr bwMode="auto">
            <a:xfrm>
              <a:off x="4857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6" name="Rectangle 25"/>
            <p:cNvSpPr>
              <a:spLocks noChangeArrowheads="1"/>
            </p:cNvSpPr>
            <p:nvPr/>
          </p:nvSpPr>
          <p:spPr bwMode="auto">
            <a:xfrm>
              <a:off x="603250"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7" name="Freeform 26"/>
            <p:cNvSpPr>
              <a:spLocks/>
            </p:cNvSpPr>
            <p:nvPr/>
          </p:nvSpPr>
          <p:spPr bwMode="auto">
            <a:xfrm>
              <a:off x="636587" y="17462"/>
              <a:ext cx="107950" cy="138113"/>
            </a:xfrm>
            <a:custGeom>
              <a:avLst/>
              <a:gdLst>
                <a:gd name="T0" fmla="*/ 27 w 68"/>
                <a:gd name="T1" fmla="*/ 87 h 87"/>
                <a:gd name="T2" fmla="*/ 0 w 68"/>
                <a:gd name="T3" fmla="*/ 0 h 87"/>
                <a:gd name="T4" fmla="*/ 16 w 68"/>
                <a:gd name="T5" fmla="*/ 0 h 87"/>
                <a:gd name="T6" fmla="*/ 35 w 68"/>
                <a:gd name="T7" fmla="*/ 65 h 87"/>
                <a:gd name="T8" fmla="*/ 53 w 68"/>
                <a:gd name="T9" fmla="*/ 0 h 87"/>
                <a:gd name="T10" fmla="*/ 68 w 68"/>
                <a:gd name="T11" fmla="*/ 0 h 87"/>
                <a:gd name="T12" fmla="*/ 42 w 68"/>
                <a:gd name="T13" fmla="*/ 87 h 87"/>
                <a:gd name="T14" fmla="*/ 27 w 68"/>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87">
                  <a:moveTo>
                    <a:pt x="27" y="87"/>
                  </a:moveTo>
                  <a:lnTo>
                    <a:pt x="0" y="0"/>
                  </a:lnTo>
                  <a:lnTo>
                    <a:pt x="16" y="0"/>
                  </a:lnTo>
                  <a:lnTo>
                    <a:pt x="35" y="65"/>
                  </a:lnTo>
                  <a:lnTo>
                    <a:pt x="53" y="0"/>
                  </a:lnTo>
                  <a:lnTo>
                    <a:pt x="68" y="0"/>
                  </a:lnTo>
                  <a:lnTo>
                    <a:pt x="42" y="87"/>
                  </a:lnTo>
                  <a:lnTo>
                    <a:pt x="27"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8" name="Freeform 27"/>
            <p:cNvSpPr>
              <a:spLocks/>
            </p:cNvSpPr>
            <p:nvPr/>
          </p:nvSpPr>
          <p:spPr bwMode="auto">
            <a:xfrm>
              <a:off x="757237"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29" name="Freeform 28"/>
            <p:cNvSpPr>
              <a:spLocks noEditPoints="1"/>
            </p:cNvSpPr>
            <p:nvPr/>
          </p:nvSpPr>
          <p:spPr bwMode="auto">
            <a:xfrm>
              <a:off x="865187" y="17462"/>
              <a:ext cx="104775" cy="138113"/>
            </a:xfrm>
            <a:custGeom>
              <a:avLst/>
              <a:gdLst>
                <a:gd name="T0" fmla="*/ 0 w 137"/>
                <a:gd name="T1" fmla="*/ 179 h 179"/>
                <a:gd name="T2" fmla="*/ 0 w 137"/>
                <a:gd name="T3" fmla="*/ 0 h 179"/>
                <a:gd name="T4" fmla="*/ 65 w 137"/>
                <a:gd name="T5" fmla="*/ 0 h 179"/>
                <a:gd name="T6" fmla="*/ 100 w 137"/>
                <a:gd name="T7" fmla="*/ 5 h 179"/>
                <a:gd name="T8" fmla="*/ 118 w 137"/>
                <a:gd name="T9" fmla="*/ 22 h 179"/>
                <a:gd name="T10" fmla="*/ 124 w 137"/>
                <a:gd name="T11" fmla="*/ 50 h 179"/>
                <a:gd name="T12" fmla="*/ 114 w 137"/>
                <a:gd name="T13" fmla="*/ 84 h 179"/>
                <a:gd name="T14" fmla="*/ 84 w 137"/>
                <a:gd name="T15" fmla="*/ 100 h 179"/>
                <a:gd name="T16" fmla="*/ 101 w 137"/>
                <a:gd name="T17" fmla="*/ 115 h 179"/>
                <a:gd name="T18" fmla="*/ 118 w 137"/>
                <a:gd name="T19" fmla="*/ 144 h 179"/>
                <a:gd name="T20" fmla="*/ 137 w 137"/>
                <a:gd name="T21" fmla="*/ 179 h 179"/>
                <a:gd name="T22" fmla="*/ 100 w 137"/>
                <a:gd name="T23" fmla="*/ 179 h 179"/>
                <a:gd name="T24" fmla="*/ 78 w 137"/>
                <a:gd name="T25" fmla="*/ 140 h 179"/>
                <a:gd name="T26" fmla="*/ 62 w 137"/>
                <a:gd name="T27" fmla="*/ 114 h 179"/>
                <a:gd name="T28" fmla="*/ 52 w 137"/>
                <a:gd name="T29" fmla="*/ 107 h 179"/>
                <a:gd name="T30" fmla="*/ 37 w 137"/>
                <a:gd name="T31" fmla="*/ 105 h 179"/>
                <a:gd name="T32" fmla="*/ 31 w 137"/>
                <a:gd name="T33" fmla="*/ 105 h 179"/>
                <a:gd name="T34" fmla="*/ 31 w 137"/>
                <a:gd name="T35" fmla="*/ 179 h 179"/>
                <a:gd name="T36" fmla="*/ 0 w 137"/>
                <a:gd name="T37" fmla="*/ 179 h 179"/>
                <a:gd name="T38" fmla="*/ 31 w 137"/>
                <a:gd name="T39" fmla="*/ 76 h 179"/>
                <a:gd name="T40" fmla="*/ 53 w 137"/>
                <a:gd name="T41" fmla="*/ 76 h 179"/>
                <a:gd name="T42" fmla="*/ 81 w 137"/>
                <a:gd name="T43" fmla="*/ 74 h 179"/>
                <a:gd name="T44" fmla="*/ 90 w 137"/>
                <a:gd name="T45" fmla="*/ 66 h 179"/>
                <a:gd name="T46" fmla="*/ 93 w 137"/>
                <a:gd name="T47" fmla="*/ 53 h 179"/>
                <a:gd name="T48" fmla="*/ 89 w 137"/>
                <a:gd name="T49" fmla="*/ 38 h 179"/>
                <a:gd name="T50" fmla="*/ 77 w 137"/>
                <a:gd name="T51" fmla="*/ 31 h 179"/>
                <a:gd name="T52" fmla="*/ 55 w 137"/>
                <a:gd name="T53" fmla="*/ 31 h 179"/>
                <a:gd name="T54" fmla="*/ 31 w 137"/>
                <a:gd name="T55" fmla="*/ 31 h 179"/>
                <a:gd name="T56" fmla="*/ 31 w 137"/>
                <a:gd name="T57" fmla="*/ 7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79">
                  <a:moveTo>
                    <a:pt x="0" y="179"/>
                  </a:moveTo>
                  <a:cubicBezTo>
                    <a:pt x="0" y="0"/>
                    <a:pt x="0" y="0"/>
                    <a:pt x="0" y="0"/>
                  </a:cubicBezTo>
                  <a:cubicBezTo>
                    <a:pt x="65" y="0"/>
                    <a:pt x="65" y="0"/>
                    <a:pt x="65" y="0"/>
                  </a:cubicBezTo>
                  <a:cubicBezTo>
                    <a:pt x="81" y="0"/>
                    <a:pt x="93" y="2"/>
                    <a:pt x="100" y="5"/>
                  </a:cubicBezTo>
                  <a:cubicBezTo>
                    <a:pt x="108" y="8"/>
                    <a:pt x="113" y="14"/>
                    <a:pt x="118" y="22"/>
                  </a:cubicBezTo>
                  <a:cubicBezTo>
                    <a:pt x="122" y="30"/>
                    <a:pt x="124" y="40"/>
                    <a:pt x="124" y="50"/>
                  </a:cubicBezTo>
                  <a:cubicBezTo>
                    <a:pt x="124" y="64"/>
                    <a:pt x="121" y="75"/>
                    <a:pt x="114" y="84"/>
                  </a:cubicBezTo>
                  <a:cubicBezTo>
                    <a:pt x="108" y="93"/>
                    <a:pt x="98" y="98"/>
                    <a:pt x="84" y="100"/>
                  </a:cubicBezTo>
                  <a:cubicBezTo>
                    <a:pt x="91" y="105"/>
                    <a:pt x="96" y="110"/>
                    <a:pt x="101" y="115"/>
                  </a:cubicBezTo>
                  <a:cubicBezTo>
                    <a:pt x="105" y="121"/>
                    <a:pt x="111" y="131"/>
                    <a:pt x="118" y="144"/>
                  </a:cubicBezTo>
                  <a:cubicBezTo>
                    <a:pt x="137" y="179"/>
                    <a:pt x="137" y="179"/>
                    <a:pt x="137" y="179"/>
                  </a:cubicBezTo>
                  <a:cubicBezTo>
                    <a:pt x="100" y="179"/>
                    <a:pt x="100" y="179"/>
                    <a:pt x="100" y="179"/>
                  </a:cubicBezTo>
                  <a:cubicBezTo>
                    <a:pt x="78" y="140"/>
                    <a:pt x="78" y="140"/>
                    <a:pt x="78" y="140"/>
                  </a:cubicBezTo>
                  <a:cubicBezTo>
                    <a:pt x="70" y="127"/>
                    <a:pt x="64" y="118"/>
                    <a:pt x="62" y="114"/>
                  </a:cubicBezTo>
                  <a:cubicBezTo>
                    <a:pt x="59" y="110"/>
                    <a:pt x="56" y="108"/>
                    <a:pt x="52" y="107"/>
                  </a:cubicBezTo>
                  <a:cubicBezTo>
                    <a:pt x="49" y="105"/>
                    <a:pt x="44" y="105"/>
                    <a:pt x="37" y="105"/>
                  </a:cubicBezTo>
                  <a:cubicBezTo>
                    <a:pt x="31" y="105"/>
                    <a:pt x="31" y="105"/>
                    <a:pt x="31" y="105"/>
                  </a:cubicBezTo>
                  <a:cubicBezTo>
                    <a:pt x="31" y="179"/>
                    <a:pt x="31" y="179"/>
                    <a:pt x="31" y="179"/>
                  </a:cubicBezTo>
                  <a:lnTo>
                    <a:pt x="0" y="179"/>
                  </a:lnTo>
                  <a:close/>
                  <a:moveTo>
                    <a:pt x="31" y="76"/>
                  </a:moveTo>
                  <a:cubicBezTo>
                    <a:pt x="53" y="76"/>
                    <a:pt x="53" y="76"/>
                    <a:pt x="53" y="76"/>
                  </a:cubicBezTo>
                  <a:cubicBezTo>
                    <a:pt x="68" y="76"/>
                    <a:pt x="77" y="75"/>
                    <a:pt x="81" y="74"/>
                  </a:cubicBezTo>
                  <a:cubicBezTo>
                    <a:pt x="85" y="72"/>
                    <a:pt x="88" y="70"/>
                    <a:pt x="90" y="66"/>
                  </a:cubicBezTo>
                  <a:cubicBezTo>
                    <a:pt x="92" y="63"/>
                    <a:pt x="93" y="58"/>
                    <a:pt x="93" y="53"/>
                  </a:cubicBezTo>
                  <a:cubicBezTo>
                    <a:pt x="93" y="47"/>
                    <a:pt x="91" y="42"/>
                    <a:pt x="89" y="38"/>
                  </a:cubicBezTo>
                  <a:cubicBezTo>
                    <a:pt x="86" y="34"/>
                    <a:pt x="82" y="32"/>
                    <a:pt x="77" y="31"/>
                  </a:cubicBezTo>
                  <a:cubicBezTo>
                    <a:pt x="75" y="31"/>
                    <a:pt x="67" y="31"/>
                    <a:pt x="55" y="31"/>
                  </a:cubicBezTo>
                  <a:cubicBezTo>
                    <a:pt x="31" y="31"/>
                    <a:pt x="31" y="31"/>
                    <a:pt x="31" y="31"/>
                  </a:cubicBezTo>
                  <a:lnTo>
                    <a:pt x="31" y="76"/>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0" name="Freeform 29"/>
            <p:cNvSpPr>
              <a:spLocks/>
            </p:cNvSpPr>
            <p:nvPr/>
          </p:nvSpPr>
          <p:spPr bwMode="auto">
            <a:xfrm>
              <a:off x="977900"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8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3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8"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3"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2" y="30"/>
                    <a:pt x="45"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5" y="175"/>
                    <a:pt x="96" y="179"/>
                  </a:cubicBezTo>
                  <a:cubicBezTo>
                    <a:pt x="87" y="183"/>
                    <a:pt x="76" y="186"/>
                    <a:pt x="63"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1" name="Rectangle 30"/>
            <p:cNvSpPr>
              <a:spLocks noChangeArrowheads="1"/>
            </p:cNvSpPr>
            <p:nvPr/>
          </p:nvSpPr>
          <p:spPr bwMode="auto">
            <a:xfrm>
              <a:off x="1090612"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2" name="Freeform 31"/>
            <p:cNvSpPr>
              <a:spLocks/>
            </p:cNvSpPr>
            <p:nvPr/>
          </p:nvSpPr>
          <p:spPr bwMode="auto">
            <a:xfrm>
              <a:off x="1128712"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7 w 58"/>
                <a:gd name="T13" fmla="*/ 15 h 87"/>
                <a:gd name="T14" fmla="*/ 37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7" y="15"/>
                  </a:lnTo>
                  <a:lnTo>
                    <a:pt x="37" y="87"/>
                  </a:lnTo>
                  <a:lnTo>
                    <a:pt x="22"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3" name="Freeform 32"/>
            <p:cNvSpPr>
              <a:spLocks/>
            </p:cNvSpPr>
            <p:nvPr/>
          </p:nvSpPr>
          <p:spPr bwMode="auto">
            <a:xfrm>
              <a:off x="1223962" y="17462"/>
              <a:ext cx="107950" cy="138113"/>
            </a:xfrm>
            <a:custGeom>
              <a:avLst/>
              <a:gdLst>
                <a:gd name="T0" fmla="*/ 27 w 68"/>
                <a:gd name="T1" fmla="*/ 87 h 87"/>
                <a:gd name="T2" fmla="*/ 27 w 68"/>
                <a:gd name="T3" fmla="*/ 51 h 87"/>
                <a:gd name="T4" fmla="*/ 0 w 68"/>
                <a:gd name="T5" fmla="*/ 0 h 87"/>
                <a:gd name="T6" fmla="*/ 17 w 68"/>
                <a:gd name="T7" fmla="*/ 0 h 87"/>
                <a:gd name="T8" fmla="*/ 35 w 68"/>
                <a:gd name="T9" fmla="*/ 35 h 87"/>
                <a:gd name="T10" fmla="*/ 52 w 68"/>
                <a:gd name="T11" fmla="*/ 0 h 87"/>
                <a:gd name="T12" fmla="*/ 68 w 68"/>
                <a:gd name="T13" fmla="*/ 0 h 87"/>
                <a:gd name="T14" fmla="*/ 41 w 68"/>
                <a:gd name="T15" fmla="*/ 51 h 87"/>
                <a:gd name="T16" fmla="*/ 41 w 68"/>
                <a:gd name="T17" fmla="*/ 87 h 87"/>
                <a:gd name="T18" fmla="*/ 27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7" y="87"/>
                  </a:moveTo>
                  <a:lnTo>
                    <a:pt x="27" y="51"/>
                  </a:lnTo>
                  <a:lnTo>
                    <a:pt x="0" y="0"/>
                  </a:lnTo>
                  <a:lnTo>
                    <a:pt x="17" y="0"/>
                  </a:lnTo>
                  <a:lnTo>
                    <a:pt x="35" y="35"/>
                  </a:lnTo>
                  <a:lnTo>
                    <a:pt x="52" y="0"/>
                  </a:lnTo>
                  <a:lnTo>
                    <a:pt x="68" y="0"/>
                  </a:lnTo>
                  <a:lnTo>
                    <a:pt x="41" y="51"/>
                  </a:lnTo>
                  <a:lnTo>
                    <a:pt x="41" y="87"/>
                  </a:lnTo>
                  <a:lnTo>
                    <a:pt x="27"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4" name="Freeform 33"/>
            <p:cNvSpPr>
              <a:spLocks noEditPoints="1"/>
            </p:cNvSpPr>
            <p:nvPr/>
          </p:nvSpPr>
          <p:spPr bwMode="auto">
            <a:xfrm>
              <a:off x="1382712" y="15875"/>
              <a:ext cx="111125" cy="142875"/>
            </a:xfrm>
            <a:custGeom>
              <a:avLst/>
              <a:gdLst>
                <a:gd name="T0" fmla="*/ 0 w 147"/>
                <a:gd name="T1" fmla="*/ 94 h 186"/>
                <a:gd name="T2" fmla="*/ 6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3 w 147"/>
                <a:gd name="T27" fmla="*/ 155 h 186"/>
                <a:gd name="T28" fmla="*/ 104 w 147"/>
                <a:gd name="T29" fmla="*/ 139 h 186"/>
                <a:gd name="T30" fmla="*/ 115 w 147"/>
                <a:gd name="T31" fmla="*/ 92 h 186"/>
                <a:gd name="T32" fmla="*/ 104 w 147"/>
                <a:gd name="T33" fmla="*/ 46 h 186"/>
                <a:gd name="T34" fmla="*/ 73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6"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3" y="155"/>
                  </a:cubicBezTo>
                  <a:cubicBezTo>
                    <a:pt x="86" y="155"/>
                    <a:pt x="96" y="149"/>
                    <a:pt x="104" y="139"/>
                  </a:cubicBezTo>
                  <a:cubicBezTo>
                    <a:pt x="112" y="129"/>
                    <a:pt x="115" y="113"/>
                    <a:pt x="115" y="92"/>
                  </a:cubicBezTo>
                  <a:cubicBezTo>
                    <a:pt x="115" y="72"/>
                    <a:pt x="112" y="56"/>
                    <a:pt x="104" y="46"/>
                  </a:cubicBezTo>
                  <a:cubicBezTo>
                    <a:pt x="96" y="36"/>
                    <a:pt x="86" y="31"/>
                    <a:pt x="73"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5" name="Freeform 34"/>
            <p:cNvSpPr>
              <a:spLocks/>
            </p:cNvSpPr>
            <p:nvPr/>
          </p:nvSpPr>
          <p:spPr bwMode="auto">
            <a:xfrm>
              <a:off x="1512887" y="17462"/>
              <a:ext cx="79375" cy="138113"/>
            </a:xfrm>
            <a:custGeom>
              <a:avLst/>
              <a:gdLst>
                <a:gd name="T0" fmla="*/ 0 w 50"/>
                <a:gd name="T1" fmla="*/ 87 h 87"/>
                <a:gd name="T2" fmla="*/ 0 w 50"/>
                <a:gd name="T3" fmla="*/ 0 h 87"/>
                <a:gd name="T4" fmla="*/ 50 w 50"/>
                <a:gd name="T5" fmla="*/ 0 h 87"/>
                <a:gd name="T6" fmla="*/ 50 w 50"/>
                <a:gd name="T7" fmla="*/ 15 h 87"/>
                <a:gd name="T8" fmla="*/ 15 w 50"/>
                <a:gd name="T9" fmla="*/ 15 h 87"/>
                <a:gd name="T10" fmla="*/ 15 w 50"/>
                <a:gd name="T11" fmla="*/ 36 h 87"/>
                <a:gd name="T12" fmla="*/ 46 w 50"/>
                <a:gd name="T13" fmla="*/ 36 h 87"/>
                <a:gd name="T14" fmla="*/ 46 w 50"/>
                <a:gd name="T15" fmla="*/ 50 h 87"/>
                <a:gd name="T16" fmla="*/ 15 w 50"/>
                <a:gd name="T17" fmla="*/ 50 h 87"/>
                <a:gd name="T18" fmla="*/ 15 w 50"/>
                <a:gd name="T19" fmla="*/ 87 h 87"/>
                <a:gd name="T20" fmla="*/ 0 w 50"/>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87">
                  <a:moveTo>
                    <a:pt x="0" y="87"/>
                  </a:moveTo>
                  <a:lnTo>
                    <a:pt x="0" y="0"/>
                  </a:lnTo>
                  <a:lnTo>
                    <a:pt x="50" y="0"/>
                  </a:lnTo>
                  <a:lnTo>
                    <a:pt x="50" y="15"/>
                  </a:lnTo>
                  <a:lnTo>
                    <a:pt x="15" y="15"/>
                  </a:lnTo>
                  <a:lnTo>
                    <a:pt x="15" y="36"/>
                  </a:lnTo>
                  <a:lnTo>
                    <a:pt x="46" y="36"/>
                  </a:lnTo>
                  <a:lnTo>
                    <a:pt x="46" y="50"/>
                  </a:lnTo>
                  <a:lnTo>
                    <a:pt x="15" y="50"/>
                  </a:lnTo>
                  <a:lnTo>
                    <a:pt x="15"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6" name="Freeform 35"/>
            <p:cNvSpPr>
              <a:spLocks/>
            </p:cNvSpPr>
            <p:nvPr/>
          </p:nvSpPr>
          <p:spPr bwMode="auto">
            <a:xfrm>
              <a:off x="1652587"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9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2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9"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2"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1" y="30"/>
                    <a:pt x="44"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4" y="175"/>
                    <a:pt x="96" y="179"/>
                  </a:cubicBezTo>
                  <a:cubicBezTo>
                    <a:pt x="87" y="183"/>
                    <a:pt x="76" y="186"/>
                    <a:pt x="62"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7" name="Freeform 36"/>
            <p:cNvSpPr>
              <a:spLocks/>
            </p:cNvSpPr>
            <p:nvPr/>
          </p:nvSpPr>
          <p:spPr bwMode="auto">
            <a:xfrm>
              <a:off x="17621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1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99" y="181"/>
                    <a:pt x="86" y="186"/>
                    <a:pt x="69" y="186"/>
                  </a:cubicBezTo>
                  <a:cubicBezTo>
                    <a:pt x="49" y="186"/>
                    <a:pt x="33" y="177"/>
                    <a:pt x="19" y="161"/>
                  </a:cubicBezTo>
                  <a:cubicBezTo>
                    <a:pt x="7"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1"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8" name="Rectangle 37"/>
            <p:cNvSpPr>
              <a:spLocks noChangeArrowheads="1"/>
            </p:cNvSpPr>
            <p:nvPr/>
          </p:nvSpPr>
          <p:spPr bwMode="auto">
            <a:xfrm>
              <a:off x="1882775"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39" name="Freeform 38"/>
            <p:cNvSpPr>
              <a:spLocks/>
            </p:cNvSpPr>
            <p:nvPr/>
          </p:nvSpPr>
          <p:spPr bwMode="auto">
            <a:xfrm>
              <a:off x="19288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1 w 56"/>
                <a:gd name="T13" fmla="*/ 34 h 87"/>
                <a:gd name="T14" fmla="*/ 51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1" y="34"/>
                  </a:lnTo>
                  <a:lnTo>
                    <a:pt x="51"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0" name="Freeform 39"/>
            <p:cNvSpPr>
              <a:spLocks/>
            </p:cNvSpPr>
            <p:nvPr/>
          </p:nvSpPr>
          <p:spPr bwMode="auto">
            <a:xfrm>
              <a:off x="2036762" y="17462"/>
              <a:ext cx="92075" cy="138113"/>
            </a:xfrm>
            <a:custGeom>
              <a:avLst/>
              <a:gdLst>
                <a:gd name="T0" fmla="*/ 0 w 58"/>
                <a:gd name="T1" fmla="*/ 87 h 87"/>
                <a:gd name="T2" fmla="*/ 0 w 58"/>
                <a:gd name="T3" fmla="*/ 0 h 87"/>
                <a:gd name="T4" fmla="*/ 14 w 58"/>
                <a:gd name="T5" fmla="*/ 0 h 87"/>
                <a:gd name="T6" fmla="*/ 45 w 58"/>
                <a:gd name="T7" fmla="*/ 58 h 87"/>
                <a:gd name="T8" fmla="*/ 45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5" y="58"/>
                  </a:lnTo>
                  <a:lnTo>
                    <a:pt x="45"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1" name="Freeform 40"/>
            <p:cNvSpPr>
              <a:spLocks/>
            </p:cNvSpPr>
            <p:nvPr/>
          </p:nvSpPr>
          <p:spPr bwMode="auto">
            <a:xfrm>
              <a:off x="2149475" y="15875"/>
              <a:ext cx="101600" cy="142875"/>
            </a:xfrm>
            <a:custGeom>
              <a:avLst/>
              <a:gdLst>
                <a:gd name="T0" fmla="*/ 103 w 133"/>
                <a:gd name="T1" fmla="*/ 117 h 186"/>
                <a:gd name="T2" fmla="*/ 133 w 133"/>
                <a:gd name="T3" fmla="*/ 128 h 186"/>
                <a:gd name="T4" fmla="*/ 110 w 133"/>
                <a:gd name="T5" fmla="*/ 171 h 186"/>
                <a:gd name="T6" fmla="*/ 70 w 133"/>
                <a:gd name="T7" fmla="*/ 186 h 186"/>
                <a:gd name="T8" fmla="*/ 20 w 133"/>
                <a:gd name="T9" fmla="*/ 161 h 186"/>
                <a:gd name="T10" fmla="*/ 0 w 133"/>
                <a:gd name="T11" fmla="*/ 94 h 186"/>
                <a:gd name="T12" fmla="*/ 20 w 133"/>
                <a:gd name="T13" fmla="*/ 25 h 186"/>
                <a:gd name="T14" fmla="*/ 72 w 133"/>
                <a:gd name="T15" fmla="*/ 0 h 186"/>
                <a:gd name="T16" fmla="*/ 117 w 133"/>
                <a:gd name="T17" fmla="*/ 20 h 186"/>
                <a:gd name="T18" fmla="*/ 133 w 133"/>
                <a:gd name="T19" fmla="*/ 53 h 186"/>
                <a:gd name="T20" fmla="*/ 102 w 133"/>
                <a:gd name="T21" fmla="*/ 61 h 186"/>
                <a:gd name="T22" fmla="*/ 91 w 133"/>
                <a:gd name="T23" fmla="*/ 39 h 186"/>
                <a:gd name="T24" fmla="*/ 70 w 133"/>
                <a:gd name="T25" fmla="*/ 31 h 186"/>
                <a:gd name="T26" fmla="*/ 43 w 133"/>
                <a:gd name="T27" fmla="*/ 45 h 186"/>
                <a:gd name="T28" fmla="*/ 32 w 133"/>
                <a:gd name="T29" fmla="*/ 92 h 186"/>
                <a:gd name="T30" fmla="*/ 42 w 133"/>
                <a:gd name="T31" fmla="*/ 140 h 186"/>
                <a:gd name="T32" fmla="*/ 70 w 133"/>
                <a:gd name="T33" fmla="*/ 155 h 186"/>
                <a:gd name="T34" fmla="*/ 91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100" y="181"/>
                    <a:pt x="86" y="186"/>
                    <a:pt x="70" y="186"/>
                  </a:cubicBezTo>
                  <a:cubicBezTo>
                    <a:pt x="50" y="186"/>
                    <a:pt x="33" y="177"/>
                    <a:pt x="20" y="161"/>
                  </a:cubicBezTo>
                  <a:cubicBezTo>
                    <a:pt x="7" y="145"/>
                    <a:pt x="0" y="123"/>
                    <a:pt x="0" y="94"/>
                  </a:cubicBezTo>
                  <a:cubicBezTo>
                    <a:pt x="0" y="65"/>
                    <a:pt x="7" y="41"/>
                    <a:pt x="20" y="25"/>
                  </a:cubicBezTo>
                  <a:cubicBezTo>
                    <a:pt x="33" y="8"/>
                    <a:pt x="50" y="0"/>
                    <a:pt x="72" y="0"/>
                  </a:cubicBezTo>
                  <a:cubicBezTo>
                    <a:pt x="90" y="0"/>
                    <a:pt x="105" y="7"/>
                    <a:pt x="117" y="20"/>
                  </a:cubicBezTo>
                  <a:cubicBezTo>
                    <a:pt x="124" y="27"/>
                    <a:pt x="129" y="38"/>
                    <a:pt x="133" y="53"/>
                  </a:cubicBezTo>
                  <a:cubicBezTo>
                    <a:pt x="102" y="61"/>
                    <a:pt x="102" y="61"/>
                    <a:pt x="102" y="61"/>
                  </a:cubicBezTo>
                  <a:cubicBezTo>
                    <a:pt x="100" y="52"/>
                    <a:pt x="97" y="44"/>
                    <a:pt x="91" y="39"/>
                  </a:cubicBezTo>
                  <a:cubicBezTo>
                    <a:pt x="85" y="34"/>
                    <a:pt x="78" y="31"/>
                    <a:pt x="70" y="31"/>
                  </a:cubicBezTo>
                  <a:cubicBezTo>
                    <a:pt x="59" y="31"/>
                    <a:pt x="50" y="36"/>
                    <a:pt x="43" y="45"/>
                  </a:cubicBezTo>
                  <a:cubicBezTo>
                    <a:pt x="36" y="55"/>
                    <a:pt x="32" y="70"/>
                    <a:pt x="32" y="92"/>
                  </a:cubicBezTo>
                  <a:cubicBezTo>
                    <a:pt x="32" y="114"/>
                    <a:pt x="36" y="130"/>
                    <a:pt x="42" y="140"/>
                  </a:cubicBezTo>
                  <a:cubicBezTo>
                    <a:pt x="49" y="150"/>
                    <a:pt x="58" y="155"/>
                    <a:pt x="70" y="155"/>
                  </a:cubicBezTo>
                  <a:cubicBezTo>
                    <a:pt x="78" y="155"/>
                    <a:pt x="85" y="151"/>
                    <a:pt x="91" y="145"/>
                  </a:cubicBezTo>
                  <a:cubicBezTo>
                    <a:pt x="97" y="139"/>
                    <a:pt x="101"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2" name="Freeform 41"/>
            <p:cNvSpPr>
              <a:spLocks/>
            </p:cNvSpPr>
            <p:nvPr/>
          </p:nvSpPr>
          <p:spPr bwMode="auto">
            <a:xfrm>
              <a:off x="22717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3" name="Freeform 42"/>
            <p:cNvSpPr>
              <a:spLocks noEditPoints="1"/>
            </p:cNvSpPr>
            <p:nvPr/>
          </p:nvSpPr>
          <p:spPr bwMode="auto">
            <a:xfrm>
              <a:off x="2420937" y="15875"/>
              <a:ext cx="106363" cy="142875"/>
            </a:xfrm>
            <a:custGeom>
              <a:avLst/>
              <a:gdLst>
                <a:gd name="T0" fmla="*/ 141 w 141"/>
                <a:gd name="T1" fmla="*/ 161 h 187"/>
                <a:gd name="T2" fmla="*/ 124 w 141"/>
                <a:gd name="T3" fmla="*/ 187 h 187"/>
                <a:gd name="T4" fmla="*/ 99 w 141"/>
                <a:gd name="T5" fmla="*/ 167 h 187"/>
                <a:gd name="T6" fmla="*/ 79 w 141"/>
                <a:gd name="T7" fmla="*/ 181 h 187"/>
                <a:gd name="T8" fmla="*/ 54 w 141"/>
                <a:gd name="T9" fmla="*/ 186 h 187"/>
                <a:gd name="T10" fmla="*/ 12 w 141"/>
                <a:gd name="T11" fmla="*/ 167 h 187"/>
                <a:gd name="T12" fmla="*/ 0 w 141"/>
                <a:gd name="T13" fmla="*/ 133 h 187"/>
                <a:gd name="T14" fmla="*/ 9 w 141"/>
                <a:gd name="T15" fmla="*/ 102 h 187"/>
                <a:gd name="T16" fmla="*/ 35 w 141"/>
                <a:gd name="T17" fmla="*/ 78 h 187"/>
                <a:gd name="T18" fmla="*/ 24 w 141"/>
                <a:gd name="T19" fmla="*/ 58 h 187"/>
                <a:gd name="T20" fmla="*/ 20 w 141"/>
                <a:gd name="T21" fmla="*/ 39 h 187"/>
                <a:gd name="T22" fmla="*/ 31 w 141"/>
                <a:gd name="T23" fmla="*/ 12 h 187"/>
                <a:gd name="T24" fmla="*/ 62 w 141"/>
                <a:gd name="T25" fmla="*/ 0 h 187"/>
                <a:gd name="T26" fmla="*/ 93 w 141"/>
                <a:gd name="T27" fmla="*/ 12 h 187"/>
                <a:gd name="T28" fmla="*/ 104 w 141"/>
                <a:gd name="T29" fmla="*/ 41 h 187"/>
                <a:gd name="T30" fmla="*/ 99 w 141"/>
                <a:gd name="T31" fmla="*/ 62 h 187"/>
                <a:gd name="T32" fmla="*/ 76 w 141"/>
                <a:gd name="T33" fmla="*/ 84 h 187"/>
                <a:gd name="T34" fmla="*/ 98 w 141"/>
                <a:gd name="T35" fmla="*/ 117 h 187"/>
                <a:gd name="T36" fmla="*/ 104 w 141"/>
                <a:gd name="T37" fmla="*/ 96 h 187"/>
                <a:gd name="T38" fmla="*/ 130 w 141"/>
                <a:gd name="T39" fmla="*/ 103 h 187"/>
                <a:gd name="T40" fmla="*/ 124 w 141"/>
                <a:gd name="T41" fmla="*/ 127 h 187"/>
                <a:gd name="T42" fmla="*/ 117 w 141"/>
                <a:gd name="T43" fmla="*/ 140 h 187"/>
                <a:gd name="T44" fmla="*/ 130 w 141"/>
                <a:gd name="T45" fmla="*/ 152 h 187"/>
                <a:gd name="T46" fmla="*/ 141 w 141"/>
                <a:gd name="T47" fmla="*/ 161 h 187"/>
                <a:gd name="T48" fmla="*/ 50 w 141"/>
                <a:gd name="T49" fmla="*/ 100 h 187"/>
                <a:gd name="T50" fmla="*/ 35 w 141"/>
                <a:gd name="T51" fmla="*/ 115 h 187"/>
                <a:gd name="T52" fmla="*/ 30 w 141"/>
                <a:gd name="T53" fmla="*/ 132 h 187"/>
                <a:gd name="T54" fmla="*/ 37 w 141"/>
                <a:gd name="T55" fmla="*/ 150 h 187"/>
                <a:gd name="T56" fmla="*/ 53 w 141"/>
                <a:gd name="T57" fmla="*/ 157 h 187"/>
                <a:gd name="T58" fmla="*/ 66 w 141"/>
                <a:gd name="T59" fmla="*/ 154 h 187"/>
                <a:gd name="T60" fmla="*/ 80 w 141"/>
                <a:gd name="T61" fmla="*/ 144 h 187"/>
                <a:gd name="T62" fmla="*/ 50 w 141"/>
                <a:gd name="T63" fmla="*/ 100 h 187"/>
                <a:gd name="T64" fmla="*/ 62 w 141"/>
                <a:gd name="T65" fmla="*/ 63 h 187"/>
                <a:gd name="T66" fmla="*/ 70 w 141"/>
                <a:gd name="T67" fmla="*/ 56 h 187"/>
                <a:gd name="T68" fmla="*/ 78 w 141"/>
                <a:gd name="T69" fmla="*/ 40 h 187"/>
                <a:gd name="T70" fmla="*/ 74 w 141"/>
                <a:gd name="T71" fmla="*/ 29 h 187"/>
                <a:gd name="T72" fmla="*/ 63 w 141"/>
                <a:gd name="T73" fmla="*/ 24 h 187"/>
                <a:gd name="T74" fmla="*/ 52 w 141"/>
                <a:gd name="T75" fmla="*/ 28 h 187"/>
                <a:gd name="T76" fmla="*/ 48 w 141"/>
                <a:gd name="T77" fmla="*/ 38 h 187"/>
                <a:gd name="T78" fmla="*/ 55 w 141"/>
                <a:gd name="T79" fmla="*/ 53 h 187"/>
                <a:gd name="T80" fmla="*/ 62 w 141"/>
                <a:gd name="T81" fmla="*/ 6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7">
                  <a:moveTo>
                    <a:pt x="141" y="161"/>
                  </a:moveTo>
                  <a:cubicBezTo>
                    <a:pt x="124" y="187"/>
                    <a:pt x="124" y="187"/>
                    <a:pt x="124" y="187"/>
                  </a:cubicBezTo>
                  <a:cubicBezTo>
                    <a:pt x="115" y="182"/>
                    <a:pt x="107" y="175"/>
                    <a:pt x="99" y="167"/>
                  </a:cubicBezTo>
                  <a:cubicBezTo>
                    <a:pt x="93" y="173"/>
                    <a:pt x="86" y="178"/>
                    <a:pt x="79" y="181"/>
                  </a:cubicBezTo>
                  <a:cubicBezTo>
                    <a:pt x="72" y="184"/>
                    <a:pt x="64" y="186"/>
                    <a:pt x="54" y="186"/>
                  </a:cubicBezTo>
                  <a:cubicBezTo>
                    <a:pt x="35" y="186"/>
                    <a:pt x="21" y="179"/>
                    <a:pt x="12" y="167"/>
                  </a:cubicBezTo>
                  <a:cubicBezTo>
                    <a:pt x="4" y="157"/>
                    <a:pt x="0" y="146"/>
                    <a:pt x="0" y="133"/>
                  </a:cubicBezTo>
                  <a:cubicBezTo>
                    <a:pt x="0" y="122"/>
                    <a:pt x="3" y="111"/>
                    <a:pt x="9" y="102"/>
                  </a:cubicBezTo>
                  <a:cubicBezTo>
                    <a:pt x="15" y="93"/>
                    <a:pt x="24" y="85"/>
                    <a:pt x="35" y="78"/>
                  </a:cubicBezTo>
                  <a:cubicBezTo>
                    <a:pt x="30" y="71"/>
                    <a:pt x="26" y="64"/>
                    <a:pt x="24" y="58"/>
                  </a:cubicBezTo>
                  <a:cubicBezTo>
                    <a:pt x="21" y="51"/>
                    <a:pt x="20" y="45"/>
                    <a:pt x="20" y="39"/>
                  </a:cubicBezTo>
                  <a:cubicBezTo>
                    <a:pt x="20" y="28"/>
                    <a:pt x="23" y="19"/>
                    <a:pt x="31" y="12"/>
                  </a:cubicBezTo>
                  <a:cubicBezTo>
                    <a:pt x="38" y="4"/>
                    <a:pt x="49" y="0"/>
                    <a:pt x="62" y="0"/>
                  </a:cubicBezTo>
                  <a:cubicBezTo>
                    <a:pt x="75" y="0"/>
                    <a:pt x="86" y="4"/>
                    <a:pt x="93" y="12"/>
                  </a:cubicBezTo>
                  <a:cubicBezTo>
                    <a:pt x="100" y="20"/>
                    <a:pt x="104" y="30"/>
                    <a:pt x="104" y="41"/>
                  </a:cubicBezTo>
                  <a:cubicBezTo>
                    <a:pt x="104" y="48"/>
                    <a:pt x="102" y="55"/>
                    <a:pt x="99" y="62"/>
                  </a:cubicBezTo>
                  <a:cubicBezTo>
                    <a:pt x="95" y="68"/>
                    <a:pt x="88" y="76"/>
                    <a:pt x="76" y="84"/>
                  </a:cubicBezTo>
                  <a:cubicBezTo>
                    <a:pt x="98" y="117"/>
                    <a:pt x="98" y="117"/>
                    <a:pt x="98" y="117"/>
                  </a:cubicBezTo>
                  <a:cubicBezTo>
                    <a:pt x="100" y="111"/>
                    <a:pt x="102" y="105"/>
                    <a:pt x="104" y="96"/>
                  </a:cubicBezTo>
                  <a:cubicBezTo>
                    <a:pt x="130" y="103"/>
                    <a:pt x="130" y="103"/>
                    <a:pt x="130" y="103"/>
                  </a:cubicBezTo>
                  <a:cubicBezTo>
                    <a:pt x="128" y="114"/>
                    <a:pt x="125" y="122"/>
                    <a:pt x="124" y="127"/>
                  </a:cubicBezTo>
                  <a:cubicBezTo>
                    <a:pt x="122" y="133"/>
                    <a:pt x="120" y="137"/>
                    <a:pt x="117" y="140"/>
                  </a:cubicBezTo>
                  <a:cubicBezTo>
                    <a:pt x="121" y="144"/>
                    <a:pt x="125" y="148"/>
                    <a:pt x="130" y="152"/>
                  </a:cubicBezTo>
                  <a:cubicBezTo>
                    <a:pt x="135" y="156"/>
                    <a:pt x="139" y="159"/>
                    <a:pt x="141" y="161"/>
                  </a:cubicBezTo>
                  <a:close/>
                  <a:moveTo>
                    <a:pt x="50" y="100"/>
                  </a:moveTo>
                  <a:cubicBezTo>
                    <a:pt x="44" y="104"/>
                    <a:pt x="39" y="109"/>
                    <a:pt x="35" y="115"/>
                  </a:cubicBezTo>
                  <a:cubicBezTo>
                    <a:pt x="32" y="120"/>
                    <a:pt x="30" y="126"/>
                    <a:pt x="30" y="132"/>
                  </a:cubicBezTo>
                  <a:cubicBezTo>
                    <a:pt x="30" y="140"/>
                    <a:pt x="32" y="146"/>
                    <a:pt x="37" y="150"/>
                  </a:cubicBezTo>
                  <a:cubicBezTo>
                    <a:pt x="41" y="155"/>
                    <a:pt x="46" y="157"/>
                    <a:pt x="53" y="157"/>
                  </a:cubicBezTo>
                  <a:cubicBezTo>
                    <a:pt x="58" y="157"/>
                    <a:pt x="62" y="156"/>
                    <a:pt x="66" y="154"/>
                  </a:cubicBezTo>
                  <a:cubicBezTo>
                    <a:pt x="71" y="152"/>
                    <a:pt x="75" y="148"/>
                    <a:pt x="80" y="144"/>
                  </a:cubicBezTo>
                  <a:lnTo>
                    <a:pt x="50" y="100"/>
                  </a:lnTo>
                  <a:close/>
                  <a:moveTo>
                    <a:pt x="62" y="63"/>
                  </a:moveTo>
                  <a:cubicBezTo>
                    <a:pt x="70" y="56"/>
                    <a:pt x="70" y="56"/>
                    <a:pt x="70" y="56"/>
                  </a:cubicBezTo>
                  <a:cubicBezTo>
                    <a:pt x="76" y="51"/>
                    <a:pt x="78" y="45"/>
                    <a:pt x="78" y="40"/>
                  </a:cubicBezTo>
                  <a:cubicBezTo>
                    <a:pt x="78" y="36"/>
                    <a:pt x="77" y="32"/>
                    <a:pt x="74" y="29"/>
                  </a:cubicBezTo>
                  <a:cubicBezTo>
                    <a:pt x="71" y="26"/>
                    <a:pt x="68" y="24"/>
                    <a:pt x="63" y="24"/>
                  </a:cubicBezTo>
                  <a:cubicBezTo>
                    <a:pt x="58" y="24"/>
                    <a:pt x="55" y="26"/>
                    <a:pt x="52" y="28"/>
                  </a:cubicBezTo>
                  <a:cubicBezTo>
                    <a:pt x="49" y="31"/>
                    <a:pt x="48" y="34"/>
                    <a:pt x="48" y="38"/>
                  </a:cubicBezTo>
                  <a:cubicBezTo>
                    <a:pt x="48" y="42"/>
                    <a:pt x="50" y="47"/>
                    <a:pt x="55" y="53"/>
                  </a:cubicBezTo>
                  <a:lnTo>
                    <a:pt x="62" y="63"/>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4" name="Freeform 43"/>
            <p:cNvSpPr>
              <a:spLocks/>
            </p:cNvSpPr>
            <p:nvPr/>
          </p:nvSpPr>
          <p:spPr bwMode="auto">
            <a:xfrm>
              <a:off x="2579687"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6 w 58"/>
                <a:gd name="T13" fmla="*/ 15 h 87"/>
                <a:gd name="T14" fmla="*/ 36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6" y="15"/>
                  </a:lnTo>
                  <a:lnTo>
                    <a:pt x="36" y="87"/>
                  </a:lnTo>
                  <a:lnTo>
                    <a:pt x="22"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5" name="Freeform 44"/>
            <p:cNvSpPr>
              <a:spLocks/>
            </p:cNvSpPr>
            <p:nvPr/>
          </p:nvSpPr>
          <p:spPr bwMode="auto">
            <a:xfrm>
              <a:off x="2686050"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6" name="Freeform 45"/>
            <p:cNvSpPr>
              <a:spLocks/>
            </p:cNvSpPr>
            <p:nvPr/>
          </p:nvSpPr>
          <p:spPr bwMode="auto">
            <a:xfrm>
              <a:off x="27908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0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0" y="162"/>
                    <a:pt x="110" y="171"/>
                  </a:cubicBezTo>
                  <a:cubicBezTo>
                    <a:pt x="99" y="181"/>
                    <a:pt x="86" y="186"/>
                    <a:pt x="69" y="186"/>
                  </a:cubicBezTo>
                  <a:cubicBezTo>
                    <a:pt x="49" y="186"/>
                    <a:pt x="32" y="177"/>
                    <a:pt x="19" y="161"/>
                  </a:cubicBezTo>
                  <a:cubicBezTo>
                    <a:pt x="6"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0"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7" name="Freeform 46"/>
            <p:cNvSpPr>
              <a:spLocks/>
            </p:cNvSpPr>
            <p:nvPr/>
          </p:nvSpPr>
          <p:spPr bwMode="auto">
            <a:xfrm>
              <a:off x="2913062" y="17462"/>
              <a:ext cx="93663" cy="138113"/>
            </a:xfrm>
            <a:custGeom>
              <a:avLst/>
              <a:gdLst>
                <a:gd name="T0" fmla="*/ 0 w 59"/>
                <a:gd name="T1" fmla="*/ 87 h 87"/>
                <a:gd name="T2" fmla="*/ 0 w 59"/>
                <a:gd name="T3" fmla="*/ 0 h 87"/>
                <a:gd name="T4" fmla="*/ 15 w 59"/>
                <a:gd name="T5" fmla="*/ 0 h 87"/>
                <a:gd name="T6" fmla="*/ 15 w 59"/>
                <a:gd name="T7" fmla="*/ 35 h 87"/>
                <a:gd name="T8" fmla="*/ 44 w 59"/>
                <a:gd name="T9" fmla="*/ 35 h 87"/>
                <a:gd name="T10" fmla="*/ 44 w 59"/>
                <a:gd name="T11" fmla="*/ 0 h 87"/>
                <a:gd name="T12" fmla="*/ 59 w 59"/>
                <a:gd name="T13" fmla="*/ 0 h 87"/>
                <a:gd name="T14" fmla="*/ 59 w 59"/>
                <a:gd name="T15" fmla="*/ 87 h 87"/>
                <a:gd name="T16" fmla="*/ 44 w 59"/>
                <a:gd name="T17" fmla="*/ 87 h 87"/>
                <a:gd name="T18" fmla="*/ 44 w 59"/>
                <a:gd name="T19" fmla="*/ 49 h 87"/>
                <a:gd name="T20" fmla="*/ 15 w 59"/>
                <a:gd name="T21" fmla="*/ 49 h 87"/>
                <a:gd name="T22" fmla="*/ 15 w 59"/>
                <a:gd name="T23" fmla="*/ 87 h 87"/>
                <a:gd name="T24" fmla="*/ 0 w 59"/>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7">
                  <a:moveTo>
                    <a:pt x="0" y="87"/>
                  </a:moveTo>
                  <a:lnTo>
                    <a:pt x="0" y="0"/>
                  </a:lnTo>
                  <a:lnTo>
                    <a:pt x="15" y="0"/>
                  </a:lnTo>
                  <a:lnTo>
                    <a:pt x="15" y="35"/>
                  </a:lnTo>
                  <a:lnTo>
                    <a:pt x="44" y="35"/>
                  </a:lnTo>
                  <a:lnTo>
                    <a:pt x="44" y="0"/>
                  </a:lnTo>
                  <a:lnTo>
                    <a:pt x="59" y="0"/>
                  </a:lnTo>
                  <a:lnTo>
                    <a:pt x="59" y="87"/>
                  </a:lnTo>
                  <a:lnTo>
                    <a:pt x="44" y="87"/>
                  </a:lnTo>
                  <a:lnTo>
                    <a:pt x="44" y="49"/>
                  </a:lnTo>
                  <a:lnTo>
                    <a:pt x="15" y="49"/>
                  </a:lnTo>
                  <a:lnTo>
                    <a:pt x="15"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8" name="Freeform 47"/>
            <p:cNvSpPr>
              <a:spLocks/>
            </p:cNvSpPr>
            <p:nvPr/>
          </p:nvSpPr>
          <p:spPr bwMode="auto">
            <a:xfrm>
              <a:off x="3030537" y="17462"/>
              <a:ext cx="92075" cy="138113"/>
            </a:xfrm>
            <a:custGeom>
              <a:avLst/>
              <a:gdLst>
                <a:gd name="T0" fmla="*/ 0 w 58"/>
                <a:gd name="T1" fmla="*/ 87 h 87"/>
                <a:gd name="T2" fmla="*/ 0 w 58"/>
                <a:gd name="T3" fmla="*/ 0 h 87"/>
                <a:gd name="T4" fmla="*/ 14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49" name="Freeform 48"/>
            <p:cNvSpPr>
              <a:spLocks noEditPoints="1"/>
            </p:cNvSpPr>
            <p:nvPr/>
          </p:nvSpPr>
          <p:spPr bwMode="auto">
            <a:xfrm>
              <a:off x="3143250" y="15875"/>
              <a:ext cx="112713" cy="142875"/>
            </a:xfrm>
            <a:custGeom>
              <a:avLst/>
              <a:gdLst>
                <a:gd name="T0" fmla="*/ 0 w 148"/>
                <a:gd name="T1" fmla="*/ 94 h 186"/>
                <a:gd name="T2" fmla="*/ 7 w 148"/>
                <a:gd name="T3" fmla="*/ 48 h 186"/>
                <a:gd name="T4" fmla="*/ 21 w 148"/>
                <a:gd name="T5" fmla="*/ 23 h 186"/>
                <a:gd name="T6" fmla="*/ 41 w 148"/>
                <a:gd name="T7" fmla="*/ 7 h 186"/>
                <a:gd name="T8" fmla="*/ 74 w 148"/>
                <a:gd name="T9" fmla="*/ 0 h 186"/>
                <a:gd name="T10" fmla="*/ 128 w 148"/>
                <a:gd name="T11" fmla="*/ 25 h 186"/>
                <a:gd name="T12" fmla="*/ 148 w 148"/>
                <a:gd name="T13" fmla="*/ 93 h 186"/>
                <a:gd name="T14" fmla="*/ 128 w 148"/>
                <a:gd name="T15" fmla="*/ 161 h 186"/>
                <a:gd name="T16" fmla="*/ 74 w 148"/>
                <a:gd name="T17" fmla="*/ 186 h 186"/>
                <a:gd name="T18" fmla="*/ 20 w 148"/>
                <a:gd name="T19" fmla="*/ 161 h 186"/>
                <a:gd name="T20" fmla="*/ 0 w 148"/>
                <a:gd name="T21" fmla="*/ 94 h 186"/>
                <a:gd name="T22" fmla="*/ 32 w 148"/>
                <a:gd name="T23" fmla="*/ 93 h 186"/>
                <a:gd name="T24" fmla="*/ 44 w 148"/>
                <a:gd name="T25" fmla="*/ 139 h 186"/>
                <a:gd name="T26" fmla="*/ 74 w 148"/>
                <a:gd name="T27" fmla="*/ 155 h 186"/>
                <a:gd name="T28" fmla="*/ 104 w 148"/>
                <a:gd name="T29" fmla="*/ 139 h 186"/>
                <a:gd name="T30" fmla="*/ 116 w 148"/>
                <a:gd name="T31" fmla="*/ 92 h 186"/>
                <a:gd name="T32" fmla="*/ 105 w 148"/>
                <a:gd name="T33" fmla="*/ 46 h 186"/>
                <a:gd name="T34" fmla="*/ 74 w 148"/>
                <a:gd name="T35" fmla="*/ 31 h 186"/>
                <a:gd name="T36" fmla="*/ 43 w 148"/>
                <a:gd name="T37" fmla="*/ 46 h 186"/>
                <a:gd name="T38" fmla="*/ 32 w 148"/>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8" h="186">
                  <a:moveTo>
                    <a:pt x="0" y="94"/>
                  </a:moveTo>
                  <a:cubicBezTo>
                    <a:pt x="0" y="76"/>
                    <a:pt x="2" y="60"/>
                    <a:pt x="7" y="48"/>
                  </a:cubicBezTo>
                  <a:cubicBezTo>
                    <a:pt x="11" y="39"/>
                    <a:pt x="15" y="31"/>
                    <a:pt x="21" y="23"/>
                  </a:cubicBezTo>
                  <a:cubicBezTo>
                    <a:pt x="27" y="16"/>
                    <a:pt x="34" y="11"/>
                    <a:pt x="41" y="7"/>
                  </a:cubicBezTo>
                  <a:cubicBezTo>
                    <a:pt x="50" y="3"/>
                    <a:pt x="61" y="0"/>
                    <a:pt x="74" y="0"/>
                  </a:cubicBezTo>
                  <a:cubicBezTo>
                    <a:pt x="96" y="0"/>
                    <a:pt x="114" y="8"/>
                    <a:pt x="128" y="25"/>
                  </a:cubicBezTo>
                  <a:cubicBezTo>
                    <a:pt x="141" y="41"/>
                    <a:pt x="148" y="64"/>
                    <a:pt x="148" y="93"/>
                  </a:cubicBezTo>
                  <a:cubicBezTo>
                    <a:pt x="148" y="122"/>
                    <a:pt x="141" y="145"/>
                    <a:pt x="128" y="161"/>
                  </a:cubicBezTo>
                  <a:cubicBezTo>
                    <a:pt x="115" y="177"/>
                    <a:pt x="97" y="186"/>
                    <a:pt x="74" y="186"/>
                  </a:cubicBezTo>
                  <a:cubicBezTo>
                    <a:pt x="52" y="186"/>
                    <a:pt x="34" y="177"/>
                    <a:pt x="20" y="161"/>
                  </a:cubicBezTo>
                  <a:cubicBezTo>
                    <a:pt x="7" y="145"/>
                    <a:pt x="0" y="122"/>
                    <a:pt x="0" y="94"/>
                  </a:cubicBezTo>
                  <a:close/>
                  <a:moveTo>
                    <a:pt x="32" y="93"/>
                  </a:moveTo>
                  <a:cubicBezTo>
                    <a:pt x="32" y="113"/>
                    <a:pt x="36" y="128"/>
                    <a:pt x="44" y="139"/>
                  </a:cubicBezTo>
                  <a:cubicBezTo>
                    <a:pt x="52" y="149"/>
                    <a:pt x="62" y="155"/>
                    <a:pt x="74" y="155"/>
                  </a:cubicBezTo>
                  <a:cubicBezTo>
                    <a:pt x="86" y="155"/>
                    <a:pt x="97" y="149"/>
                    <a:pt x="104" y="139"/>
                  </a:cubicBezTo>
                  <a:cubicBezTo>
                    <a:pt x="112" y="129"/>
                    <a:pt x="116" y="113"/>
                    <a:pt x="116" y="92"/>
                  </a:cubicBezTo>
                  <a:cubicBezTo>
                    <a:pt x="116" y="72"/>
                    <a:pt x="112" y="56"/>
                    <a:pt x="105" y="46"/>
                  </a:cubicBezTo>
                  <a:cubicBezTo>
                    <a:pt x="97" y="36"/>
                    <a:pt x="87" y="31"/>
                    <a:pt x="74" y="31"/>
                  </a:cubicBezTo>
                  <a:cubicBezTo>
                    <a:pt x="61" y="31"/>
                    <a:pt x="51" y="36"/>
                    <a:pt x="43" y="46"/>
                  </a:cubicBezTo>
                  <a:cubicBezTo>
                    <a:pt x="36" y="57"/>
                    <a:pt x="32" y="72"/>
                    <a:pt x="32"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0" name="Freeform 49"/>
            <p:cNvSpPr>
              <a:spLocks/>
            </p:cNvSpPr>
            <p:nvPr/>
          </p:nvSpPr>
          <p:spPr bwMode="auto">
            <a:xfrm>
              <a:off x="3275012" y="19050"/>
              <a:ext cx="80963" cy="136525"/>
            </a:xfrm>
            <a:custGeom>
              <a:avLst/>
              <a:gdLst>
                <a:gd name="T0" fmla="*/ 0 w 51"/>
                <a:gd name="T1" fmla="*/ 86 h 86"/>
                <a:gd name="T2" fmla="*/ 0 w 51"/>
                <a:gd name="T3" fmla="*/ 0 h 86"/>
                <a:gd name="T4" fmla="*/ 14 w 51"/>
                <a:gd name="T5" fmla="*/ 0 h 86"/>
                <a:gd name="T6" fmla="*/ 14 w 51"/>
                <a:gd name="T7" fmla="*/ 71 h 86"/>
                <a:gd name="T8" fmla="*/ 51 w 51"/>
                <a:gd name="T9" fmla="*/ 71 h 86"/>
                <a:gd name="T10" fmla="*/ 51 w 51"/>
                <a:gd name="T11" fmla="*/ 86 h 86"/>
                <a:gd name="T12" fmla="*/ 0 w 51"/>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51" h="86">
                  <a:moveTo>
                    <a:pt x="0" y="86"/>
                  </a:moveTo>
                  <a:lnTo>
                    <a:pt x="0" y="0"/>
                  </a:lnTo>
                  <a:lnTo>
                    <a:pt x="14" y="0"/>
                  </a:lnTo>
                  <a:lnTo>
                    <a:pt x="14" y="71"/>
                  </a:lnTo>
                  <a:lnTo>
                    <a:pt x="51" y="71"/>
                  </a:lnTo>
                  <a:lnTo>
                    <a:pt x="51" y="86"/>
                  </a:lnTo>
                  <a:lnTo>
                    <a:pt x="0" y="86"/>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1" name="Freeform 50"/>
            <p:cNvSpPr>
              <a:spLocks noEditPoints="1"/>
            </p:cNvSpPr>
            <p:nvPr/>
          </p:nvSpPr>
          <p:spPr bwMode="auto">
            <a:xfrm>
              <a:off x="3368675" y="15875"/>
              <a:ext cx="112713" cy="142875"/>
            </a:xfrm>
            <a:custGeom>
              <a:avLst/>
              <a:gdLst>
                <a:gd name="T0" fmla="*/ 0 w 147"/>
                <a:gd name="T1" fmla="*/ 94 h 186"/>
                <a:gd name="T2" fmla="*/ 7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4 w 147"/>
                <a:gd name="T27" fmla="*/ 155 h 186"/>
                <a:gd name="T28" fmla="*/ 104 w 147"/>
                <a:gd name="T29" fmla="*/ 139 h 186"/>
                <a:gd name="T30" fmla="*/ 116 w 147"/>
                <a:gd name="T31" fmla="*/ 92 h 186"/>
                <a:gd name="T32" fmla="*/ 104 w 147"/>
                <a:gd name="T33" fmla="*/ 46 h 186"/>
                <a:gd name="T34" fmla="*/ 74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7"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4" y="155"/>
                  </a:cubicBezTo>
                  <a:cubicBezTo>
                    <a:pt x="86" y="155"/>
                    <a:pt x="96" y="149"/>
                    <a:pt x="104" y="139"/>
                  </a:cubicBezTo>
                  <a:cubicBezTo>
                    <a:pt x="112" y="129"/>
                    <a:pt x="116" y="113"/>
                    <a:pt x="116" y="92"/>
                  </a:cubicBezTo>
                  <a:cubicBezTo>
                    <a:pt x="116" y="72"/>
                    <a:pt x="112" y="56"/>
                    <a:pt x="104" y="46"/>
                  </a:cubicBezTo>
                  <a:cubicBezTo>
                    <a:pt x="97" y="36"/>
                    <a:pt x="86" y="31"/>
                    <a:pt x="74"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2" name="Freeform 51"/>
            <p:cNvSpPr>
              <a:spLocks/>
            </p:cNvSpPr>
            <p:nvPr/>
          </p:nvSpPr>
          <p:spPr bwMode="auto">
            <a:xfrm>
              <a:off x="3495675" y="15875"/>
              <a:ext cx="109538" cy="142875"/>
            </a:xfrm>
            <a:custGeom>
              <a:avLst/>
              <a:gdLst>
                <a:gd name="T0" fmla="*/ 76 w 143"/>
                <a:gd name="T1" fmla="*/ 117 h 186"/>
                <a:gd name="T2" fmla="*/ 76 w 143"/>
                <a:gd name="T3" fmla="*/ 86 h 186"/>
                <a:gd name="T4" fmla="*/ 143 w 143"/>
                <a:gd name="T5" fmla="*/ 86 h 186"/>
                <a:gd name="T6" fmla="*/ 143 w 143"/>
                <a:gd name="T7" fmla="*/ 158 h 186"/>
                <a:gd name="T8" fmla="*/ 115 w 143"/>
                <a:gd name="T9" fmla="*/ 177 h 186"/>
                <a:gd name="T10" fmla="*/ 77 w 143"/>
                <a:gd name="T11" fmla="*/ 186 h 186"/>
                <a:gd name="T12" fmla="*/ 36 w 143"/>
                <a:gd name="T13" fmla="*/ 174 h 186"/>
                <a:gd name="T14" fmla="*/ 9 w 143"/>
                <a:gd name="T15" fmla="*/ 140 h 186"/>
                <a:gd name="T16" fmla="*/ 0 w 143"/>
                <a:gd name="T17" fmla="*/ 92 h 186"/>
                <a:gd name="T18" fmla="*/ 10 w 143"/>
                <a:gd name="T19" fmla="*/ 42 h 186"/>
                <a:gd name="T20" fmla="*/ 39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5 w 143"/>
                <a:gd name="T41" fmla="*/ 155 h 186"/>
                <a:gd name="T42" fmla="*/ 95 w 143"/>
                <a:gd name="T43" fmla="*/ 150 h 186"/>
                <a:gd name="T44" fmla="*/ 112 w 143"/>
                <a:gd name="T45" fmla="*/ 139 h 186"/>
                <a:gd name="T46" fmla="*/ 112 w 143"/>
                <a:gd name="T47" fmla="*/ 117 h 186"/>
                <a:gd name="T48" fmla="*/ 76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6" y="117"/>
                  </a:moveTo>
                  <a:cubicBezTo>
                    <a:pt x="76" y="86"/>
                    <a:pt x="76" y="86"/>
                    <a:pt x="76" y="86"/>
                  </a:cubicBezTo>
                  <a:cubicBezTo>
                    <a:pt x="143" y="86"/>
                    <a:pt x="143" y="86"/>
                    <a:pt x="143" y="86"/>
                  </a:cubicBezTo>
                  <a:cubicBezTo>
                    <a:pt x="143" y="158"/>
                    <a:pt x="143" y="158"/>
                    <a:pt x="143" y="158"/>
                  </a:cubicBezTo>
                  <a:cubicBezTo>
                    <a:pt x="136" y="165"/>
                    <a:pt x="127" y="172"/>
                    <a:pt x="115" y="177"/>
                  </a:cubicBezTo>
                  <a:cubicBezTo>
                    <a:pt x="102" y="183"/>
                    <a:pt x="90" y="186"/>
                    <a:pt x="77" y="186"/>
                  </a:cubicBezTo>
                  <a:cubicBezTo>
                    <a:pt x="62" y="186"/>
                    <a:pt x="48" y="182"/>
                    <a:pt x="36" y="174"/>
                  </a:cubicBezTo>
                  <a:cubicBezTo>
                    <a:pt x="24" y="166"/>
                    <a:pt x="15" y="155"/>
                    <a:pt x="9" y="140"/>
                  </a:cubicBezTo>
                  <a:cubicBezTo>
                    <a:pt x="3" y="125"/>
                    <a:pt x="0" y="109"/>
                    <a:pt x="0" y="92"/>
                  </a:cubicBezTo>
                  <a:cubicBezTo>
                    <a:pt x="0" y="74"/>
                    <a:pt x="3" y="57"/>
                    <a:pt x="10" y="42"/>
                  </a:cubicBezTo>
                  <a:cubicBezTo>
                    <a:pt x="17" y="28"/>
                    <a:pt x="27" y="17"/>
                    <a:pt x="39" y="9"/>
                  </a:cubicBezTo>
                  <a:cubicBezTo>
                    <a:pt x="49" y="3"/>
                    <a:pt x="61" y="0"/>
                    <a:pt x="76" y="0"/>
                  </a:cubicBezTo>
                  <a:cubicBezTo>
                    <a:pt x="95" y="0"/>
                    <a:pt x="109"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2" y="31"/>
                    <a:pt x="52" y="36"/>
                    <a:pt x="44" y="46"/>
                  </a:cubicBezTo>
                  <a:cubicBezTo>
                    <a:pt x="36" y="56"/>
                    <a:pt x="32" y="71"/>
                    <a:pt x="32" y="91"/>
                  </a:cubicBezTo>
                  <a:cubicBezTo>
                    <a:pt x="32" y="112"/>
                    <a:pt x="36" y="128"/>
                    <a:pt x="44" y="139"/>
                  </a:cubicBezTo>
                  <a:cubicBezTo>
                    <a:pt x="52" y="149"/>
                    <a:pt x="62" y="155"/>
                    <a:pt x="75" y="155"/>
                  </a:cubicBezTo>
                  <a:cubicBezTo>
                    <a:pt x="82" y="155"/>
                    <a:pt x="88" y="153"/>
                    <a:pt x="95" y="150"/>
                  </a:cubicBezTo>
                  <a:cubicBezTo>
                    <a:pt x="101" y="147"/>
                    <a:pt x="107" y="144"/>
                    <a:pt x="112" y="139"/>
                  </a:cubicBezTo>
                  <a:cubicBezTo>
                    <a:pt x="112" y="117"/>
                    <a:pt x="112" y="117"/>
                    <a:pt x="112" y="117"/>
                  </a:cubicBezTo>
                  <a:lnTo>
                    <a:pt x="76" y="11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3" name="Freeform 52"/>
            <p:cNvSpPr>
              <a:spLocks/>
            </p:cNvSpPr>
            <p:nvPr/>
          </p:nvSpPr>
          <p:spPr bwMode="auto">
            <a:xfrm>
              <a:off x="3614737" y="17462"/>
              <a:ext cx="107950" cy="138113"/>
            </a:xfrm>
            <a:custGeom>
              <a:avLst/>
              <a:gdLst>
                <a:gd name="T0" fmla="*/ 26 w 68"/>
                <a:gd name="T1" fmla="*/ 87 h 87"/>
                <a:gd name="T2" fmla="*/ 26 w 68"/>
                <a:gd name="T3" fmla="*/ 51 h 87"/>
                <a:gd name="T4" fmla="*/ 0 w 68"/>
                <a:gd name="T5" fmla="*/ 0 h 87"/>
                <a:gd name="T6" fmla="*/ 17 w 68"/>
                <a:gd name="T7" fmla="*/ 0 h 87"/>
                <a:gd name="T8" fmla="*/ 34 w 68"/>
                <a:gd name="T9" fmla="*/ 35 h 87"/>
                <a:gd name="T10" fmla="*/ 51 w 68"/>
                <a:gd name="T11" fmla="*/ 0 h 87"/>
                <a:gd name="T12" fmla="*/ 68 w 68"/>
                <a:gd name="T13" fmla="*/ 0 h 87"/>
                <a:gd name="T14" fmla="*/ 41 w 68"/>
                <a:gd name="T15" fmla="*/ 51 h 87"/>
                <a:gd name="T16" fmla="*/ 41 w 68"/>
                <a:gd name="T17" fmla="*/ 87 h 87"/>
                <a:gd name="T18" fmla="*/ 26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6" y="87"/>
                  </a:moveTo>
                  <a:lnTo>
                    <a:pt x="26" y="51"/>
                  </a:lnTo>
                  <a:lnTo>
                    <a:pt x="0" y="0"/>
                  </a:lnTo>
                  <a:lnTo>
                    <a:pt x="17" y="0"/>
                  </a:lnTo>
                  <a:lnTo>
                    <a:pt x="34" y="35"/>
                  </a:lnTo>
                  <a:lnTo>
                    <a:pt x="51" y="0"/>
                  </a:lnTo>
                  <a:lnTo>
                    <a:pt x="68" y="0"/>
                  </a:lnTo>
                  <a:lnTo>
                    <a:pt x="41" y="51"/>
                  </a:lnTo>
                  <a:lnTo>
                    <a:pt x="41" y="87"/>
                  </a:lnTo>
                  <a:lnTo>
                    <a:pt x="26" y="87"/>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4" name="Freeform 53"/>
            <p:cNvSpPr>
              <a:spLocks noEditPoints="1"/>
            </p:cNvSpPr>
            <p:nvPr/>
          </p:nvSpPr>
          <p:spPr bwMode="auto">
            <a:xfrm>
              <a:off x="-2189163" y="-1093788"/>
              <a:ext cx="1360488" cy="1363663"/>
            </a:xfrm>
            <a:custGeom>
              <a:avLst/>
              <a:gdLst>
                <a:gd name="T0" fmla="*/ 891 w 1781"/>
                <a:gd name="T1" fmla="*/ 0 h 1781"/>
                <a:gd name="T2" fmla="*/ 0 w 1781"/>
                <a:gd name="T3" fmla="*/ 891 h 1781"/>
                <a:gd name="T4" fmla="*/ 891 w 1781"/>
                <a:gd name="T5" fmla="*/ 1781 h 1781"/>
                <a:gd name="T6" fmla="*/ 1781 w 1781"/>
                <a:gd name="T7" fmla="*/ 891 h 1781"/>
                <a:gd name="T8" fmla="*/ 891 w 1781"/>
                <a:gd name="T9" fmla="*/ 0 h 1781"/>
                <a:gd name="T10" fmla="*/ 891 w 1781"/>
                <a:gd name="T11" fmla="*/ 1762 h 1781"/>
                <a:gd name="T12" fmla="*/ 20 w 1781"/>
                <a:gd name="T13" fmla="*/ 891 h 1781"/>
                <a:gd name="T14" fmla="*/ 891 w 1781"/>
                <a:gd name="T15" fmla="*/ 20 h 1781"/>
                <a:gd name="T16" fmla="*/ 1762 w 1781"/>
                <a:gd name="T17" fmla="*/ 891 h 1781"/>
                <a:gd name="T18" fmla="*/ 891 w 1781"/>
                <a:gd name="T19" fmla="*/ 1762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1" h="1781">
                  <a:moveTo>
                    <a:pt x="891" y="0"/>
                  </a:moveTo>
                  <a:cubicBezTo>
                    <a:pt x="399" y="0"/>
                    <a:pt x="0" y="399"/>
                    <a:pt x="0" y="891"/>
                  </a:cubicBezTo>
                  <a:cubicBezTo>
                    <a:pt x="0" y="1383"/>
                    <a:pt x="399" y="1781"/>
                    <a:pt x="891" y="1781"/>
                  </a:cubicBezTo>
                  <a:cubicBezTo>
                    <a:pt x="1382" y="1781"/>
                    <a:pt x="1781" y="1383"/>
                    <a:pt x="1781" y="891"/>
                  </a:cubicBezTo>
                  <a:cubicBezTo>
                    <a:pt x="1781" y="399"/>
                    <a:pt x="1382" y="0"/>
                    <a:pt x="891" y="0"/>
                  </a:cubicBezTo>
                  <a:close/>
                  <a:moveTo>
                    <a:pt x="891" y="1762"/>
                  </a:moveTo>
                  <a:cubicBezTo>
                    <a:pt x="410" y="1762"/>
                    <a:pt x="20" y="1372"/>
                    <a:pt x="20" y="891"/>
                  </a:cubicBezTo>
                  <a:cubicBezTo>
                    <a:pt x="20" y="410"/>
                    <a:pt x="410" y="20"/>
                    <a:pt x="891" y="20"/>
                  </a:cubicBezTo>
                  <a:cubicBezTo>
                    <a:pt x="1372" y="20"/>
                    <a:pt x="1762" y="410"/>
                    <a:pt x="1762" y="891"/>
                  </a:cubicBezTo>
                  <a:cubicBezTo>
                    <a:pt x="1762" y="1372"/>
                    <a:pt x="1372" y="1762"/>
                    <a:pt x="891" y="176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5" name="Freeform 54"/>
            <p:cNvSpPr>
              <a:spLocks noEditPoints="1"/>
            </p:cNvSpPr>
            <p:nvPr/>
          </p:nvSpPr>
          <p:spPr bwMode="auto">
            <a:xfrm>
              <a:off x="-2103438" y="-561975"/>
              <a:ext cx="1189038" cy="744538"/>
            </a:xfrm>
            <a:custGeom>
              <a:avLst/>
              <a:gdLst>
                <a:gd name="T0" fmla="*/ 41 w 1555"/>
                <a:gd name="T1" fmla="*/ 65 h 973"/>
                <a:gd name="T2" fmla="*/ 7 w 1555"/>
                <a:gd name="T3" fmla="*/ 87 h 973"/>
                <a:gd name="T4" fmla="*/ 88 w 1555"/>
                <a:gd name="T5" fmla="*/ 189 h 973"/>
                <a:gd name="T6" fmla="*/ 39 w 1555"/>
                <a:gd name="T7" fmla="*/ 294 h 973"/>
                <a:gd name="T8" fmla="*/ 8 w 1555"/>
                <a:gd name="T9" fmla="*/ 255 h 973"/>
                <a:gd name="T10" fmla="*/ 96 w 1555"/>
                <a:gd name="T11" fmla="*/ 301 h 973"/>
                <a:gd name="T12" fmla="*/ 29 w 1555"/>
                <a:gd name="T13" fmla="*/ 407 h 973"/>
                <a:gd name="T14" fmla="*/ 62 w 1555"/>
                <a:gd name="T15" fmla="*/ 438 h 973"/>
                <a:gd name="T16" fmla="*/ 121 w 1555"/>
                <a:gd name="T17" fmla="*/ 414 h 973"/>
                <a:gd name="T18" fmla="*/ 91 w 1555"/>
                <a:gd name="T19" fmla="*/ 444 h 973"/>
                <a:gd name="T20" fmla="*/ 109 w 1555"/>
                <a:gd name="T21" fmla="*/ 539 h 973"/>
                <a:gd name="T22" fmla="*/ 101 w 1555"/>
                <a:gd name="T23" fmla="*/ 576 h 973"/>
                <a:gd name="T24" fmla="*/ 126 w 1555"/>
                <a:gd name="T25" fmla="*/ 620 h 973"/>
                <a:gd name="T26" fmla="*/ 242 w 1555"/>
                <a:gd name="T27" fmla="*/ 629 h 973"/>
                <a:gd name="T28" fmla="*/ 280 w 1555"/>
                <a:gd name="T29" fmla="*/ 673 h 973"/>
                <a:gd name="T30" fmla="*/ 235 w 1555"/>
                <a:gd name="T31" fmla="*/ 753 h 973"/>
                <a:gd name="T32" fmla="*/ 331 w 1555"/>
                <a:gd name="T33" fmla="*/ 832 h 973"/>
                <a:gd name="T34" fmla="*/ 369 w 1555"/>
                <a:gd name="T35" fmla="*/ 751 h 973"/>
                <a:gd name="T36" fmla="*/ 367 w 1555"/>
                <a:gd name="T37" fmla="*/ 773 h 973"/>
                <a:gd name="T38" fmla="*/ 401 w 1555"/>
                <a:gd name="T39" fmla="*/ 805 h 973"/>
                <a:gd name="T40" fmla="*/ 411 w 1555"/>
                <a:gd name="T41" fmla="*/ 781 h 973"/>
                <a:gd name="T42" fmla="*/ 387 w 1555"/>
                <a:gd name="T43" fmla="*/ 852 h 973"/>
                <a:gd name="T44" fmla="*/ 423 w 1555"/>
                <a:gd name="T45" fmla="*/ 843 h 973"/>
                <a:gd name="T46" fmla="*/ 533 w 1555"/>
                <a:gd name="T47" fmla="*/ 841 h 973"/>
                <a:gd name="T48" fmla="*/ 533 w 1555"/>
                <a:gd name="T49" fmla="*/ 843 h 973"/>
                <a:gd name="T50" fmla="*/ 689 w 1555"/>
                <a:gd name="T51" fmla="*/ 924 h 973"/>
                <a:gd name="T52" fmla="*/ 685 w 1555"/>
                <a:gd name="T53" fmla="*/ 889 h 973"/>
                <a:gd name="T54" fmla="*/ 672 w 1555"/>
                <a:gd name="T55" fmla="*/ 898 h 973"/>
                <a:gd name="T56" fmla="*/ 755 w 1555"/>
                <a:gd name="T57" fmla="*/ 885 h 973"/>
                <a:gd name="T58" fmla="*/ 829 w 1555"/>
                <a:gd name="T59" fmla="*/ 899 h 973"/>
                <a:gd name="T60" fmla="*/ 818 w 1555"/>
                <a:gd name="T61" fmla="*/ 933 h 973"/>
                <a:gd name="T62" fmla="*/ 802 w 1555"/>
                <a:gd name="T63" fmla="*/ 966 h 973"/>
                <a:gd name="T64" fmla="*/ 887 w 1555"/>
                <a:gd name="T65" fmla="*/ 944 h 973"/>
                <a:gd name="T66" fmla="*/ 867 w 1555"/>
                <a:gd name="T67" fmla="*/ 890 h 973"/>
                <a:gd name="T68" fmla="*/ 950 w 1555"/>
                <a:gd name="T69" fmla="*/ 953 h 973"/>
                <a:gd name="T70" fmla="*/ 975 w 1555"/>
                <a:gd name="T71" fmla="*/ 871 h 973"/>
                <a:gd name="T72" fmla="*/ 1084 w 1555"/>
                <a:gd name="T73" fmla="*/ 878 h 973"/>
                <a:gd name="T74" fmla="*/ 1061 w 1555"/>
                <a:gd name="T75" fmla="*/ 824 h 973"/>
                <a:gd name="T76" fmla="*/ 1140 w 1555"/>
                <a:gd name="T77" fmla="*/ 815 h 973"/>
                <a:gd name="T78" fmla="*/ 1169 w 1555"/>
                <a:gd name="T79" fmla="*/ 836 h 973"/>
                <a:gd name="T80" fmla="*/ 1193 w 1555"/>
                <a:gd name="T81" fmla="*/ 746 h 973"/>
                <a:gd name="T82" fmla="*/ 1308 w 1555"/>
                <a:gd name="T83" fmla="*/ 762 h 973"/>
                <a:gd name="T84" fmla="*/ 1242 w 1555"/>
                <a:gd name="T85" fmla="*/ 702 h 973"/>
                <a:gd name="T86" fmla="*/ 1308 w 1555"/>
                <a:gd name="T87" fmla="*/ 734 h 973"/>
                <a:gd name="T88" fmla="*/ 1257 w 1555"/>
                <a:gd name="T89" fmla="*/ 724 h 973"/>
                <a:gd name="T90" fmla="*/ 1294 w 1555"/>
                <a:gd name="T91" fmla="*/ 756 h 973"/>
                <a:gd name="T92" fmla="*/ 1325 w 1555"/>
                <a:gd name="T93" fmla="*/ 637 h 973"/>
                <a:gd name="T94" fmla="*/ 1363 w 1555"/>
                <a:gd name="T95" fmla="*/ 559 h 973"/>
                <a:gd name="T96" fmla="*/ 1449 w 1555"/>
                <a:gd name="T97" fmla="*/ 558 h 973"/>
                <a:gd name="T98" fmla="*/ 1383 w 1555"/>
                <a:gd name="T99" fmla="*/ 521 h 973"/>
                <a:gd name="T100" fmla="*/ 1440 w 1555"/>
                <a:gd name="T101" fmla="*/ 486 h 973"/>
                <a:gd name="T102" fmla="*/ 1425 w 1555"/>
                <a:gd name="T103" fmla="*/ 431 h 973"/>
                <a:gd name="T104" fmla="*/ 1526 w 1555"/>
                <a:gd name="T105" fmla="*/ 402 h 973"/>
                <a:gd name="T106" fmla="*/ 1460 w 1555"/>
                <a:gd name="T107" fmla="*/ 346 h 973"/>
                <a:gd name="T108" fmla="*/ 1478 w 1555"/>
                <a:gd name="T109" fmla="*/ 307 h 973"/>
                <a:gd name="T110" fmla="*/ 1549 w 1555"/>
                <a:gd name="T111" fmla="*/ 281 h 973"/>
                <a:gd name="T112" fmla="*/ 1476 w 1555"/>
                <a:gd name="T113" fmla="*/ 206 h 973"/>
                <a:gd name="T114" fmla="*/ 1486 w 1555"/>
                <a:gd name="T115" fmla="*/ 165 h 973"/>
                <a:gd name="T116" fmla="*/ 1512 w 1555"/>
                <a:gd name="T117" fmla="*/ 78 h 973"/>
                <a:gd name="T118" fmla="*/ 1485 w 1555"/>
                <a:gd name="T119" fmla="*/ 82 h 973"/>
                <a:gd name="T120" fmla="*/ 1548 w 1555"/>
                <a:gd name="T121" fmla="*/ 90 h 973"/>
                <a:gd name="T122" fmla="*/ 1498 w 1555"/>
                <a:gd name="T123" fmla="*/ 2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5" h="973">
                  <a:moveTo>
                    <a:pt x="96" y="90"/>
                  </a:moveTo>
                  <a:cubicBezTo>
                    <a:pt x="10" y="73"/>
                    <a:pt x="10" y="73"/>
                    <a:pt x="10" y="73"/>
                  </a:cubicBezTo>
                  <a:cubicBezTo>
                    <a:pt x="13" y="58"/>
                    <a:pt x="13" y="58"/>
                    <a:pt x="13" y="58"/>
                  </a:cubicBezTo>
                  <a:cubicBezTo>
                    <a:pt x="75" y="40"/>
                    <a:pt x="75" y="40"/>
                    <a:pt x="75" y="40"/>
                  </a:cubicBezTo>
                  <a:cubicBezTo>
                    <a:pt x="19" y="29"/>
                    <a:pt x="19" y="29"/>
                    <a:pt x="19" y="29"/>
                  </a:cubicBezTo>
                  <a:cubicBezTo>
                    <a:pt x="21" y="15"/>
                    <a:pt x="21" y="15"/>
                    <a:pt x="21" y="15"/>
                  </a:cubicBezTo>
                  <a:cubicBezTo>
                    <a:pt x="108" y="32"/>
                    <a:pt x="108" y="32"/>
                    <a:pt x="108" y="32"/>
                  </a:cubicBezTo>
                  <a:cubicBezTo>
                    <a:pt x="105" y="47"/>
                    <a:pt x="105" y="47"/>
                    <a:pt x="105" y="47"/>
                  </a:cubicBezTo>
                  <a:cubicBezTo>
                    <a:pt x="41" y="65"/>
                    <a:pt x="41" y="65"/>
                    <a:pt x="41" y="65"/>
                  </a:cubicBezTo>
                  <a:cubicBezTo>
                    <a:pt x="99" y="77"/>
                    <a:pt x="99" y="77"/>
                    <a:pt x="99" y="77"/>
                  </a:cubicBezTo>
                  <a:lnTo>
                    <a:pt x="96" y="90"/>
                  </a:lnTo>
                  <a:close/>
                  <a:moveTo>
                    <a:pt x="91" y="140"/>
                  </a:moveTo>
                  <a:cubicBezTo>
                    <a:pt x="0" y="162"/>
                    <a:pt x="0" y="162"/>
                    <a:pt x="0" y="162"/>
                  </a:cubicBezTo>
                  <a:cubicBezTo>
                    <a:pt x="2" y="145"/>
                    <a:pt x="2" y="145"/>
                    <a:pt x="2" y="145"/>
                  </a:cubicBezTo>
                  <a:cubicBezTo>
                    <a:pt x="22" y="141"/>
                    <a:pt x="22" y="141"/>
                    <a:pt x="22" y="141"/>
                  </a:cubicBezTo>
                  <a:cubicBezTo>
                    <a:pt x="25" y="111"/>
                    <a:pt x="25" y="111"/>
                    <a:pt x="25" y="111"/>
                  </a:cubicBezTo>
                  <a:cubicBezTo>
                    <a:pt x="6" y="103"/>
                    <a:pt x="6" y="103"/>
                    <a:pt x="6" y="103"/>
                  </a:cubicBezTo>
                  <a:cubicBezTo>
                    <a:pt x="7" y="87"/>
                    <a:pt x="7" y="87"/>
                    <a:pt x="7" y="87"/>
                  </a:cubicBezTo>
                  <a:cubicBezTo>
                    <a:pt x="92" y="124"/>
                    <a:pt x="92" y="124"/>
                    <a:pt x="92" y="124"/>
                  </a:cubicBezTo>
                  <a:lnTo>
                    <a:pt x="91" y="140"/>
                  </a:lnTo>
                  <a:close/>
                  <a:moveTo>
                    <a:pt x="71" y="130"/>
                  </a:moveTo>
                  <a:cubicBezTo>
                    <a:pt x="39" y="117"/>
                    <a:pt x="39" y="117"/>
                    <a:pt x="39" y="117"/>
                  </a:cubicBezTo>
                  <a:cubicBezTo>
                    <a:pt x="38" y="137"/>
                    <a:pt x="38" y="137"/>
                    <a:pt x="38" y="137"/>
                  </a:cubicBezTo>
                  <a:lnTo>
                    <a:pt x="71" y="130"/>
                  </a:lnTo>
                  <a:close/>
                  <a:moveTo>
                    <a:pt x="89" y="220"/>
                  </a:moveTo>
                  <a:cubicBezTo>
                    <a:pt x="30" y="220"/>
                    <a:pt x="30" y="220"/>
                    <a:pt x="30" y="220"/>
                  </a:cubicBezTo>
                  <a:cubicBezTo>
                    <a:pt x="88" y="189"/>
                    <a:pt x="88" y="189"/>
                    <a:pt x="88" y="189"/>
                  </a:cubicBezTo>
                  <a:cubicBezTo>
                    <a:pt x="88" y="174"/>
                    <a:pt x="88" y="174"/>
                    <a:pt x="88" y="174"/>
                  </a:cubicBezTo>
                  <a:cubicBezTo>
                    <a:pt x="0" y="175"/>
                    <a:pt x="0" y="175"/>
                    <a:pt x="0" y="175"/>
                  </a:cubicBezTo>
                  <a:cubicBezTo>
                    <a:pt x="0" y="189"/>
                    <a:pt x="0" y="189"/>
                    <a:pt x="0" y="189"/>
                  </a:cubicBezTo>
                  <a:cubicBezTo>
                    <a:pt x="58" y="189"/>
                    <a:pt x="58" y="189"/>
                    <a:pt x="58" y="189"/>
                  </a:cubicBezTo>
                  <a:cubicBezTo>
                    <a:pt x="1" y="219"/>
                    <a:pt x="1" y="219"/>
                    <a:pt x="1" y="219"/>
                  </a:cubicBezTo>
                  <a:cubicBezTo>
                    <a:pt x="1" y="235"/>
                    <a:pt x="1" y="235"/>
                    <a:pt x="1" y="235"/>
                  </a:cubicBezTo>
                  <a:cubicBezTo>
                    <a:pt x="89" y="234"/>
                    <a:pt x="89" y="234"/>
                    <a:pt x="89" y="234"/>
                  </a:cubicBezTo>
                  <a:lnTo>
                    <a:pt x="89" y="220"/>
                  </a:lnTo>
                  <a:close/>
                  <a:moveTo>
                    <a:pt x="39" y="294"/>
                  </a:moveTo>
                  <a:cubicBezTo>
                    <a:pt x="94" y="288"/>
                    <a:pt x="94" y="288"/>
                    <a:pt x="94" y="288"/>
                  </a:cubicBezTo>
                  <a:cubicBezTo>
                    <a:pt x="93" y="273"/>
                    <a:pt x="93" y="273"/>
                    <a:pt x="93" y="273"/>
                  </a:cubicBezTo>
                  <a:cubicBezTo>
                    <a:pt x="36" y="279"/>
                    <a:pt x="36" y="279"/>
                    <a:pt x="36" y="279"/>
                  </a:cubicBezTo>
                  <a:cubicBezTo>
                    <a:pt x="29" y="280"/>
                    <a:pt x="24" y="280"/>
                    <a:pt x="22" y="278"/>
                  </a:cubicBezTo>
                  <a:cubicBezTo>
                    <a:pt x="20" y="277"/>
                    <a:pt x="18" y="275"/>
                    <a:pt x="18" y="272"/>
                  </a:cubicBezTo>
                  <a:cubicBezTo>
                    <a:pt x="18" y="268"/>
                    <a:pt x="19" y="266"/>
                    <a:pt x="22" y="264"/>
                  </a:cubicBezTo>
                  <a:cubicBezTo>
                    <a:pt x="24" y="262"/>
                    <a:pt x="27" y="262"/>
                    <a:pt x="32" y="261"/>
                  </a:cubicBezTo>
                  <a:cubicBezTo>
                    <a:pt x="29" y="247"/>
                    <a:pt x="29" y="247"/>
                    <a:pt x="29" y="247"/>
                  </a:cubicBezTo>
                  <a:cubicBezTo>
                    <a:pt x="20" y="248"/>
                    <a:pt x="13" y="251"/>
                    <a:pt x="8" y="255"/>
                  </a:cubicBezTo>
                  <a:cubicBezTo>
                    <a:pt x="4" y="260"/>
                    <a:pt x="2" y="265"/>
                    <a:pt x="3" y="273"/>
                  </a:cubicBezTo>
                  <a:cubicBezTo>
                    <a:pt x="3" y="279"/>
                    <a:pt x="5" y="284"/>
                    <a:pt x="9" y="287"/>
                  </a:cubicBezTo>
                  <a:cubicBezTo>
                    <a:pt x="12" y="291"/>
                    <a:pt x="17" y="293"/>
                    <a:pt x="22" y="294"/>
                  </a:cubicBezTo>
                  <a:cubicBezTo>
                    <a:pt x="26" y="295"/>
                    <a:pt x="32" y="295"/>
                    <a:pt x="39" y="294"/>
                  </a:cubicBezTo>
                  <a:close/>
                  <a:moveTo>
                    <a:pt x="96" y="301"/>
                  </a:moveTo>
                  <a:cubicBezTo>
                    <a:pt x="10" y="316"/>
                    <a:pt x="10" y="316"/>
                    <a:pt x="10" y="316"/>
                  </a:cubicBezTo>
                  <a:cubicBezTo>
                    <a:pt x="12" y="331"/>
                    <a:pt x="12" y="331"/>
                    <a:pt x="12" y="331"/>
                  </a:cubicBezTo>
                  <a:cubicBezTo>
                    <a:pt x="99" y="316"/>
                    <a:pt x="99" y="316"/>
                    <a:pt x="99" y="316"/>
                  </a:cubicBezTo>
                  <a:lnTo>
                    <a:pt x="96" y="301"/>
                  </a:lnTo>
                  <a:close/>
                  <a:moveTo>
                    <a:pt x="111" y="372"/>
                  </a:moveTo>
                  <a:cubicBezTo>
                    <a:pt x="54" y="386"/>
                    <a:pt x="54" y="386"/>
                    <a:pt x="54" y="386"/>
                  </a:cubicBezTo>
                  <a:cubicBezTo>
                    <a:pt x="104" y="343"/>
                    <a:pt x="104" y="343"/>
                    <a:pt x="104" y="343"/>
                  </a:cubicBezTo>
                  <a:cubicBezTo>
                    <a:pt x="100" y="328"/>
                    <a:pt x="100" y="328"/>
                    <a:pt x="100" y="328"/>
                  </a:cubicBezTo>
                  <a:cubicBezTo>
                    <a:pt x="15" y="349"/>
                    <a:pt x="15" y="349"/>
                    <a:pt x="15" y="349"/>
                  </a:cubicBezTo>
                  <a:cubicBezTo>
                    <a:pt x="18" y="363"/>
                    <a:pt x="18" y="363"/>
                    <a:pt x="18" y="363"/>
                  </a:cubicBezTo>
                  <a:cubicBezTo>
                    <a:pt x="74" y="349"/>
                    <a:pt x="74" y="349"/>
                    <a:pt x="74" y="349"/>
                  </a:cubicBezTo>
                  <a:cubicBezTo>
                    <a:pt x="25" y="392"/>
                    <a:pt x="25" y="392"/>
                    <a:pt x="25" y="392"/>
                  </a:cubicBezTo>
                  <a:cubicBezTo>
                    <a:pt x="29" y="407"/>
                    <a:pt x="29" y="407"/>
                    <a:pt x="29" y="407"/>
                  </a:cubicBezTo>
                  <a:cubicBezTo>
                    <a:pt x="114" y="386"/>
                    <a:pt x="114" y="386"/>
                    <a:pt x="114" y="386"/>
                  </a:cubicBezTo>
                  <a:lnTo>
                    <a:pt x="111" y="372"/>
                  </a:lnTo>
                  <a:close/>
                  <a:moveTo>
                    <a:pt x="91" y="444"/>
                  </a:moveTo>
                  <a:cubicBezTo>
                    <a:pt x="77" y="449"/>
                    <a:pt x="77" y="449"/>
                    <a:pt x="77" y="449"/>
                  </a:cubicBezTo>
                  <a:cubicBezTo>
                    <a:pt x="83" y="466"/>
                    <a:pt x="83" y="466"/>
                    <a:pt x="83" y="466"/>
                  </a:cubicBezTo>
                  <a:cubicBezTo>
                    <a:pt x="72" y="469"/>
                    <a:pt x="72" y="469"/>
                    <a:pt x="72" y="469"/>
                  </a:cubicBezTo>
                  <a:cubicBezTo>
                    <a:pt x="70" y="468"/>
                    <a:pt x="67" y="466"/>
                    <a:pt x="65" y="463"/>
                  </a:cubicBezTo>
                  <a:cubicBezTo>
                    <a:pt x="62" y="461"/>
                    <a:pt x="61" y="458"/>
                    <a:pt x="59" y="455"/>
                  </a:cubicBezTo>
                  <a:cubicBezTo>
                    <a:pt x="57" y="449"/>
                    <a:pt x="58" y="443"/>
                    <a:pt x="62" y="438"/>
                  </a:cubicBezTo>
                  <a:cubicBezTo>
                    <a:pt x="65" y="433"/>
                    <a:pt x="72" y="428"/>
                    <a:pt x="82" y="424"/>
                  </a:cubicBezTo>
                  <a:cubicBezTo>
                    <a:pt x="91" y="421"/>
                    <a:pt x="98" y="420"/>
                    <a:pt x="104" y="422"/>
                  </a:cubicBezTo>
                  <a:cubicBezTo>
                    <a:pt x="110" y="424"/>
                    <a:pt x="114" y="429"/>
                    <a:pt x="116" y="435"/>
                  </a:cubicBezTo>
                  <a:cubicBezTo>
                    <a:pt x="118" y="439"/>
                    <a:pt x="118" y="443"/>
                    <a:pt x="117" y="446"/>
                  </a:cubicBezTo>
                  <a:cubicBezTo>
                    <a:pt x="115" y="450"/>
                    <a:pt x="113" y="453"/>
                    <a:pt x="109" y="455"/>
                  </a:cubicBezTo>
                  <a:cubicBezTo>
                    <a:pt x="117" y="468"/>
                    <a:pt x="117" y="468"/>
                    <a:pt x="117" y="468"/>
                  </a:cubicBezTo>
                  <a:cubicBezTo>
                    <a:pt x="124" y="464"/>
                    <a:pt x="129" y="459"/>
                    <a:pt x="132" y="452"/>
                  </a:cubicBezTo>
                  <a:cubicBezTo>
                    <a:pt x="134" y="446"/>
                    <a:pt x="134" y="438"/>
                    <a:pt x="131" y="430"/>
                  </a:cubicBezTo>
                  <a:cubicBezTo>
                    <a:pt x="128" y="423"/>
                    <a:pt x="125" y="418"/>
                    <a:pt x="121" y="414"/>
                  </a:cubicBezTo>
                  <a:cubicBezTo>
                    <a:pt x="115" y="410"/>
                    <a:pt x="108" y="407"/>
                    <a:pt x="100" y="406"/>
                  </a:cubicBezTo>
                  <a:cubicBezTo>
                    <a:pt x="93" y="406"/>
                    <a:pt x="84" y="407"/>
                    <a:pt x="76" y="410"/>
                  </a:cubicBezTo>
                  <a:cubicBezTo>
                    <a:pt x="68" y="413"/>
                    <a:pt x="61" y="417"/>
                    <a:pt x="55" y="422"/>
                  </a:cubicBezTo>
                  <a:cubicBezTo>
                    <a:pt x="49" y="427"/>
                    <a:pt x="46" y="433"/>
                    <a:pt x="44" y="440"/>
                  </a:cubicBezTo>
                  <a:cubicBezTo>
                    <a:pt x="42" y="447"/>
                    <a:pt x="43" y="454"/>
                    <a:pt x="46" y="461"/>
                  </a:cubicBezTo>
                  <a:cubicBezTo>
                    <a:pt x="48" y="467"/>
                    <a:pt x="51" y="472"/>
                    <a:pt x="56" y="477"/>
                  </a:cubicBezTo>
                  <a:cubicBezTo>
                    <a:pt x="60" y="482"/>
                    <a:pt x="65" y="485"/>
                    <a:pt x="69" y="487"/>
                  </a:cubicBezTo>
                  <a:cubicBezTo>
                    <a:pt x="102" y="475"/>
                    <a:pt x="102" y="475"/>
                    <a:pt x="102" y="475"/>
                  </a:cubicBezTo>
                  <a:lnTo>
                    <a:pt x="91" y="444"/>
                  </a:lnTo>
                  <a:close/>
                  <a:moveTo>
                    <a:pt x="144" y="570"/>
                  </a:moveTo>
                  <a:cubicBezTo>
                    <a:pt x="184" y="548"/>
                    <a:pt x="184" y="548"/>
                    <a:pt x="184" y="548"/>
                  </a:cubicBezTo>
                  <a:cubicBezTo>
                    <a:pt x="177" y="535"/>
                    <a:pt x="177" y="535"/>
                    <a:pt x="177" y="535"/>
                  </a:cubicBezTo>
                  <a:cubicBezTo>
                    <a:pt x="135" y="558"/>
                    <a:pt x="135" y="558"/>
                    <a:pt x="135" y="558"/>
                  </a:cubicBezTo>
                  <a:cubicBezTo>
                    <a:pt x="128" y="561"/>
                    <a:pt x="124" y="563"/>
                    <a:pt x="121" y="564"/>
                  </a:cubicBezTo>
                  <a:cubicBezTo>
                    <a:pt x="118" y="565"/>
                    <a:pt x="115" y="565"/>
                    <a:pt x="112" y="564"/>
                  </a:cubicBezTo>
                  <a:cubicBezTo>
                    <a:pt x="110" y="563"/>
                    <a:pt x="107" y="561"/>
                    <a:pt x="105" y="557"/>
                  </a:cubicBezTo>
                  <a:cubicBezTo>
                    <a:pt x="103" y="553"/>
                    <a:pt x="102" y="550"/>
                    <a:pt x="103" y="547"/>
                  </a:cubicBezTo>
                  <a:cubicBezTo>
                    <a:pt x="104" y="544"/>
                    <a:pt x="106" y="541"/>
                    <a:pt x="109" y="539"/>
                  </a:cubicBezTo>
                  <a:cubicBezTo>
                    <a:pt x="110" y="537"/>
                    <a:pt x="115" y="535"/>
                    <a:pt x="121" y="531"/>
                  </a:cubicBezTo>
                  <a:cubicBezTo>
                    <a:pt x="163" y="509"/>
                    <a:pt x="163" y="509"/>
                    <a:pt x="163" y="509"/>
                  </a:cubicBezTo>
                  <a:cubicBezTo>
                    <a:pt x="156" y="495"/>
                    <a:pt x="156" y="495"/>
                    <a:pt x="156" y="495"/>
                  </a:cubicBezTo>
                  <a:cubicBezTo>
                    <a:pt x="115" y="518"/>
                    <a:pt x="115" y="518"/>
                    <a:pt x="115" y="518"/>
                  </a:cubicBezTo>
                  <a:cubicBezTo>
                    <a:pt x="106" y="522"/>
                    <a:pt x="100" y="526"/>
                    <a:pt x="96" y="529"/>
                  </a:cubicBezTo>
                  <a:cubicBezTo>
                    <a:pt x="93" y="532"/>
                    <a:pt x="91" y="534"/>
                    <a:pt x="89" y="538"/>
                  </a:cubicBezTo>
                  <a:cubicBezTo>
                    <a:pt x="88" y="541"/>
                    <a:pt x="87" y="545"/>
                    <a:pt x="87" y="549"/>
                  </a:cubicBezTo>
                  <a:cubicBezTo>
                    <a:pt x="87" y="553"/>
                    <a:pt x="89" y="558"/>
                    <a:pt x="92" y="565"/>
                  </a:cubicBezTo>
                  <a:cubicBezTo>
                    <a:pt x="95" y="570"/>
                    <a:pt x="98" y="574"/>
                    <a:pt x="101" y="576"/>
                  </a:cubicBezTo>
                  <a:cubicBezTo>
                    <a:pt x="104" y="579"/>
                    <a:pt x="108" y="580"/>
                    <a:pt x="112" y="581"/>
                  </a:cubicBezTo>
                  <a:cubicBezTo>
                    <a:pt x="115" y="581"/>
                    <a:pt x="119" y="581"/>
                    <a:pt x="123" y="579"/>
                  </a:cubicBezTo>
                  <a:cubicBezTo>
                    <a:pt x="128" y="578"/>
                    <a:pt x="135" y="575"/>
                    <a:pt x="144" y="570"/>
                  </a:cubicBezTo>
                  <a:close/>
                  <a:moveTo>
                    <a:pt x="216" y="596"/>
                  </a:moveTo>
                  <a:cubicBezTo>
                    <a:pt x="168" y="629"/>
                    <a:pt x="168" y="629"/>
                    <a:pt x="168" y="629"/>
                  </a:cubicBezTo>
                  <a:cubicBezTo>
                    <a:pt x="199" y="571"/>
                    <a:pt x="199" y="571"/>
                    <a:pt x="199" y="571"/>
                  </a:cubicBezTo>
                  <a:cubicBezTo>
                    <a:pt x="191" y="558"/>
                    <a:pt x="191" y="558"/>
                    <a:pt x="191" y="558"/>
                  </a:cubicBezTo>
                  <a:cubicBezTo>
                    <a:pt x="118" y="608"/>
                    <a:pt x="118" y="608"/>
                    <a:pt x="118" y="608"/>
                  </a:cubicBezTo>
                  <a:cubicBezTo>
                    <a:pt x="126" y="620"/>
                    <a:pt x="126" y="620"/>
                    <a:pt x="126" y="620"/>
                  </a:cubicBezTo>
                  <a:cubicBezTo>
                    <a:pt x="173" y="587"/>
                    <a:pt x="173" y="587"/>
                    <a:pt x="173" y="587"/>
                  </a:cubicBezTo>
                  <a:cubicBezTo>
                    <a:pt x="143" y="644"/>
                    <a:pt x="143" y="644"/>
                    <a:pt x="143" y="644"/>
                  </a:cubicBezTo>
                  <a:cubicBezTo>
                    <a:pt x="152" y="657"/>
                    <a:pt x="152" y="657"/>
                    <a:pt x="152" y="657"/>
                  </a:cubicBezTo>
                  <a:cubicBezTo>
                    <a:pt x="224" y="607"/>
                    <a:pt x="224" y="607"/>
                    <a:pt x="224" y="607"/>
                  </a:cubicBezTo>
                  <a:lnTo>
                    <a:pt x="216" y="596"/>
                  </a:lnTo>
                  <a:close/>
                  <a:moveTo>
                    <a:pt x="233" y="617"/>
                  </a:moveTo>
                  <a:cubicBezTo>
                    <a:pt x="163" y="672"/>
                    <a:pt x="163" y="672"/>
                    <a:pt x="163" y="672"/>
                  </a:cubicBezTo>
                  <a:cubicBezTo>
                    <a:pt x="173" y="684"/>
                    <a:pt x="173" y="684"/>
                    <a:pt x="173" y="684"/>
                  </a:cubicBezTo>
                  <a:cubicBezTo>
                    <a:pt x="242" y="629"/>
                    <a:pt x="242" y="629"/>
                    <a:pt x="242" y="629"/>
                  </a:cubicBezTo>
                  <a:lnTo>
                    <a:pt x="233" y="617"/>
                  </a:lnTo>
                  <a:close/>
                  <a:moveTo>
                    <a:pt x="280" y="673"/>
                  </a:moveTo>
                  <a:cubicBezTo>
                    <a:pt x="220" y="703"/>
                    <a:pt x="220" y="703"/>
                    <a:pt x="220" y="703"/>
                  </a:cubicBezTo>
                  <a:cubicBezTo>
                    <a:pt x="255" y="645"/>
                    <a:pt x="255" y="645"/>
                    <a:pt x="255" y="645"/>
                  </a:cubicBezTo>
                  <a:cubicBezTo>
                    <a:pt x="244" y="633"/>
                    <a:pt x="244" y="633"/>
                    <a:pt x="244" y="633"/>
                  </a:cubicBezTo>
                  <a:cubicBezTo>
                    <a:pt x="197" y="712"/>
                    <a:pt x="197" y="712"/>
                    <a:pt x="197" y="712"/>
                  </a:cubicBezTo>
                  <a:cubicBezTo>
                    <a:pt x="208" y="724"/>
                    <a:pt x="208" y="724"/>
                    <a:pt x="208" y="724"/>
                  </a:cubicBezTo>
                  <a:cubicBezTo>
                    <a:pt x="291" y="685"/>
                    <a:pt x="291" y="685"/>
                    <a:pt x="291" y="685"/>
                  </a:cubicBezTo>
                  <a:lnTo>
                    <a:pt x="280" y="673"/>
                  </a:lnTo>
                  <a:close/>
                  <a:moveTo>
                    <a:pt x="272" y="734"/>
                  </a:moveTo>
                  <a:cubicBezTo>
                    <a:pt x="300" y="759"/>
                    <a:pt x="300" y="759"/>
                    <a:pt x="300" y="759"/>
                  </a:cubicBezTo>
                  <a:cubicBezTo>
                    <a:pt x="310" y="748"/>
                    <a:pt x="310" y="748"/>
                    <a:pt x="310" y="748"/>
                  </a:cubicBezTo>
                  <a:cubicBezTo>
                    <a:pt x="282" y="723"/>
                    <a:pt x="282" y="723"/>
                    <a:pt x="282" y="723"/>
                  </a:cubicBezTo>
                  <a:cubicBezTo>
                    <a:pt x="295" y="709"/>
                    <a:pt x="295" y="709"/>
                    <a:pt x="295" y="709"/>
                  </a:cubicBezTo>
                  <a:cubicBezTo>
                    <a:pt x="325" y="736"/>
                    <a:pt x="325" y="736"/>
                    <a:pt x="325" y="736"/>
                  </a:cubicBezTo>
                  <a:cubicBezTo>
                    <a:pt x="335" y="725"/>
                    <a:pt x="335" y="725"/>
                    <a:pt x="335" y="725"/>
                  </a:cubicBezTo>
                  <a:cubicBezTo>
                    <a:pt x="294" y="688"/>
                    <a:pt x="294" y="688"/>
                    <a:pt x="294" y="688"/>
                  </a:cubicBezTo>
                  <a:cubicBezTo>
                    <a:pt x="235" y="753"/>
                    <a:pt x="235" y="753"/>
                    <a:pt x="235" y="753"/>
                  </a:cubicBezTo>
                  <a:cubicBezTo>
                    <a:pt x="277" y="791"/>
                    <a:pt x="277" y="791"/>
                    <a:pt x="277" y="791"/>
                  </a:cubicBezTo>
                  <a:cubicBezTo>
                    <a:pt x="287" y="780"/>
                    <a:pt x="287" y="780"/>
                    <a:pt x="287" y="780"/>
                  </a:cubicBezTo>
                  <a:cubicBezTo>
                    <a:pt x="256" y="752"/>
                    <a:pt x="256" y="752"/>
                    <a:pt x="256" y="752"/>
                  </a:cubicBezTo>
                  <a:lnTo>
                    <a:pt x="272" y="734"/>
                  </a:lnTo>
                  <a:close/>
                  <a:moveTo>
                    <a:pt x="348" y="796"/>
                  </a:moveTo>
                  <a:cubicBezTo>
                    <a:pt x="349" y="800"/>
                    <a:pt x="350" y="803"/>
                    <a:pt x="350" y="807"/>
                  </a:cubicBezTo>
                  <a:cubicBezTo>
                    <a:pt x="350" y="810"/>
                    <a:pt x="349" y="816"/>
                    <a:pt x="348" y="823"/>
                  </a:cubicBezTo>
                  <a:cubicBezTo>
                    <a:pt x="345" y="843"/>
                    <a:pt x="345" y="843"/>
                    <a:pt x="345" y="843"/>
                  </a:cubicBezTo>
                  <a:cubicBezTo>
                    <a:pt x="331" y="832"/>
                    <a:pt x="331" y="832"/>
                    <a:pt x="331" y="832"/>
                  </a:cubicBezTo>
                  <a:cubicBezTo>
                    <a:pt x="333" y="810"/>
                    <a:pt x="333" y="810"/>
                    <a:pt x="333" y="810"/>
                  </a:cubicBezTo>
                  <a:cubicBezTo>
                    <a:pt x="334" y="802"/>
                    <a:pt x="335" y="797"/>
                    <a:pt x="334" y="795"/>
                  </a:cubicBezTo>
                  <a:cubicBezTo>
                    <a:pt x="334" y="793"/>
                    <a:pt x="334" y="791"/>
                    <a:pt x="333" y="789"/>
                  </a:cubicBezTo>
                  <a:cubicBezTo>
                    <a:pt x="332" y="788"/>
                    <a:pt x="330" y="786"/>
                    <a:pt x="327" y="784"/>
                  </a:cubicBezTo>
                  <a:cubicBezTo>
                    <a:pt x="325" y="782"/>
                    <a:pt x="325" y="782"/>
                    <a:pt x="325" y="782"/>
                  </a:cubicBezTo>
                  <a:cubicBezTo>
                    <a:pt x="303" y="812"/>
                    <a:pt x="303" y="812"/>
                    <a:pt x="303" y="812"/>
                  </a:cubicBezTo>
                  <a:cubicBezTo>
                    <a:pt x="291" y="802"/>
                    <a:pt x="291" y="802"/>
                    <a:pt x="291" y="802"/>
                  </a:cubicBezTo>
                  <a:cubicBezTo>
                    <a:pt x="343" y="732"/>
                    <a:pt x="343" y="732"/>
                    <a:pt x="343" y="732"/>
                  </a:cubicBezTo>
                  <a:cubicBezTo>
                    <a:pt x="369" y="751"/>
                    <a:pt x="369" y="751"/>
                    <a:pt x="369" y="751"/>
                  </a:cubicBezTo>
                  <a:cubicBezTo>
                    <a:pt x="375" y="756"/>
                    <a:pt x="380" y="760"/>
                    <a:pt x="382" y="763"/>
                  </a:cubicBezTo>
                  <a:cubicBezTo>
                    <a:pt x="384" y="766"/>
                    <a:pt x="384" y="770"/>
                    <a:pt x="384" y="775"/>
                  </a:cubicBezTo>
                  <a:cubicBezTo>
                    <a:pt x="383" y="780"/>
                    <a:pt x="381" y="784"/>
                    <a:pt x="378" y="788"/>
                  </a:cubicBezTo>
                  <a:cubicBezTo>
                    <a:pt x="374" y="793"/>
                    <a:pt x="369" y="797"/>
                    <a:pt x="364" y="798"/>
                  </a:cubicBezTo>
                  <a:cubicBezTo>
                    <a:pt x="359" y="800"/>
                    <a:pt x="353" y="799"/>
                    <a:pt x="348" y="796"/>
                  </a:cubicBezTo>
                  <a:close/>
                  <a:moveTo>
                    <a:pt x="354" y="785"/>
                  </a:moveTo>
                  <a:cubicBezTo>
                    <a:pt x="356" y="785"/>
                    <a:pt x="358" y="785"/>
                    <a:pt x="360" y="784"/>
                  </a:cubicBezTo>
                  <a:cubicBezTo>
                    <a:pt x="362" y="783"/>
                    <a:pt x="363" y="782"/>
                    <a:pt x="365" y="780"/>
                  </a:cubicBezTo>
                  <a:cubicBezTo>
                    <a:pt x="366" y="777"/>
                    <a:pt x="367" y="775"/>
                    <a:pt x="367" y="773"/>
                  </a:cubicBezTo>
                  <a:cubicBezTo>
                    <a:pt x="367" y="770"/>
                    <a:pt x="366" y="768"/>
                    <a:pt x="365" y="767"/>
                  </a:cubicBezTo>
                  <a:cubicBezTo>
                    <a:pt x="364" y="766"/>
                    <a:pt x="361" y="763"/>
                    <a:pt x="356" y="760"/>
                  </a:cubicBezTo>
                  <a:cubicBezTo>
                    <a:pt x="347" y="753"/>
                    <a:pt x="347" y="753"/>
                    <a:pt x="347" y="753"/>
                  </a:cubicBezTo>
                  <a:cubicBezTo>
                    <a:pt x="333" y="771"/>
                    <a:pt x="333" y="771"/>
                    <a:pt x="333" y="771"/>
                  </a:cubicBezTo>
                  <a:cubicBezTo>
                    <a:pt x="342" y="777"/>
                    <a:pt x="342" y="777"/>
                    <a:pt x="342" y="777"/>
                  </a:cubicBezTo>
                  <a:cubicBezTo>
                    <a:pt x="348" y="782"/>
                    <a:pt x="352" y="784"/>
                    <a:pt x="354" y="785"/>
                  </a:cubicBezTo>
                  <a:close/>
                  <a:moveTo>
                    <a:pt x="421" y="831"/>
                  </a:moveTo>
                  <a:cubicBezTo>
                    <a:pt x="419" y="828"/>
                    <a:pt x="415" y="823"/>
                    <a:pt x="410" y="818"/>
                  </a:cubicBezTo>
                  <a:cubicBezTo>
                    <a:pt x="405" y="812"/>
                    <a:pt x="402" y="808"/>
                    <a:pt x="401" y="805"/>
                  </a:cubicBezTo>
                  <a:cubicBezTo>
                    <a:pt x="401" y="803"/>
                    <a:pt x="401" y="801"/>
                    <a:pt x="402" y="800"/>
                  </a:cubicBezTo>
                  <a:cubicBezTo>
                    <a:pt x="403" y="798"/>
                    <a:pt x="405" y="796"/>
                    <a:pt x="407" y="796"/>
                  </a:cubicBezTo>
                  <a:cubicBezTo>
                    <a:pt x="410" y="796"/>
                    <a:pt x="413" y="796"/>
                    <a:pt x="417" y="799"/>
                  </a:cubicBezTo>
                  <a:cubicBezTo>
                    <a:pt x="421" y="801"/>
                    <a:pt x="423" y="803"/>
                    <a:pt x="424" y="806"/>
                  </a:cubicBezTo>
                  <a:cubicBezTo>
                    <a:pt x="425" y="809"/>
                    <a:pt x="424" y="812"/>
                    <a:pt x="422" y="817"/>
                  </a:cubicBezTo>
                  <a:cubicBezTo>
                    <a:pt x="436" y="824"/>
                    <a:pt x="436" y="824"/>
                    <a:pt x="436" y="824"/>
                  </a:cubicBezTo>
                  <a:cubicBezTo>
                    <a:pt x="440" y="817"/>
                    <a:pt x="441" y="810"/>
                    <a:pt x="439" y="803"/>
                  </a:cubicBezTo>
                  <a:cubicBezTo>
                    <a:pt x="438" y="797"/>
                    <a:pt x="433" y="791"/>
                    <a:pt x="425" y="786"/>
                  </a:cubicBezTo>
                  <a:cubicBezTo>
                    <a:pt x="420" y="783"/>
                    <a:pt x="415" y="782"/>
                    <a:pt x="411" y="781"/>
                  </a:cubicBezTo>
                  <a:cubicBezTo>
                    <a:pt x="406" y="781"/>
                    <a:pt x="402" y="782"/>
                    <a:pt x="398" y="784"/>
                  </a:cubicBezTo>
                  <a:cubicBezTo>
                    <a:pt x="394" y="786"/>
                    <a:pt x="391" y="789"/>
                    <a:pt x="389" y="793"/>
                  </a:cubicBezTo>
                  <a:cubicBezTo>
                    <a:pt x="385" y="799"/>
                    <a:pt x="384" y="805"/>
                    <a:pt x="386" y="812"/>
                  </a:cubicBezTo>
                  <a:cubicBezTo>
                    <a:pt x="387" y="817"/>
                    <a:pt x="390" y="822"/>
                    <a:pt x="396" y="828"/>
                  </a:cubicBezTo>
                  <a:cubicBezTo>
                    <a:pt x="400" y="833"/>
                    <a:pt x="403" y="836"/>
                    <a:pt x="404" y="838"/>
                  </a:cubicBezTo>
                  <a:cubicBezTo>
                    <a:pt x="406" y="840"/>
                    <a:pt x="407" y="842"/>
                    <a:pt x="407" y="844"/>
                  </a:cubicBezTo>
                  <a:cubicBezTo>
                    <a:pt x="407" y="845"/>
                    <a:pt x="407" y="847"/>
                    <a:pt x="406" y="849"/>
                  </a:cubicBezTo>
                  <a:cubicBezTo>
                    <a:pt x="404" y="852"/>
                    <a:pt x="402" y="854"/>
                    <a:pt x="398" y="854"/>
                  </a:cubicBezTo>
                  <a:cubicBezTo>
                    <a:pt x="395" y="855"/>
                    <a:pt x="391" y="854"/>
                    <a:pt x="387" y="852"/>
                  </a:cubicBezTo>
                  <a:cubicBezTo>
                    <a:pt x="383" y="850"/>
                    <a:pt x="380" y="847"/>
                    <a:pt x="380" y="843"/>
                  </a:cubicBezTo>
                  <a:cubicBezTo>
                    <a:pt x="379" y="839"/>
                    <a:pt x="379" y="835"/>
                    <a:pt x="381" y="829"/>
                  </a:cubicBezTo>
                  <a:cubicBezTo>
                    <a:pt x="368" y="823"/>
                    <a:pt x="368" y="823"/>
                    <a:pt x="368" y="823"/>
                  </a:cubicBezTo>
                  <a:cubicBezTo>
                    <a:pt x="364" y="832"/>
                    <a:pt x="363" y="840"/>
                    <a:pt x="364" y="847"/>
                  </a:cubicBezTo>
                  <a:cubicBezTo>
                    <a:pt x="366" y="854"/>
                    <a:pt x="371" y="860"/>
                    <a:pt x="379" y="865"/>
                  </a:cubicBezTo>
                  <a:cubicBezTo>
                    <a:pt x="385" y="868"/>
                    <a:pt x="390" y="870"/>
                    <a:pt x="395" y="870"/>
                  </a:cubicBezTo>
                  <a:cubicBezTo>
                    <a:pt x="400" y="871"/>
                    <a:pt x="404" y="870"/>
                    <a:pt x="408" y="867"/>
                  </a:cubicBezTo>
                  <a:cubicBezTo>
                    <a:pt x="413" y="865"/>
                    <a:pt x="416" y="861"/>
                    <a:pt x="419" y="857"/>
                  </a:cubicBezTo>
                  <a:cubicBezTo>
                    <a:pt x="421" y="852"/>
                    <a:pt x="423" y="847"/>
                    <a:pt x="423" y="843"/>
                  </a:cubicBezTo>
                  <a:cubicBezTo>
                    <a:pt x="424" y="839"/>
                    <a:pt x="423" y="835"/>
                    <a:pt x="421" y="831"/>
                  </a:cubicBezTo>
                  <a:close/>
                  <a:moveTo>
                    <a:pt x="460" y="807"/>
                  </a:moveTo>
                  <a:cubicBezTo>
                    <a:pt x="420" y="886"/>
                    <a:pt x="420" y="886"/>
                    <a:pt x="420" y="886"/>
                  </a:cubicBezTo>
                  <a:cubicBezTo>
                    <a:pt x="433" y="893"/>
                    <a:pt x="433" y="893"/>
                    <a:pt x="433" y="893"/>
                  </a:cubicBezTo>
                  <a:cubicBezTo>
                    <a:pt x="473" y="814"/>
                    <a:pt x="473" y="814"/>
                    <a:pt x="473" y="814"/>
                  </a:cubicBezTo>
                  <a:lnTo>
                    <a:pt x="460" y="807"/>
                  </a:lnTo>
                  <a:close/>
                  <a:moveTo>
                    <a:pt x="555" y="885"/>
                  </a:moveTo>
                  <a:cubicBezTo>
                    <a:pt x="549" y="846"/>
                    <a:pt x="549" y="846"/>
                    <a:pt x="549" y="846"/>
                  </a:cubicBezTo>
                  <a:cubicBezTo>
                    <a:pt x="533" y="841"/>
                    <a:pt x="533" y="841"/>
                    <a:pt x="533" y="841"/>
                  </a:cubicBezTo>
                  <a:cubicBezTo>
                    <a:pt x="533" y="841"/>
                    <a:pt x="533" y="841"/>
                    <a:pt x="533" y="841"/>
                  </a:cubicBezTo>
                  <a:cubicBezTo>
                    <a:pt x="479" y="818"/>
                    <a:pt x="479" y="818"/>
                    <a:pt x="479" y="818"/>
                  </a:cubicBezTo>
                  <a:cubicBezTo>
                    <a:pt x="473" y="831"/>
                    <a:pt x="473" y="831"/>
                    <a:pt x="473" y="831"/>
                  </a:cubicBezTo>
                  <a:cubicBezTo>
                    <a:pt x="493" y="840"/>
                    <a:pt x="493" y="840"/>
                    <a:pt x="493" y="840"/>
                  </a:cubicBezTo>
                  <a:cubicBezTo>
                    <a:pt x="465" y="907"/>
                    <a:pt x="465" y="907"/>
                    <a:pt x="465" y="907"/>
                  </a:cubicBezTo>
                  <a:cubicBezTo>
                    <a:pt x="479" y="913"/>
                    <a:pt x="479" y="913"/>
                    <a:pt x="479" y="913"/>
                  </a:cubicBezTo>
                  <a:cubicBezTo>
                    <a:pt x="507" y="846"/>
                    <a:pt x="507" y="846"/>
                    <a:pt x="507" y="846"/>
                  </a:cubicBezTo>
                  <a:cubicBezTo>
                    <a:pt x="528" y="855"/>
                    <a:pt x="528" y="855"/>
                    <a:pt x="528" y="855"/>
                  </a:cubicBezTo>
                  <a:cubicBezTo>
                    <a:pt x="533" y="843"/>
                    <a:pt x="533" y="843"/>
                    <a:pt x="533" y="843"/>
                  </a:cubicBezTo>
                  <a:cubicBezTo>
                    <a:pt x="543" y="898"/>
                    <a:pt x="543" y="898"/>
                    <a:pt x="543" y="898"/>
                  </a:cubicBezTo>
                  <a:cubicBezTo>
                    <a:pt x="531" y="933"/>
                    <a:pt x="531" y="933"/>
                    <a:pt x="531" y="933"/>
                  </a:cubicBezTo>
                  <a:cubicBezTo>
                    <a:pt x="546" y="937"/>
                    <a:pt x="546" y="937"/>
                    <a:pt x="546" y="937"/>
                  </a:cubicBezTo>
                  <a:cubicBezTo>
                    <a:pt x="557" y="902"/>
                    <a:pt x="557" y="902"/>
                    <a:pt x="557" y="902"/>
                  </a:cubicBezTo>
                  <a:cubicBezTo>
                    <a:pt x="599" y="862"/>
                    <a:pt x="599" y="862"/>
                    <a:pt x="599" y="862"/>
                  </a:cubicBezTo>
                  <a:cubicBezTo>
                    <a:pt x="582" y="857"/>
                    <a:pt x="582" y="857"/>
                    <a:pt x="582" y="857"/>
                  </a:cubicBezTo>
                  <a:lnTo>
                    <a:pt x="555" y="885"/>
                  </a:lnTo>
                  <a:close/>
                  <a:moveTo>
                    <a:pt x="685" y="889"/>
                  </a:moveTo>
                  <a:cubicBezTo>
                    <a:pt x="690" y="899"/>
                    <a:pt x="691" y="910"/>
                    <a:pt x="689" y="924"/>
                  </a:cubicBezTo>
                  <a:cubicBezTo>
                    <a:pt x="686" y="938"/>
                    <a:pt x="681" y="949"/>
                    <a:pt x="673" y="955"/>
                  </a:cubicBezTo>
                  <a:cubicBezTo>
                    <a:pt x="666" y="962"/>
                    <a:pt x="656" y="965"/>
                    <a:pt x="645" y="963"/>
                  </a:cubicBezTo>
                  <a:cubicBezTo>
                    <a:pt x="635" y="961"/>
                    <a:pt x="626" y="955"/>
                    <a:pt x="621" y="947"/>
                  </a:cubicBezTo>
                  <a:cubicBezTo>
                    <a:pt x="616" y="937"/>
                    <a:pt x="615" y="926"/>
                    <a:pt x="617" y="912"/>
                  </a:cubicBezTo>
                  <a:cubicBezTo>
                    <a:pt x="619" y="904"/>
                    <a:pt x="621" y="896"/>
                    <a:pt x="624" y="891"/>
                  </a:cubicBezTo>
                  <a:cubicBezTo>
                    <a:pt x="627" y="887"/>
                    <a:pt x="630" y="883"/>
                    <a:pt x="633" y="880"/>
                  </a:cubicBezTo>
                  <a:cubicBezTo>
                    <a:pt x="637" y="877"/>
                    <a:pt x="640" y="875"/>
                    <a:pt x="644" y="874"/>
                  </a:cubicBezTo>
                  <a:cubicBezTo>
                    <a:pt x="649" y="872"/>
                    <a:pt x="655" y="872"/>
                    <a:pt x="661" y="873"/>
                  </a:cubicBezTo>
                  <a:cubicBezTo>
                    <a:pt x="671" y="875"/>
                    <a:pt x="679" y="880"/>
                    <a:pt x="685" y="889"/>
                  </a:cubicBezTo>
                  <a:close/>
                  <a:moveTo>
                    <a:pt x="672" y="898"/>
                  </a:moveTo>
                  <a:cubicBezTo>
                    <a:pt x="669" y="892"/>
                    <a:pt x="664" y="889"/>
                    <a:pt x="658" y="888"/>
                  </a:cubicBezTo>
                  <a:cubicBezTo>
                    <a:pt x="652" y="887"/>
                    <a:pt x="647" y="889"/>
                    <a:pt x="642" y="893"/>
                  </a:cubicBezTo>
                  <a:cubicBezTo>
                    <a:pt x="637" y="897"/>
                    <a:pt x="634" y="904"/>
                    <a:pt x="633" y="914"/>
                  </a:cubicBezTo>
                  <a:cubicBezTo>
                    <a:pt x="631" y="924"/>
                    <a:pt x="631" y="932"/>
                    <a:pt x="635" y="938"/>
                  </a:cubicBezTo>
                  <a:cubicBezTo>
                    <a:pt x="637" y="943"/>
                    <a:pt x="642" y="947"/>
                    <a:pt x="648" y="948"/>
                  </a:cubicBezTo>
                  <a:cubicBezTo>
                    <a:pt x="654" y="949"/>
                    <a:pt x="659" y="947"/>
                    <a:pt x="664" y="943"/>
                  </a:cubicBezTo>
                  <a:cubicBezTo>
                    <a:pt x="669" y="938"/>
                    <a:pt x="672" y="931"/>
                    <a:pt x="673" y="921"/>
                  </a:cubicBezTo>
                  <a:cubicBezTo>
                    <a:pt x="675" y="911"/>
                    <a:pt x="675" y="903"/>
                    <a:pt x="672" y="898"/>
                  </a:cubicBezTo>
                  <a:close/>
                  <a:moveTo>
                    <a:pt x="698" y="969"/>
                  </a:moveTo>
                  <a:cubicBezTo>
                    <a:pt x="713" y="970"/>
                    <a:pt x="713" y="970"/>
                    <a:pt x="713" y="970"/>
                  </a:cubicBezTo>
                  <a:cubicBezTo>
                    <a:pt x="716" y="933"/>
                    <a:pt x="716" y="933"/>
                    <a:pt x="716" y="933"/>
                  </a:cubicBezTo>
                  <a:cubicBezTo>
                    <a:pt x="747" y="935"/>
                    <a:pt x="747" y="935"/>
                    <a:pt x="747" y="935"/>
                  </a:cubicBezTo>
                  <a:cubicBezTo>
                    <a:pt x="748" y="920"/>
                    <a:pt x="748" y="920"/>
                    <a:pt x="748" y="920"/>
                  </a:cubicBezTo>
                  <a:cubicBezTo>
                    <a:pt x="717" y="918"/>
                    <a:pt x="717" y="918"/>
                    <a:pt x="717" y="918"/>
                  </a:cubicBezTo>
                  <a:cubicBezTo>
                    <a:pt x="718" y="897"/>
                    <a:pt x="718" y="897"/>
                    <a:pt x="718" y="897"/>
                  </a:cubicBezTo>
                  <a:cubicBezTo>
                    <a:pt x="754" y="900"/>
                    <a:pt x="754" y="900"/>
                    <a:pt x="754" y="900"/>
                  </a:cubicBezTo>
                  <a:cubicBezTo>
                    <a:pt x="755" y="885"/>
                    <a:pt x="755" y="885"/>
                    <a:pt x="755" y="885"/>
                  </a:cubicBezTo>
                  <a:cubicBezTo>
                    <a:pt x="704" y="881"/>
                    <a:pt x="704" y="881"/>
                    <a:pt x="704" y="881"/>
                  </a:cubicBezTo>
                  <a:lnTo>
                    <a:pt x="698" y="969"/>
                  </a:lnTo>
                  <a:close/>
                  <a:moveTo>
                    <a:pt x="840" y="921"/>
                  </a:moveTo>
                  <a:cubicBezTo>
                    <a:pt x="836" y="920"/>
                    <a:pt x="831" y="918"/>
                    <a:pt x="823" y="916"/>
                  </a:cubicBezTo>
                  <a:cubicBezTo>
                    <a:pt x="816" y="915"/>
                    <a:pt x="811" y="913"/>
                    <a:pt x="809" y="911"/>
                  </a:cubicBezTo>
                  <a:cubicBezTo>
                    <a:pt x="808" y="910"/>
                    <a:pt x="807" y="908"/>
                    <a:pt x="807" y="906"/>
                  </a:cubicBezTo>
                  <a:cubicBezTo>
                    <a:pt x="807" y="904"/>
                    <a:pt x="807" y="902"/>
                    <a:pt x="809" y="900"/>
                  </a:cubicBezTo>
                  <a:cubicBezTo>
                    <a:pt x="811" y="898"/>
                    <a:pt x="815" y="897"/>
                    <a:pt x="819" y="897"/>
                  </a:cubicBezTo>
                  <a:cubicBezTo>
                    <a:pt x="823" y="896"/>
                    <a:pt x="826" y="897"/>
                    <a:pt x="829" y="899"/>
                  </a:cubicBezTo>
                  <a:cubicBezTo>
                    <a:pt x="831" y="901"/>
                    <a:pt x="832" y="904"/>
                    <a:pt x="833" y="908"/>
                  </a:cubicBezTo>
                  <a:cubicBezTo>
                    <a:pt x="848" y="907"/>
                    <a:pt x="848" y="907"/>
                    <a:pt x="848" y="907"/>
                  </a:cubicBezTo>
                  <a:cubicBezTo>
                    <a:pt x="848" y="899"/>
                    <a:pt x="845" y="892"/>
                    <a:pt x="840" y="888"/>
                  </a:cubicBezTo>
                  <a:cubicBezTo>
                    <a:pt x="835" y="883"/>
                    <a:pt x="827" y="881"/>
                    <a:pt x="818" y="882"/>
                  </a:cubicBezTo>
                  <a:cubicBezTo>
                    <a:pt x="812" y="882"/>
                    <a:pt x="808" y="884"/>
                    <a:pt x="804" y="886"/>
                  </a:cubicBezTo>
                  <a:cubicBezTo>
                    <a:pt x="800" y="888"/>
                    <a:pt x="797" y="891"/>
                    <a:pt x="795" y="895"/>
                  </a:cubicBezTo>
                  <a:cubicBezTo>
                    <a:pt x="793" y="899"/>
                    <a:pt x="792" y="904"/>
                    <a:pt x="792" y="908"/>
                  </a:cubicBezTo>
                  <a:cubicBezTo>
                    <a:pt x="793" y="915"/>
                    <a:pt x="795" y="921"/>
                    <a:pt x="800" y="925"/>
                  </a:cubicBezTo>
                  <a:cubicBezTo>
                    <a:pt x="804" y="929"/>
                    <a:pt x="810" y="931"/>
                    <a:pt x="818" y="933"/>
                  </a:cubicBezTo>
                  <a:cubicBezTo>
                    <a:pt x="824" y="934"/>
                    <a:pt x="828" y="935"/>
                    <a:pt x="830" y="936"/>
                  </a:cubicBezTo>
                  <a:cubicBezTo>
                    <a:pt x="833" y="937"/>
                    <a:pt x="835" y="938"/>
                    <a:pt x="836" y="940"/>
                  </a:cubicBezTo>
                  <a:cubicBezTo>
                    <a:pt x="837" y="941"/>
                    <a:pt x="838" y="943"/>
                    <a:pt x="838" y="945"/>
                  </a:cubicBezTo>
                  <a:cubicBezTo>
                    <a:pt x="838" y="948"/>
                    <a:pt x="837" y="951"/>
                    <a:pt x="834" y="954"/>
                  </a:cubicBezTo>
                  <a:cubicBezTo>
                    <a:pt x="832" y="956"/>
                    <a:pt x="829" y="958"/>
                    <a:pt x="824" y="958"/>
                  </a:cubicBezTo>
                  <a:cubicBezTo>
                    <a:pt x="819" y="958"/>
                    <a:pt x="815" y="957"/>
                    <a:pt x="813" y="954"/>
                  </a:cubicBezTo>
                  <a:cubicBezTo>
                    <a:pt x="810" y="952"/>
                    <a:pt x="808" y="948"/>
                    <a:pt x="806" y="942"/>
                  </a:cubicBezTo>
                  <a:cubicBezTo>
                    <a:pt x="792" y="944"/>
                    <a:pt x="792" y="944"/>
                    <a:pt x="792" y="944"/>
                  </a:cubicBezTo>
                  <a:cubicBezTo>
                    <a:pt x="793" y="954"/>
                    <a:pt x="797" y="961"/>
                    <a:pt x="802" y="966"/>
                  </a:cubicBezTo>
                  <a:cubicBezTo>
                    <a:pt x="808" y="971"/>
                    <a:pt x="815" y="973"/>
                    <a:pt x="824" y="973"/>
                  </a:cubicBezTo>
                  <a:cubicBezTo>
                    <a:pt x="831" y="972"/>
                    <a:pt x="836" y="971"/>
                    <a:pt x="841" y="969"/>
                  </a:cubicBezTo>
                  <a:cubicBezTo>
                    <a:pt x="845" y="966"/>
                    <a:pt x="848" y="963"/>
                    <a:pt x="850" y="958"/>
                  </a:cubicBezTo>
                  <a:cubicBezTo>
                    <a:pt x="852" y="954"/>
                    <a:pt x="853" y="949"/>
                    <a:pt x="853" y="944"/>
                  </a:cubicBezTo>
                  <a:cubicBezTo>
                    <a:pt x="852" y="938"/>
                    <a:pt x="851" y="934"/>
                    <a:pt x="849" y="930"/>
                  </a:cubicBezTo>
                  <a:cubicBezTo>
                    <a:pt x="847" y="926"/>
                    <a:pt x="844" y="924"/>
                    <a:pt x="840" y="921"/>
                  </a:cubicBezTo>
                  <a:close/>
                  <a:moveTo>
                    <a:pt x="910" y="943"/>
                  </a:moveTo>
                  <a:cubicBezTo>
                    <a:pt x="908" y="946"/>
                    <a:pt x="905" y="948"/>
                    <a:pt x="901" y="949"/>
                  </a:cubicBezTo>
                  <a:cubicBezTo>
                    <a:pt x="896" y="950"/>
                    <a:pt x="891" y="948"/>
                    <a:pt x="887" y="944"/>
                  </a:cubicBezTo>
                  <a:cubicBezTo>
                    <a:pt x="883" y="940"/>
                    <a:pt x="880" y="932"/>
                    <a:pt x="878" y="921"/>
                  </a:cubicBezTo>
                  <a:cubicBezTo>
                    <a:pt x="876" y="911"/>
                    <a:pt x="877" y="903"/>
                    <a:pt x="879" y="898"/>
                  </a:cubicBezTo>
                  <a:cubicBezTo>
                    <a:pt x="882" y="893"/>
                    <a:pt x="886" y="890"/>
                    <a:pt x="892" y="889"/>
                  </a:cubicBezTo>
                  <a:cubicBezTo>
                    <a:pt x="896" y="888"/>
                    <a:pt x="899" y="889"/>
                    <a:pt x="902" y="891"/>
                  </a:cubicBezTo>
                  <a:cubicBezTo>
                    <a:pt x="905" y="893"/>
                    <a:pt x="908" y="897"/>
                    <a:pt x="909" y="901"/>
                  </a:cubicBezTo>
                  <a:cubicBezTo>
                    <a:pt x="923" y="895"/>
                    <a:pt x="923" y="895"/>
                    <a:pt x="923" y="895"/>
                  </a:cubicBezTo>
                  <a:cubicBezTo>
                    <a:pt x="921" y="888"/>
                    <a:pt x="917" y="883"/>
                    <a:pt x="913" y="880"/>
                  </a:cubicBezTo>
                  <a:cubicBezTo>
                    <a:pt x="907" y="874"/>
                    <a:pt x="899" y="872"/>
                    <a:pt x="890" y="874"/>
                  </a:cubicBezTo>
                  <a:cubicBezTo>
                    <a:pt x="879" y="876"/>
                    <a:pt x="872" y="881"/>
                    <a:pt x="867" y="890"/>
                  </a:cubicBezTo>
                  <a:cubicBezTo>
                    <a:pt x="862" y="899"/>
                    <a:pt x="860" y="911"/>
                    <a:pt x="863" y="925"/>
                  </a:cubicBezTo>
                  <a:cubicBezTo>
                    <a:pt x="865" y="939"/>
                    <a:pt x="870" y="949"/>
                    <a:pt x="877" y="956"/>
                  </a:cubicBezTo>
                  <a:cubicBezTo>
                    <a:pt x="885" y="963"/>
                    <a:pt x="894" y="965"/>
                    <a:pt x="904" y="964"/>
                  </a:cubicBezTo>
                  <a:cubicBezTo>
                    <a:pt x="911" y="962"/>
                    <a:pt x="918" y="959"/>
                    <a:pt x="922" y="954"/>
                  </a:cubicBezTo>
                  <a:cubicBezTo>
                    <a:pt x="926" y="948"/>
                    <a:pt x="929" y="941"/>
                    <a:pt x="930" y="931"/>
                  </a:cubicBezTo>
                  <a:cubicBezTo>
                    <a:pt x="914" y="928"/>
                    <a:pt x="914" y="928"/>
                    <a:pt x="914" y="928"/>
                  </a:cubicBezTo>
                  <a:cubicBezTo>
                    <a:pt x="914" y="934"/>
                    <a:pt x="913" y="939"/>
                    <a:pt x="910" y="943"/>
                  </a:cubicBezTo>
                  <a:close/>
                  <a:moveTo>
                    <a:pt x="929" y="868"/>
                  </a:moveTo>
                  <a:cubicBezTo>
                    <a:pt x="950" y="953"/>
                    <a:pt x="950" y="953"/>
                    <a:pt x="950" y="953"/>
                  </a:cubicBezTo>
                  <a:cubicBezTo>
                    <a:pt x="965" y="950"/>
                    <a:pt x="965" y="950"/>
                    <a:pt x="965" y="950"/>
                  </a:cubicBezTo>
                  <a:cubicBezTo>
                    <a:pt x="944" y="864"/>
                    <a:pt x="944" y="864"/>
                    <a:pt x="944" y="864"/>
                  </a:cubicBezTo>
                  <a:lnTo>
                    <a:pt x="929" y="868"/>
                  </a:lnTo>
                  <a:close/>
                  <a:moveTo>
                    <a:pt x="992" y="927"/>
                  </a:moveTo>
                  <a:cubicBezTo>
                    <a:pt x="985" y="904"/>
                    <a:pt x="985" y="904"/>
                    <a:pt x="985" y="904"/>
                  </a:cubicBezTo>
                  <a:cubicBezTo>
                    <a:pt x="1021" y="893"/>
                    <a:pt x="1021" y="893"/>
                    <a:pt x="1021" y="893"/>
                  </a:cubicBezTo>
                  <a:cubicBezTo>
                    <a:pt x="1016" y="879"/>
                    <a:pt x="1016" y="879"/>
                    <a:pt x="1016" y="879"/>
                  </a:cubicBezTo>
                  <a:cubicBezTo>
                    <a:pt x="980" y="890"/>
                    <a:pt x="980" y="890"/>
                    <a:pt x="980" y="890"/>
                  </a:cubicBezTo>
                  <a:cubicBezTo>
                    <a:pt x="975" y="871"/>
                    <a:pt x="975" y="871"/>
                    <a:pt x="975" y="871"/>
                  </a:cubicBezTo>
                  <a:cubicBezTo>
                    <a:pt x="1013" y="859"/>
                    <a:pt x="1013" y="859"/>
                    <a:pt x="1013" y="859"/>
                  </a:cubicBezTo>
                  <a:cubicBezTo>
                    <a:pt x="1009" y="845"/>
                    <a:pt x="1009" y="845"/>
                    <a:pt x="1009" y="845"/>
                  </a:cubicBezTo>
                  <a:cubicBezTo>
                    <a:pt x="956" y="862"/>
                    <a:pt x="956" y="862"/>
                    <a:pt x="956" y="862"/>
                  </a:cubicBezTo>
                  <a:cubicBezTo>
                    <a:pt x="982" y="946"/>
                    <a:pt x="982" y="946"/>
                    <a:pt x="982" y="946"/>
                  </a:cubicBezTo>
                  <a:cubicBezTo>
                    <a:pt x="1036" y="929"/>
                    <a:pt x="1036" y="929"/>
                    <a:pt x="1036" y="929"/>
                  </a:cubicBezTo>
                  <a:cubicBezTo>
                    <a:pt x="1032" y="915"/>
                    <a:pt x="1032" y="915"/>
                    <a:pt x="1032" y="915"/>
                  </a:cubicBezTo>
                  <a:lnTo>
                    <a:pt x="992" y="927"/>
                  </a:lnTo>
                  <a:close/>
                  <a:moveTo>
                    <a:pt x="1061" y="824"/>
                  </a:moveTo>
                  <a:cubicBezTo>
                    <a:pt x="1084" y="878"/>
                    <a:pt x="1084" y="878"/>
                    <a:pt x="1084" y="878"/>
                  </a:cubicBezTo>
                  <a:cubicBezTo>
                    <a:pt x="1032" y="836"/>
                    <a:pt x="1032" y="836"/>
                    <a:pt x="1032" y="836"/>
                  </a:cubicBezTo>
                  <a:cubicBezTo>
                    <a:pt x="1019" y="841"/>
                    <a:pt x="1019" y="841"/>
                    <a:pt x="1019" y="841"/>
                  </a:cubicBezTo>
                  <a:cubicBezTo>
                    <a:pt x="1053" y="922"/>
                    <a:pt x="1053" y="922"/>
                    <a:pt x="1053" y="922"/>
                  </a:cubicBezTo>
                  <a:cubicBezTo>
                    <a:pt x="1066" y="917"/>
                    <a:pt x="1066" y="917"/>
                    <a:pt x="1066" y="917"/>
                  </a:cubicBezTo>
                  <a:cubicBezTo>
                    <a:pt x="1044" y="864"/>
                    <a:pt x="1044" y="864"/>
                    <a:pt x="1044" y="864"/>
                  </a:cubicBezTo>
                  <a:cubicBezTo>
                    <a:pt x="1094" y="905"/>
                    <a:pt x="1094" y="905"/>
                    <a:pt x="1094" y="905"/>
                  </a:cubicBezTo>
                  <a:cubicBezTo>
                    <a:pt x="1108" y="899"/>
                    <a:pt x="1108" y="899"/>
                    <a:pt x="1108" y="899"/>
                  </a:cubicBezTo>
                  <a:cubicBezTo>
                    <a:pt x="1074" y="818"/>
                    <a:pt x="1074" y="818"/>
                    <a:pt x="1074" y="818"/>
                  </a:cubicBezTo>
                  <a:lnTo>
                    <a:pt x="1061" y="824"/>
                  </a:lnTo>
                  <a:close/>
                  <a:moveTo>
                    <a:pt x="1153" y="838"/>
                  </a:moveTo>
                  <a:cubicBezTo>
                    <a:pt x="1155" y="845"/>
                    <a:pt x="1156" y="850"/>
                    <a:pt x="1155" y="854"/>
                  </a:cubicBezTo>
                  <a:cubicBezTo>
                    <a:pt x="1154" y="858"/>
                    <a:pt x="1152" y="861"/>
                    <a:pt x="1148" y="863"/>
                  </a:cubicBezTo>
                  <a:cubicBezTo>
                    <a:pt x="1143" y="865"/>
                    <a:pt x="1138" y="865"/>
                    <a:pt x="1133" y="863"/>
                  </a:cubicBezTo>
                  <a:cubicBezTo>
                    <a:pt x="1128" y="860"/>
                    <a:pt x="1122" y="854"/>
                    <a:pt x="1117" y="845"/>
                  </a:cubicBezTo>
                  <a:cubicBezTo>
                    <a:pt x="1112" y="835"/>
                    <a:pt x="1110" y="828"/>
                    <a:pt x="1110" y="822"/>
                  </a:cubicBezTo>
                  <a:cubicBezTo>
                    <a:pt x="1111" y="816"/>
                    <a:pt x="1114" y="812"/>
                    <a:pt x="1119" y="809"/>
                  </a:cubicBezTo>
                  <a:cubicBezTo>
                    <a:pt x="1122" y="807"/>
                    <a:pt x="1126" y="807"/>
                    <a:pt x="1130" y="808"/>
                  </a:cubicBezTo>
                  <a:cubicBezTo>
                    <a:pt x="1133" y="809"/>
                    <a:pt x="1137" y="811"/>
                    <a:pt x="1140" y="815"/>
                  </a:cubicBezTo>
                  <a:cubicBezTo>
                    <a:pt x="1151" y="804"/>
                    <a:pt x="1151" y="804"/>
                    <a:pt x="1151" y="804"/>
                  </a:cubicBezTo>
                  <a:cubicBezTo>
                    <a:pt x="1146" y="798"/>
                    <a:pt x="1141" y="795"/>
                    <a:pt x="1136" y="793"/>
                  </a:cubicBezTo>
                  <a:cubicBezTo>
                    <a:pt x="1128" y="791"/>
                    <a:pt x="1120" y="791"/>
                    <a:pt x="1112" y="796"/>
                  </a:cubicBezTo>
                  <a:cubicBezTo>
                    <a:pt x="1103" y="801"/>
                    <a:pt x="1098" y="809"/>
                    <a:pt x="1096" y="819"/>
                  </a:cubicBezTo>
                  <a:cubicBezTo>
                    <a:pt x="1094" y="829"/>
                    <a:pt x="1097" y="840"/>
                    <a:pt x="1104" y="853"/>
                  </a:cubicBezTo>
                  <a:cubicBezTo>
                    <a:pt x="1111" y="865"/>
                    <a:pt x="1119" y="873"/>
                    <a:pt x="1128" y="877"/>
                  </a:cubicBezTo>
                  <a:cubicBezTo>
                    <a:pt x="1138" y="881"/>
                    <a:pt x="1147" y="881"/>
                    <a:pt x="1155" y="876"/>
                  </a:cubicBezTo>
                  <a:cubicBezTo>
                    <a:pt x="1163" y="872"/>
                    <a:pt x="1167" y="867"/>
                    <a:pt x="1169" y="860"/>
                  </a:cubicBezTo>
                  <a:cubicBezTo>
                    <a:pt x="1172" y="853"/>
                    <a:pt x="1172" y="845"/>
                    <a:pt x="1169" y="836"/>
                  </a:cubicBezTo>
                  <a:lnTo>
                    <a:pt x="1153" y="838"/>
                  </a:lnTo>
                  <a:close/>
                  <a:moveTo>
                    <a:pt x="1201" y="829"/>
                  </a:moveTo>
                  <a:cubicBezTo>
                    <a:pt x="1188" y="809"/>
                    <a:pt x="1188" y="809"/>
                    <a:pt x="1188" y="809"/>
                  </a:cubicBezTo>
                  <a:cubicBezTo>
                    <a:pt x="1218" y="788"/>
                    <a:pt x="1218" y="788"/>
                    <a:pt x="1218" y="788"/>
                  </a:cubicBezTo>
                  <a:cubicBezTo>
                    <a:pt x="1210" y="775"/>
                    <a:pt x="1210" y="775"/>
                    <a:pt x="1210" y="775"/>
                  </a:cubicBezTo>
                  <a:cubicBezTo>
                    <a:pt x="1179" y="797"/>
                    <a:pt x="1179" y="797"/>
                    <a:pt x="1179" y="797"/>
                  </a:cubicBezTo>
                  <a:cubicBezTo>
                    <a:pt x="1168" y="781"/>
                    <a:pt x="1168" y="781"/>
                    <a:pt x="1168" y="781"/>
                  </a:cubicBezTo>
                  <a:cubicBezTo>
                    <a:pt x="1201" y="758"/>
                    <a:pt x="1201" y="758"/>
                    <a:pt x="1201" y="758"/>
                  </a:cubicBezTo>
                  <a:cubicBezTo>
                    <a:pt x="1193" y="746"/>
                    <a:pt x="1193" y="746"/>
                    <a:pt x="1193" y="746"/>
                  </a:cubicBezTo>
                  <a:cubicBezTo>
                    <a:pt x="1147" y="777"/>
                    <a:pt x="1147" y="777"/>
                    <a:pt x="1147" y="777"/>
                  </a:cubicBezTo>
                  <a:cubicBezTo>
                    <a:pt x="1197" y="849"/>
                    <a:pt x="1197" y="849"/>
                    <a:pt x="1197" y="849"/>
                  </a:cubicBezTo>
                  <a:cubicBezTo>
                    <a:pt x="1244" y="817"/>
                    <a:pt x="1244" y="817"/>
                    <a:pt x="1244" y="817"/>
                  </a:cubicBezTo>
                  <a:cubicBezTo>
                    <a:pt x="1236" y="805"/>
                    <a:pt x="1236" y="805"/>
                    <a:pt x="1236" y="805"/>
                  </a:cubicBezTo>
                  <a:lnTo>
                    <a:pt x="1201" y="829"/>
                  </a:lnTo>
                  <a:close/>
                  <a:moveTo>
                    <a:pt x="1324" y="733"/>
                  </a:moveTo>
                  <a:cubicBezTo>
                    <a:pt x="1326" y="749"/>
                    <a:pt x="1326" y="749"/>
                    <a:pt x="1326" y="749"/>
                  </a:cubicBezTo>
                  <a:cubicBezTo>
                    <a:pt x="1321" y="750"/>
                    <a:pt x="1316" y="750"/>
                    <a:pt x="1310" y="750"/>
                  </a:cubicBezTo>
                  <a:cubicBezTo>
                    <a:pt x="1310" y="754"/>
                    <a:pt x="1310" y="758"/>
                    <a:pt x="1308" y="762"/>
                  </a:cubicBezTo>
                  <a:cubicBezTo>
                    <a:pt x="1307" y="765"/>
                    <a:pt x="1304" y="768"/>
                    <a:pt x="1301" y="771"/>
                  </a:cubicBezTo>
                  <a:cubicBezTo>
                    <a:pt x="1294" y="778"/>
                    <a:pt x="1287" y="780"/>
                    <a:pt x="1279" y="779"/>
                  </a:cubicBezTo>
                  <a:cubicBezTo>
                    <a:pt x="1273" y="778"/>
                    <a:pt x="1268" y="775"/>
                    <a:pt x="1264" y="771"/>
                  </a:cubicBezTo>
                  <a:cubicBezTo>
                    <a:pt x="1260" y="766"/>
                    <a:pt x="1258" y="762"/>
                    <a:pt x="1257" y="757"/>
                  </a:cubicBezTo>
                  <a:cubicBezTo>
                    <a:pt x="1256" y="751"/>
                    <a:pt x="1256" y="746"/>
                    <a:pt x="1258" y="739"/>
                  </a:cubicBezTo>
                  <a:cubicBezTo>
                    <a:pt x="1254" y="738"/>
                    <a:pt x="1250" y="737"/>
                    <a:pt x="1247" y="736"/>
                  </a:cubicBezTo>
                  <a:cubicBezTo>
                    <a:pt x="1244" y="734"/>
                    <a:pt x="1241" y="732"/>
                    <a:pt x="1239" y="730"/>
                  </a:cubicBezTo>
                  <a:cubicBezTo>
                    <a:pt x="1236" y="726"/>
                    <a:pt x="1234" y="722"/>
                    <a:pt x="1234" y="717"/>
                  </a:cubicBezTo>
                  <a:cubicBezTo>
                    <a:pt x="1234" y="711"/>
                    <a:pt x="1237" y="707"/>
                    <a:pt x="1242" y="702"/>
                  </a:cubicBezTo>
                  <a:cubicBezTo>
                    <a:pt x="1246" y="698"/>
                    <a:pt x="1251" y="696"/>
                    <a:pt x="1257" y="696"/>
                  </a:cubicBezTo>
                  <a:cubicBezTo>
                    <a:pt x="1262" y="696"/>
                    <a:pt x="1267" y="699"/>
                    <a:pt x="1270" y="703"/>
                  </a:cubicBezTo>
                  <a:cubicBezTo>
                    <a:pt x="1273" y="705"/>
                    <a:pt x="1275" y="709"/>
                    <a:pt x="1275" y="712"/>
                  </a:cubicBezTo>
                  <a:cubicBezTo>
                    <a:pt x="1276" y="716"/>
                    <a:pt x="1276" y="721"/>
                    <a:pt x="1275" y="727"/>
                  </a:cubicBezTo>
                  <a:cubicBezTo>
                    <a:pt x="1293" y="732"/>
                    <a:pt x="1293" y="732"/>
                    <a:pt x="1293" y="732"/>
                  </a:cubicBezTo>
                  <a:cubicBezTo>
                    <a:pt x="1292" y="730"/>
                    <a:pt x="1291" y="726"/>
                    <a:pt x="1289" y="723"/>
                  </a:cubicBezTo>
                  <a:cubicBezTo>
                    <a:pt x="1301" y="717"/>
                    <a:pt x="1301" y="717"/>
                    <a:pt x="1301" y="717"/>
                  </a:cubicBezTo>
                  <a:cubicBezTo>
                    <a:pt x="1303" y="721"/>
                    <a:pt x="1305" y="725"/>
                    <a:pt x="1306" y="727"/>
                  </a:cubicBezTo>
                  <a:cubicBezTo>
                    <a:pt x="1307" y="730"/>
                    <a:pt x="1308" y="732"/>
                    <a:pt x="1308" y="734"/>
                  </a:cubicBezTo>
                  <a:cubicBezTo>
                    <a:pt x="1311" y="734"/>
                    <a:pt x="1314" y="734"/>
                    <a:pt x="1317" y="734"/>
                  </a:cubicBezTo>
                  <a:cubicBezTo>
                    <a:pt x="1320" y="734"/>
                    <a:pt x="1322" y="734"/>
                    <a:pt x="1324" y="733"/>
                  </a:cubicBezTo>
                  <a:close/>
                  <a:moveTo>
                    <a:pt x="1263" y="720"/>
                  </a:moveTo>
                  <a:cubicBezTo>
                    <a:pt x="1263" y="716"/>
                    <a:pt x="1263" y="713"/>
                    <a:pt x="1261" y="711"/>
                  </a:cubicBezTo>
                  <a:cubicBezTo>
                    <a:pt x="1259" y="709"/>
                    <a:pt x="1258" y="709"/>
                    <a:pt x="1256" y="708"/>
                  </a:cubicBezTo>
                  <a:cubicBezTo>
                    <a:pt x="1254" y="708"/>
                    <a:pt x="1252" y="709"/>
                    <a:pt x="1250" y="711"/>
                  </a:cubicBezTo>
                  <a:cubicBezTo>
                    <a:pt x="1248" y="712"/>
                    <a:pt x="1247" y="714"/>
                    <a:pt x="1247" y="716"/>
                  </a:cubicBezTo>
                  <a:cubicBezTo>
                    <a:pt x="1247" y="718"/>
                    <a:pt x="1248" y="719"/>
                    <a:pt x="1249" y="720"/>
                  </a:cubicBezTo>
                  <a:cubicBezTo>
                    <a:pt x="1251" y="722"/>
                    <a:pt x="1253" y="723"/>
                    <a:pt x="1257" y="724"/>
                  </a:cubicBezTo>
                  <a:cubicBezTo>
                    <a:pt x="1263" y="725"/>
                    <a:pt x="1263" y="725"/>
                    <a:pt x="1263" y="725"/>
                  </a:cubicBezTo>
                  <a:lnTo>
                    <a:pt x="1263" y="720"/>
                  </a:lnTo>
                  <a:close/>
                  <a:moveTo>
                    <a:pt x="1296" y="748"/>
                  </a:moveTo>
                  <a:cubicBezTo>
                    <a:pt x="1271" y="742"/>
                    <a:pt x="1271" y="742"/>
                    <a:pt x="1271" y="742"/>
                  </a:cubicBezTo>
                  <a:cubicBezTo>
                    <a:pt x="1270" y="746"/>
                    <a:pt x="1270" y="749"/>
                    <a:pt x="1270" y="752"/>
                  </a:cubicBezTo>
                  <a:cubicBezTo>
                    <a:pt x="1271" y="756"/>
                    <a:pt x="1272" y="758"/>
                    <a:pt x="1274" y="760"/>
                  </a:cubicBezTo>
                  <a:cubicBezTo>
                    <a:pt x="1277" y="763"/>
                    <a:pt x="1279" y="764"/>
                    <a:pt x="1282" y="765"/>
                  </a:cubicBezTo>
                  <a:cubicBezTo>
                    <a:pt x="1286" y="765"/>
                    <a:pt x="1288" y="764"/>
                    <a:pt x="1291" y="762"/>
                  </a:cubicBezTo>
                  <a:cubicBezTo>
                    <a:pt x="1292" y="760"/>
                    <a:pt x="1294" y="758"/>
                    <a:pt x="1294" y="756"/>
                  </a:cubicBezTo>
                  <a:cubicBezTo>
                    <a:pt x="1295" y="754"/>
                    <a:pt x="1296" y="751"/>
                    <a:pt x="1296" y="748"/>
                  </a:cubicBezTo>
                  <a:close/>
                  <a:moveTo>
                    <a:pt x="1340" y="620"/>
                  </a:moveTo>
                  <a:cubicBezTo>
                    <a:pt x="1328" y="610"/>
                    <a:pt x="1328" y="610"/>
                    <a:pt x="1328" y="610"/>
                  </a:cubicBezTo>
                  <a:cubicBezTo>
                    <a:pt x="1290" y="656"/>
                    <a:pt x="1290" y="656"/>
                    <a:pt x="1290" y="656"/>
                  </a:cubicBezTo>
                  <a:cubicBezTo>
                    <a:pt x="1302" y="665"/>
                    <a:pt x="1302" y="665"/>
                    <a:pt x="1302" y="665"/>
                  </a:cubicBezTo>
                  <a:cubicBezTo>
                    <a:pt x="1316" y="648"/>
                    <a:pt x="1316" y="648"/>
                    <a:pt x="1316" y="648"/>
                  </a:cubicBezTo>
                  <a:cubicBezTo>
                    <a:pt x="1372" y="695"/>
                    <a:pt x="1372" y="695"/>
                    <a:pt x="1372" y="695"/>
                  </a:cubicBezTo>
                  <a:cubicBezTo>
                    <a:pt x="1382" y="683"/>
                    <a:pt x="1382" y="683"/>
                    <a:pt x="1382" y="683"/>
                  </a:cubicBezTo>
                  <a:cubicBezTo>
                    <a:pt x="1325" y="637"/>
                    <a:pt x="1325" y="637"/>
                    <a:pt x="1325" y="637"/>
                  </a:cubicBezTo>
                  <a:lnTo>
                    <a:pt x="1340" y="620"/>
                  </a:lnTo>
                  <a:close/>
                  <a:moveTo>
                    <a:pt x="1401" y="633"/>
                  </a:moveTo>
                  <a:cubicBezTo>
                    <a:pt x="1381" y="620"/>
                    <a:pt x="1381" y="620"/>
                    <a:pt x="1381" y="620"/>
                  </a:cubicBezTo>
                  <a:cubicBezTo>
                    <a:pt x="1402" y="589"/>
                    <a:pt x="1402" y="589"/>
                    <a:pt x="1402" y="589"/>
                  </a:cubicBezTo>
                  <a:cubicBezTo>
                    <a:pt x="1390" y="581"/>
                    <a:pt x="1390" y="581"/>
                    <a:pt x="1390" y="581"/>
                  </a:cubicBezTo>
                  <a:cubicBezTo>
                    <a:pt x="1369" y="612"/>
                    <a:pt x="1369" y="612"/>
                    <a:pt x="1369" y="612"/>
                  </a:cubicBezTo>
                  <a:cubicBezTo>
                    <a:pt x="1353" y="601"/>
                    <a:pt x="1353" y="601"/>
                    <a:pt x="1353" y="601"/>
                  </a:cubicBezTo>
                  <a:cubicBezTo>
                    <a:pt x="1375" y="567"/>
                    <a:pt x="1375" y="567"/>
                    <a:pt x="1375" y="567"/>
                  </a:cubicBezTo>
                  <a:cubicBezTo>
                    <a:pt x="1363" y="559"/>
                    <a:pt x="1363" y="559"/>
                    <a:pt x="1363" y="559"/>
                  </a:cubicBezTo>
                  <a:cubicBezTo>
                    <a:pt x="1332" y="605"/>
                    <a:pt x="1332" y="605"/>
                    <a:pt x="1332" y="605"/>
                  </a:cubicBezTo>
                  <a:cubicBezTo>
                    <a:pt x="1405" y="654"/>
                    <a:pt x="1405" y="654"/>
                    <a:pt x="1405" y="654"/>
                  </a:cubicBezTo>
                  <a:cubicBezTo>
                    <a:pt x="1437" y="607"/>
                    <a:pt x="1437" y="607"/>
                    <a:pt x="1437" y="607"/>
                  </a:cubicBezTo>
                  <a:cubicBezTo>
                    <a:pt x="1424" y="599"/>
                    <a:pt x="1424" y="599"/>
                    <a:pt x="1424" y="599"/>
                  </a:cubicBezTo>
                  <a:lnTo>
                    <a:pt x="1401" y="633"/>
                  </a:lnTo>
                  <a:close/>
                  <a:moveTo>
                    <a:pt x="1452" y="524"/>
                  </a:moveTo>
                  <a:cubicBezTo>
                    <a:pt x="1440" y="534"/>
                    <a:pt x="1440" y="534"/>
                    <a:pt x="1440" y="534"/>
                  </a:cubicBezTo>
                  <a:cubicBezTo>
                    <a:pt x="1445" y="538"/>
                    <a:pt x="1449" y="542"/>
                    <a:pt x="1450" y="546"/>
                  </a:cubicBezTo>
                  <a:cubicBezTo>
                    <a:pt x="1451" y="550"/>
                    <a:pt x="1451" y="554"/>
                    <a:pt x="1449" y="558"/>
                  </a:cubicBezTo>
                  <a:cubicBezTo>
                    <a:pt x="1446" y="562"/>
                    <a:pt x="1442" y="565"/>
                    <a:pt x="1436" y="566"/>
                  </a:cubicBezTo>
                  <a:cubicBezTo>
                    <a:pt x="1431" y="567"/>
                    <a:pt x="1423" y="564"/>
                    <a:pt x="1413" y="559"/>
                  </a:cubicBezTo>
                  <a:cubicBezTo>
                    <a:pt x="1404" y="554"/>
                    <a:pt x="1398" y="549"/>
                    <a:pt x="1396" y="544"/>
                  </a:cubicBezTo>
                  <a:cubicBezTo>
                    <a:pt x="1393" y="538"/>
                    <a:pt x="1393" y="533"/>
                    <a:pt x="1396" y="529"/>
                  </a:cubicBezTo>
                  <a:cubicBezTo>
                    <a:pt x="1398" y="525"/>
                    <a:pt x="1400" y="523"/>
                    <a:pt x="1404" y="521"/>
                  </a:cubicBezTo>
                  <a:cubicBezTo>
                    <a:pt x="1408" y="520"/>
                    <a:pt x="1412" y="520"/>
                    <a:pt x="1416" y="522"/>
                  </a:cubicBezTo>
                  <a:cubicBezTo>
                    <a:pt x="1420" y="507"/>
                    <a:pt x="1420" y="507"/>
                    <a:pt x="1420" y="507"/>
                  </a:cubicBezTo>
                  <a:cubicBezTo>
                    <a:pt x="1413" y="505"/>
                    <a:pt x="1407" y="504"/>
                    <a:pt x="1402" y="506"/>
                  </a:cubicBezTo>
                  <a:cubicBezTo>
                    <a:pt x="1393" y="508"/>
                    <a:pt x="1387" y="513"/>
                    <a:pt x="1383" y="521"/>
                  </a:cubicBezTo>
                  <a:cubicBezTo>
                    <a:pt x="1378" y="530"/>
                    <a:pt x="1377" y="539"/>
                    <a:pt x="1381" y="549"/>
                  </a:cubicBezTo>
                  <a:cubicBezTo>
                    <a:pt x="1385" y="558"/>
                    <a:pt x="1394" y="567"/>
                    <a:pt x="1407" y="574"/>
                  </a:cubicBezTo>
                  <a:cubicBezTo>
                    <a:pt x="1419" y="580"/>
                    <a:pt x="1430" y="582"/>
                    <a:pt x="1440" y="581"/>
                  </a:cubicBezTo>
                  <a:cubicBezTo>
                    <a:pt x="1450" y="579"/>
                    <a:pt x="1458" y="574"/>
                    <a:pt x="1462" y="565"/>
                  </a:cubicBezTo>
                  <a:cubicBezTo>
                    <a:pt x="1466" y="558"/>
                    <a:pt x="1467" y="551"/>
                    <a:pt x="1466" y="544"/>
                  </a:cubicBezTo>
                  <a:cubicBezTo>
                    <a:pt x="1464" y="537"/>
                    <a:pt x="1459" y="530"/>
                    <a:pt x="1452" y="524"/>
                  </a:cubicBezTo>
                  <a:close/>
                  <a:moveTo>
                    <a:pt x="1419" y="445"/>
                  </a:moveTo>
                  <a:cubicBezTo>
                    <a:pt x="1451" y="458"/>
                    <a:pt x="1451" y="458"/>
                    <a:pt x="1451" y="458"/>
                  </a:cubicBezTo>
                  <a:cubicBezTo>
                    <a:pt x="1440" y="486"/>
                    <a:pt x="1440" y="486"/>
                    <a:pt x="1440" y="486"/>
                  </a:cubicBezTo>
                  <a:cubicBezTo>
                    <a:pt x="1408" y="472"/>
                    <a:pt x="1408" y="472"/>
                    <a:pt x="1408" y="472"/>
                  </a:cubicBezTo>
                  <a:cubicBezTo>
                    <a:pt x="1402" y="486"/>
                    <a:pt x="1402" y="486"/>
                    <a:pt x="1402" y="486"/>
                  </a:cubicBezTo>
                  <a:cubicBezTo>
                    <a:pt x="1484" y="520"/>
                    <a:pt x="1484" y="520"/>
                    <a:pt x="1484" y="520"/>
                  </a:cubicBezTo>
                  <a:cubicBezTo>
                    <a:pt x="1489" y="506"/>
                    <a:pt x="1489" y="506"/>
                    <a:pt x="1489" y="506"/>
                  </a:cubicBezTo>
                  <a:cubicBezTo>
                    <a:pt x="1454" y="491"/>
                    <a:pt x="1454" y="491"/>
                    <a:pt x="1454" y="491"/>
                  </a:cubicBezTo>
                  <a:cubicBezTo>
                    <a:pt x="1465" y="464"/>
                    <a:pt x="1465" y="464"/>
                    <a:pt x="1465" y="464"/>
                  </a:cubicBezTo>
                  <a:cubicBezTo>
                    <a:pt x="1501" y="479"/>
                    <a:pt x="1501" y="479"/>
                    <a:pt x="1501" y="479"/>
                  </a:cubicBezTo>
                  <a:cubicBezTo>
                    <a:pt x="1506" y="465"/>
                    <a:pt x="1506" y="465"/>
                    <a:pt x="1506" y="465"/>
                  </a:cubicBezTo>
                  <a:cubicBezTo>
                    <a:pt x="1425" y="431"/>
                    <a:pt x="1425" y="431"/>
                    <a:pt x="1425" y="431"/>
                  </a:cubicBezTo>
                  <a:lnTo>
                    <a:pt x="1419" y="445"/>
                  </a:lnTo>
                  <a:close/>
                  <a:moveTo>
                    <a:pt x="1442" y="376"/>
                  </a:moveTo>
                  <a:cubicBezTo>
                    <a:pt x="1498" y="393"/>
                    <a:pt x="1498" y="393"/>
                    <a:pt x="1498" y="393"/>
                  </a:cubicBezTo>
                  <a:cubicBezTo>
                    <a:pt x="1433" y="406"/>
                    <a:pt x="1433" y="406"/>
                    <a:pt x="1433" y="406"/>
                  </a:cubicBezTo>
                  <a:cubicBezTo>
                    <a:pt x="1429" y="420"/>
                    <a:pt x="1429" y="420"/>
                    <a:pt x="1429" y="420"/>
                  </a:cubicBezTo>
                  <a:cubicBezTo>
                    <a:pt x="1513" y="445"/>
                    <a:pt x="1513" y="445"/>
                    <a:pt x="1513" y="445"/>
                  </a:cubicBezTo>
                  <a:cubicBezTo>
                    <a:pt x="1517" y="431"/>
                    <a:pt x="1517" y="431"/>
                    <a:pt x="1517" y="431"/>
                  </a:cubicBezTo>
                  <a:cubicBezTo>
                    <a:pt x="1462" y="415"/>
                    <a:pt x="1462" y="415"/>
                    <a:pt x="1462" y="415"/>
                  </a:cubicBezTo>
                  <a:cubicBezTo>
                    <a:pt x="1526" y="402"/>
                    <a:pt x="1526" y="402"/>
                    <a:pt x="1526" y="402"/>
                  </a:cubicBezTo>
                  <a:cubicBezTo>
                    <a:pt x="1530" y="388"/>
                    <a:pt x="1530" y="388"/>
                    <a:pt x="1530" y="388"/>
                  </a:cubicBezTo>
                  <a:cubicBezTo>
                    <a:pt x="1446" y="363"/>
                    <a:pt x="1446" y="363"/>
                    <a:pt x="1446" y="363"/>
                  </a:cubicBezTo>
                  <a:lnTo>
                    <a:pt x="1442" y="376"/>
                  </a:lnTo>
                  <a:close/>
                  <a:moveTo>
                    <a:pt x="1536" y="306"/>
                  </a:moveTo>
                  <a:cubicBezTo>
                    <a:pt x="1542" y="314"/>
                    <a:pt x="1545" y="323"/>
                    <a:pt x="1543" y="334"/>
                  </a:cubicBezTo>
                  <a:cubicBezTo>
                    <a:pt x="1541" y="345"/>
                    <a:pt x="1535" y="353"/>
                    <a:pt x="1526" y="358"/>
                  </a:cubicBezTo>
                  <a:cubicBezTo>
                    <a:pt x="1517" y="363"/>
                    <a:pt x="1506" y="364"/>
                    <a:pt x="1492" y="362"/>
                  </a:cubicBezTo>
                  <a:cubicBezTo>
                    <a:pt x="1483" y="360"/>
                    <a:pt x="1476" y="358"/>
                    <a:pt x="1470" y="354"/>
                  </a:cubicBezTo>
                  <a:cubicBezTo>
                    <a:pt x="1466" y="352"/>
                    <a:pt x="1463" y="349"/>
                    <a:pt x="1460" y="346"/>
                  </a:cubicBezTo>
                  <a:cubicBezTo>
                    <a:pt x="1457" y="342"/>
                    <a:pt x="1455" y="338"/>
                    <a:pt x="1454" y="335"/>
                  </a:cubicBezTo>
                  <a:cubicBezTo>
                    <a:pt x="1452" y="330"/>
                    <a:pt x="1452" y="324"/>
                    <a:pt x="1453" y="318"/>
                  </a:cubicBezTo>
                  <a:cubicBezTo>
                    <a:pt x="1455" y="307"/>
                    <a:pt x="1461" y="299"/>
                    <a:pt x="1470" y="294"/>
                  </a:cubicBezTo>
                  <a:cubicBezTo>
                    <a:pt x="1479" y="289"/>
                    <a:pt x="1490" y="288"/>
                    <a:pt x="1505" y="290"/>
                  </a:cubicBezTo>
                  <a:cubicBezTo>
                    <a:pt x="1518" y="293"/>
                    <a:pt x="1529" y="298"/>
                    <a:pt x="1536" y="306"/>
                  </a:cubicBezTo>
                  <a:close/>
                  <a:moveTo>
                    <a:pt x="1528" y="331"/>
                  </a:moveTo>
                  <a:cubicBezTo>
                    <a:pt x="1529" y="326"/>
                    <a:pt x="1527" y="320"/>
                    <a:pt x="1523" y="315"/>
                  </a:cubicBezTo>
                  <a:cubicBezTo>
                    <a:pt x="1518" y="311"/>
                    <a:pt x="1511" y="307"/>
                    <a:pt x="1501" y="306"/>
                  </a:cubicBezTo>
                  <a:cubicBezTo>
                    <a:pt x="1491" y="304"/>
                    <a:pt x="1484" y="304"/>
                    <a:pt x="1478" y="307"/>
                  </a:cubicBezTo>
                  <a:cubicBezTo>
                    <a:pt x="1472" y="310"/>
                    <a:pt x="1469" y="315"/>
                    <a:pt x="1468" y="321"/>
                  </a:cubicBezTo>
                  <a:cubicBezTo>
                    <a:pt x="1467" y="327"/>
                    <a:pt x="1469" y="332"/>
                    <a:pt x="1473" y="337"/>
                  </a:cubicBezTo>
                  <a:cubicBezTo>
                    <a:pt x="1477" y="341"/>
                    <a:pt x="1484" y="345"/>
                    <a:pt x="1494" y="346"/>
                  </a:cubicBezTo>
                  <a:cubicBezTo>
                    <a:pt x="1504" y="348"/>
                    <a:pt x="1512" y="348"/>
                    <a:pt x="1518" y="345"/>
                  </a:cubicBezTo>
                  <a:cubicBezTo>
                    <a:pt x="1523" y="342"/>
                    <a:pt x="1527" y="337"/>
                    <a:pt x="1528" y="331"/>
                  </a:cubicBezTo>
                  <a:close/>
                  <a:moveTo>
                    <a:pt x="1536" y="265"/>
                  </a:moveTo>
                  <a:cubicBezTo>
                    <a:pt x="1463" y="259"/>
                    <a:pt x="1463" y="259"/>
                    <a:pt x="1463" y="259"/>
                  </a:cubicBezTo>
                  <a:cubicBezTo>
                    <a:pt x="1462" y="274"/>
                    <a:pt x="1462" y="274"/>
                    <a:pt x="1462" y="274"/>
                  </a:cubicBezTo>
                  <a:cubicBezTo>
                    <a:pt x="1549" y="281"/>
                    <a:pt x="1549" y="281"/>
                    <a:pt x="1549" y="281"/>
                  </a:cubicBezTo>
                  <a:cubicBezTo>
                    <a:pt x="1553" y="228"/>
                    <a:pt x="1553" y="228"/>
                    <a:pt x="1553" y="228"/>
                  </a:cubicBezTo>
                  <a:cubicBezTo>
                    <a:pt x="1539" y="227"/>
                    <a:pt x="1539" y="227"/>
                    <a:pt x="1539" y="227"/>
                  </a:cubicBezTo>
                  <a:lnTo>
                    <a:pt x="1536" y="265"/>
                  </a:lnTo>
                  <a:close/>
                  <a:moveTo>
                    <a:pt x="1542" y="153"/>
                  </a:moveTo>
                  <a:cubicBezTo>
                    <a:pt x="1551" y="159"/>
                    <a:pt x="1555" y="168"/>
                    <a:pt x="1555" y="179"/>
                  </a:cubicBezTo>
                  <a:cubicBezTo>
                    <a:pt x="1555" y="190"/>
                    <a:pt x="1551" y="199"/>
                    <a:pt x="1544" y="206"/>
                  </a:cubicBezTo>
                  <a:cubicBezTo>
                    <a:pt x="1536" y="212"/>
                    <a:pt x="1525" y="216"/>
                    <a:pt x="1511" y="216"/>
                  </a:cubicBezTo>
                  <a:cubicBezTo>
                    <a:pt x="1502" y="216"/>
                    <a:pt x="1494" y="215"/>
                    <a:pt x="1488" y="213"/>
                  </a:cubicBezTo>
                  <a:cubicBezTo>
                    <a:pt x="1484" y="212"/>
                    <a:pt x="1480" y="209"/>
                    <a:pt x="1476" y="206"/>
                  </a:cubicBezTo>
                  <a:cubicBezTo>
                    <a:pt x="1472" y="204"/>
                    <a:pt x="1470" y="200"/>
                    <a:pt x="1468" y="197"/>
                  </a:cubicBezTo>
                  <a:cubicBezTo>
                    <a:pt x="1465" y="192"/>
                    <a:pt x="1464" y="187"/>
                    <a:pt x="1464" y="181"/>
                  </a:cubicBezTo>
                  <a:cubicBezTo>
                    <a:pt x="1464" y="170"/>
                    <a:pt x="1468" y="161"/>
                    <a:pt x="1476" y="154"/>
                  </a:cubicBezTo>
                  <a:cubicBezTo>
                    <a:pt x="1483" y="147"/>
                    <a:pt x="1495" y="144"/>
                    <a:pt x="1509" y="144"/>
                  </a:cubicBezTo>
                  <a:cubicBezTo>
                    <a:pt x="1523" y="143"/>
                    <a:pt x="1534" y="146"/>
                    <a:pt x="1542" y="153"/>
                  </a:cubicBezTo>
                  <a:close/>
                  <a:moveTo>
                    <a:pt x="1540" y="179"/>
                  </a:moveTo>
                  <a:cubicBezTo>
                    <a:pt x="1540" y="173"/>
                    <a:pt x="1537" y="168"/>
                    <a:pt x="1532" y="165"/>
                  </a:cubicBezTo>
                  <a:cubicBezTo>
                    <a:pt x="1527" y="161"/>
                    <a:pt x="1519" y="159"/>
                    <a:pt x="1509" y="159"/>
                  </a:cubicBezTo>
                  <a:cubicBezTo>
                    <a:pt x="1499" y="160"/>
                    <a:pt x="1491" y="161"/>
                    <a:pt x="1486" y="165"/>
                  </a:cubicBezTo>
                  <a:cubicBezTo>
                    <a:pt x="1481" y="169"/>
                    <a:pt x="1479" y="174"/>
                    <a:pt x="1479" y="181"/>
                  </a:cubicBezTo>
                  <a:cubicBezTo>
                    <a:pt x="1479" y="187"/>
                    <a:pt x="1482" y="192"/>
                    <a:pt x="1487" y="195"/>
                  </a:cubicBezTo>
                  <a:cubicBezTo>
                    <a:pt x="1492" y="199"/>
                    <a:pt x="1500" y="201"/>
                    <a:pt x="1510" y="201"/>
                  </a:cubicBezTo>
                  <a:cubicBezTo>
                    <a:pt x="1520" y="200"/>
                    <a:pt x="1527" y="198"/>
                    <a:pt x="1532" y="194"/>
                  </a:cubicBezTo>
                  <a:cubicBezTo>
                    <a:pt x="1537" y="190"/>
                    <a:pt x="1540" y="185"/>
                    <a:pt x="1540" y="179"/>
                  </a:cubicBezTo>
                  <a:close/>
                  <a:moveTo>
                    <a:pt x="1496" y="65"/>
                  </a:moveTo>
                  <a:cubicBezTo>
                    <a:pt x="1500" y="97"/>
                    <a:pt x="1500" y="97"/>
                    <a:pt x="1500" y="97"/>
                  </a:cubicBezTo>
                  <a:cubicBezTo>
                    <a:pt x="1514" y="95"/>
                    <a:pt x="1514" y="95"/>
                    <a:pt x="1514" y="95"/>
                  </a:cubicBezTo>
                  <a:cubicBezTo>
                    <a:pt x="1512" y="78"/>
                    <a:pt x="1512" y="78"/>
                    <a:pt x="1512" y="78"/>
                  </a:cubicBezTo>
                  <a:cubicBezTo>
                    <a:pt x="1523" y="76"/>
                    <a:pt x="1523" y="76"/>
                    <a:pt x="1523" y="76"/>
                  </a:cubicBezTo>
                  <a:cubicBezTo>
                    <a:pt x="1526" y="78"/>
                    <a:pt x="1528" y="81"/>
                    <a:pt x="1530" y="84"/>
                  </a:cubicBezTo>
                  <a:cubicBezTo>
                    <a:pt x="1531" y="87"/>
                    <a:pt x="1533" y="90"/>
                    <a:pt x="1533" y="93"/>
                  </a:cubicBezTo>
                  <a:cubicBezTo>
                    <a:pt x="1534" y="99"/>
                    <a:pt x="1532" y="105"/>
                    <a:pt x="1527" y="109"/>
                  </a:cubicBezTo>
                  <a:cubicBezTo>
                    <a:pt x="1523" y="114"/>
                    <a:pt x="1515" y="117"/>
                    <a:pt x="1505" y="118"/>
                  </a:cubicBezTo>
                  <a:cubicBezTo>
                    <a:pt x="1495" y="119"/>
                    <a:pt x="1488" y="119"/>
                    <a:pt x="1482" y="115"/>
                  </a:cubicBezTo>
                  <a:cubicBezTo>
                    <a:pt x="1477" y="112"/>
                    <a:pt x="1474" y="107"/>
                    <a:pt x="1473" y="101"/>
                  </a:cubicBezTo>
                  <a:cubicBezTo>
                    <a:pt x="1472" y="96"/>
                    <a:pt x="1473" y="93"/>
                    <a:pt x="1475" y="89"/>
                  </a:cubicBezTo>
                  <a:cubicBezTo>
                    <a:pt x="1477" y="86"/>
                    <a:pt x="1480" y="84"/>
                    <a:pt x="1485" y="82"/>
                  </a:cubicBezTo>
                  <a:cubicBezTo>
                    <a:pt x="1479" y="68"/>
                    <a:pt x="1479" y="68"/>
                    <a:pt x="1479" y="68"/>
                  </a:cubicBezTo>
                  <a:cubicBezTo>
                    <a:pt x="1471" y="70"/>
                    <a:pt x="1466" y="75"/>
                    <a:pt x="1462" y="80"/>
                  </a:cubicBezTo>
                  <a:cubicBezTo>
                    <a:pt x="1458" y="86"/>
                    <a:pt x="1457" y="94"/>
                    <a:pt x="1458" y="103"/>
                  </a:cubicBezTo>
                  <a:cubicBezTo>
                    <a:pt x="1459" y="110"/>
                    <a:pt x="1461" y="116"/>
                    <a:pt x="1465" y="120"/>
                  </a:cubicBezTo>
                  <a:cubicBezTo>
                    <a:pt x="1469" y="126"/>
                    <a:pt x="1475" y="130"/>
                    <a:pt x="1483" y="132"/>
                  </a:cubicBezTo>
                  <a:cubicBezTo>
                    <a:pt x="1490" y="134"/>
                    <a:pt x="1499" y="135"/>
                    <a:pt x="1508" y="134"/>
                  </a:cubicBezTo>
                  <a:cubicBezTo>
                    <a:pt x="1516" y="132"/>
                    <a:pt x="1524" y="130"/>
                    <a:pt x="1530" y="126"/>
                  </a:cubicBezTo>
                  <a:cubicBezTo>
                    <a:pt x="1537" y="122"/>
                    <a:pt x="1542" y="117"/>
                    <a:pt x="1545" y="111"/>
                  </a:cubicBezTo>
                  <a:cubicBezTo>
                    <a:pt x="1548" y="105"/>
                    <a:pt x="1549" y="98"/>
                    <a:pt x="1548" y="90"/>
                  </a:cubicBezTo>
                  <a:cubicBezTo>
                    <a:pt x="1547" y="84"/>
                    <a:pt x="1545" y="78"/>
                    <a:pt x="1541" y="72"/>
                  </a:cubicBezTo>
                  <a:cubicBezTo>
                    <a:pt x="1538" y="67"/>
                    <a:pt x="1534" y="63"/>
                    <a:pt x="1530" y="60"/>
                  </a:cubicBezTo>
                  <a:lnTo>
                    <a:pt x="1496" y="65"/>
                  </a:lnTo>
                  <a:close/>
                  <a:moveTo>
                    <a:pt x="1438" y="0"/>
                  </a:moveTo>
                  <a:cubicBezTo>
                    <a:pt x="1442" y="17"/>
                    <a:pt x="1442" y="17"/>
                    <a:pt x="1442" y="17"/>
                  </a:cubicBezTo>
                  <a:cubicBezTo>
                    <a:pt x="1480" y="25"/>
                    <a:pt x="1480" y="25"/>
                    <a:pt x="1480" y="25"/>
                  </a:cubicBezTo>
                  <a:cubicBezTo>
                    <a:pt x="1450" y="50"/>
                    <a:pt x="1450" y="50"/>
                    <a:pt x="1450" y="50"/>
                  </a:cubicBezTo>
                  <a:cubicBezTo>
                    <a:pt x="1455" y="68"/>
                    <a:pt x="1455" y="68"/>
                    <a:pt x="1455" y="68"/>
                  </a:cubicBezTo>
                  <a:cubicBezTo>
                    <a:pt x="1498" y="29"/>
                    <a:pt x="1498" y="29"/>
                    <a:pt x="1498" y="29"/>
                  </a:cubicBezTo>
                  <a:cubicBezTo>
                    <a:pt x="1534" y="20"/>
                    <a:pt x="1534" y="20"/>
                    <a:pt x="1534" y="20"/>
                  </a:cubicBezTo>
                  <a:cubicBezTo>
                    <a:pt x="1530" y="6"/>
                    <a:pt x="1530" y="6"/>
                    <a:pt x="1530" y="6"/>
                  </a:cubicBezTo>
                  <a:cubicBezTo>
                    <a:pt x="1494" y="14"/>
                    <a:pt x="1494" y="14"/>
                    <a:pt x="1494" y="14"/>
                  </a:cubicBezTo>
                  <a:lnTo>
                    <a:pt x="1438" y="0"/>
                  </a:ln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6" name="Freeform 55"/>
            <p:cNvSpPr>
              <a:spLocks noEditPoints="1"/>
            </p:cNvSpPr>
            <p:nvPr/>
          </p:nvSpPr>
          <p:spPr bwMode="auto">
            <a:xfrm>
              <a:off x="-1973263" y="-877888"/>
              <a:ext cx="928688" cy="930275"/>
            </a:xfrm>
            <a:custGeom>
              <a:avLst/>
              <a:gdLst>
                <a:gd name="T0" fmla="*/ 1215 w 1215"/>
                <a:gd name="T1" fmla="*/ 608 h 1215"/>
                <a:gd name="T2" fmla="*/ 608 w 1215"/>
                <a:gd name="T3" fmla="*/ 0 h 1215"/>
                <a:gd name="T4" fmla="*/ 0 w 1215"/>
                <a:gd name="T5" fmla="*/ 608 h 1215"/>
                <a:gd name="T6" fmla="*/ 608 w 1215"/>
                <a:gd name="T7" fmla="*/ 1215 h 1215"/>
                <a:gd name="T8" fmla="*/ 1215 w 1215"/>
                <a:gd name="T9" fmla="*/ 608 h 1215"/>
                <a:gd name="T10" fmla="*/ 608 w 1215"/>
                <a:gd name="T11" fmla="*/ 1196 h 1215"/>
                <a:gd name="T12" fmla="*/ 20 w 1215"/>
                <a:gd name="T13" fmla="*/ 608 h 1215"/>
                <a:gd name="T14" fmla="*/ 608 w 1215"/>
                <a:gd name="T15" fmla="*/ 20 h 1215"/>
                <a:gd name="T16" fmla="*/ 1196 w 1215"/>
                <a:gd name="T17" fmla="*/ 608 h 1215"/>
                <a:gd name="T18" fmla="*/ 608 w 1215"/>
                <a:gd name="T19" fmla="*/ 119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5" h="1215">
                  <a:moveTo>
                    <a:pt x="1215" y="608"/>
                  </a:moveTo>
                  <a:cubicBezTo>
                    <a:pt x="1215" y="272"/>
                    <a:pt x="943" y="0"/>
                    <a:pt x="608" y="0"/>
                  </a:cubicBezTo>
                  <a:cubicBezTo>
                    <a:pt x="272" y="0"/>
                    <a:pt x="0" y="272"/>
                    <a:pt x="0" y="608"/>
                  </a:cubicBezTo>
                  <a:cubicBezTo>
                    <a:pt x="0" y="943"/>
                    <a:pt x="272" y="1215"/>
                    <a:pt x="608" y="1215"/>
                  </a:cubicBezTo>
                  <a:cubicBezTo>
                    <a:pt x="943" y="1215"/>
                    <a:pt x="1215" y="943"/>
                    <a:pt x="1215" y="608"/>
                  </a:cubicBezTo>
                  <a:close/>
                  <a:moveTo>
                    <a:pt x="608" y="1196"/>
                  </a:moveTo>
                  <a:cubicBezTo>
                    <a:pt x="283" y="1196"/>
                    <a:pt x="20" y="932"/>
                    <a:pt x="20" y="608"/>
                  </a:cubicBezTo>
                  <a:cubicBezTo>
                    <a:pt x="20" y="283"/>
                    <a:pt x="283" y="20"/>
                    <a:pt x="608" y="20"/>
                  </a:cubicBezTo>
                  <a:cubicBezTo>
                    <a:pt x="932" y="20"/>
                    <a:pt x="1196" y="283"/>
                    <a:pt x="1196" y="608"/>
                  </a:cubicBezTo>
                  <a:cubicBezTo>
                    <a:pt x="1196" y="932"/>
                    <a:pt x="932" y="1196"/>
                    <a:pt x="608" y="1196"/>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7" name="Freeform 56"/>
            <p:cNvSpPr>
              <a:spLocks/>
            </p:cNvSpPr>
            <p:nvPr/>
          </p:nvSpPr>
          <p:spPr bwMode="auto">
            <a:xfrm>
              <a:off x="-1925638" y="-785813"/>
              <a:ext cx="831850" cy="763588"/>
            </a:xfrm>
            <a:custGeom>
              <a:avLst/>
              <a:gdLst>
                <a:gd name="T0" fmla="*/ 1033 w 1089"/>
                <a:gd name="T1" fmla="*/ 596 h 998"/>
                <a:gd name="T2" fmla="*/ 1011 w 1089"/>
                <a:gd name="T3" fmla="*/ 563 h 998"/>
                <a:gd name="T4" fmla="*/ 1030 w 1089"/>
                <a:gd name="T5" fmla="*/ 270 h 998"/>
                <a:gd name="T6" fmla="*/ 983 w 1089"/>
                <a:gd name="T7" fmla="*/ 289 h 998"/>
                <a:gd name="T8" fmla="*/ 856 w 1089"/>
                <a:gd name="T9" fmla="*/ 60 h 998"/>
                <a:gd name="T10" fmla="*/ 803 w 1089"/>
                <a:gd name="T11" fmla="*/ 54 h 998"/>
                <a:gd name="T12" fmla="*/ 801 w 1089"/>
                <a:gd name="T13" fmla="*/ 113 h 998"/>
                <a:gd name="T14" fmla="*/ 832 w 1089"/>
                <a:gd name="T15" fmla="*/ 155 h 998"/>
                <a:gd name="T16" fmla="*/ 958 w 1089"/>
                <a:gd name="T17" fmla="*/ 304 h 998"/>
                <a:gd name="T18" fmla="*/ 949 w 1089"/>
                <a:gd name="T19" fmla="*/ 321 h 998"/>
                <a:gd name="T20" fmla="*/ 986 w 1089"/>
                <a:gd name="T21" fmla="*/ 539 h 998"/>
                <a:gd name="T22" fmla="*/ 959 w 1089"/>
                <a:gd name="T23" fmla="*/ 585 h 998"/>
                <a:gd name="T24" fmla="*/ 925 w 1089"/>
                <a:gd name="T25" fmla="*/ 616 h 998"/>
                <a:gd name="T26" fmla="*/ 875 w 1089"/>
                <a:gd name="T27" fmla="*/ 794 h 998"/>
                <a:gd name="T28" fmla="*/ 848 w 1089"/>
                <a:gd name="T29" fmla="*/ 753 h 998"/>
                <a:gd name="T30" fmla="*/ 582 w 1089"/>
                <a:gd name="T31" fmla="*/ 903 h 998"/>
                <a:gd name="T32" fmla="*/ 508 w 1089"/>
                <a:gd name="T33" fmla="*/ 903 h 998"/>
                <a:gd name="T34" fmla="*/ 241 w 1089"/>
                <a:gd name="T35" fmla="*/ 753 h 998"/>
                <a:gd name="T36" fmla="*/ 214 w 1089"/>
                <a:gd name="T37" fmla="*/ 794 h 998"/>
                <a:gd name="T38" fmla="*/ 164 w 1089"/>
                <a:gd name="T39" fmla="*/ 616 h 998"/>
                <a:gd name="T40" fmla="*/ 130 w 1089"/>
                <a:gd name="T41" fmla="*/ 585 h 998"/>
                <a:gd name="T42" fmla="*/ 104 w 1089"/>
                <a:gd name="T43" fmla="*/ 539 h 998"/>
                <a:gd name="T44" fmla="*/ 140 w 1089"/>
                <a:gd name="T45" fmla="*/ 321 h 998"/>
                <a:gd name="T46" fmla="*/ 131 w 1089"/>
                <a:gd name="T47" fmla="*/ 304 h 998"/>
                <a:gd name="T48" fmla="*/ 257 w 1089"/>
                <a:gd name="T49" fmla="*/ 155 h 998"/>
                <a:gd name="T50" fmla="*/ 288 w 1089"/>
                <a:gd name="T51" fmla="*/ 113 h 998"/>
                <a:gd name="T52" fmla="*/ 286 w 1089"/>
                <a:gd name="T53" fmla="*/ 54 h 998"/>
                <a:gd name="T54" fmla="*/ 234 w 1089"/>
                <a:gd name="T55" fmla="*/ 60 h 998"/>
                <a:gd name="T56" fmla="*/ 106 w 1089"/>
                <a:gd name="T57" fmla="*/ 289 h 998"/>
                <a:gd name="T58" fmla="*/ 59 w 1089"/>
                <a:gd name="T59" fmla="*/ 270 h 998"/>
                <a:gd name="T60" fmla="*/ 78 w 1089"/>
                <a:gd name="T61" fmla="*/ 563 h 998"/>
                <a:gd name="T62" fmla="*/ 56 w 1089"/>
                <a:gd name="T63" fmla="*/ 596 h 998"/>
                <a:gd name="T64" fmla="*/ 48 w 1089"/>
                <a:gd name="T65" fmla="*/ 627 h 998"/>
                <a:gd name="T66" fmla="*/ 321 w 1089"/>
                <a:gd name="T67" fmla="*/ 873 h 998"/>
                <a:gd name="T68" fmla="*/ 249 w 1089"/>
                <a:gd name="T69" fmla="*/ 888 h 998"/>
                <a:gd name="T70" fmla="*/ 462 w 1089"/>
                <a:gd name="T71" fmla="*/ 915 h 998"/>
                <a:gd name="T72" fmla="*/ 477 w 1089"/>
                <a:gd name="T73" fmla="*/ 938 h 998"/>
                <a:gd name="T74" fmla="*/ 450 w 1089"/>
                <a:gd name="T75" fmla="*/ 998 h 998"/>
                <a:gd name="T76" fmla="*/ 545 w 1089"/>
                <a:gd name="T77" fmla="*/ 938 h 998"/>
                <a:gd name="T78" fmla="*/ 639 w 1089"/>
                <a:gd name="T79" fmla="*/ 998 h 998"/>
                <a:gd name="T80" fmla="*/ 613 w 1089"/>
                <a:gd name="T81" fmla="*/ 938 h 998"/>
                <a:gd name="T82" fmla="*/ 627 w 1089"/>
                <a:gd name="T83" fmla="*/ 915 h 998"/>
                <a:gd name="T84" fmla="*/ 840 w 1089"/>
                <a:gd name="T85" fmla="*/ 888 h 998"/>
                <a:gd name="T86" fmla="*/ 768 w 1089"/>
                <a:gd name="T87" fmla="*/ 873 h 998"/>
                <a:gd name="T88" fmla="*/ 1041 w 1089"/>
                <a:gd name="T89" fmla="*/ 62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998">
                  <a:moveTo>
                    <a:pt x="949" y="743"/>
                  </a:moveTo>
                  <a:cubicBezTo>
                    <a:pt x="972" y="659"/>
                    <a:pt x="995" y="653"/>
                    <a:pt x="1033" y="596"/>
                  </a:cubicBezTo>
                  <a:cubicBezTo>
                    <a:pt x="1069" y="542"/>
                    <a:pt x="1089" y="435"/>
                    <a:pt x="1052" y="398"/>
                  </a:cubicBezTo>
                  <a:cubicBezTo>
                    <a:pt x="1047" y="476"/>
                    <a:pt x="1021" y="492"/>
                    <a:pt x="1011" y="563"/>
                  </a:cubicBezTo>
                  <a:cubicBezTo>
                    <a:pt x="1005" y="506"/>
                    <a:pt x="1005" y="473"/>
                    <a:pt x="1016" y="435"/>
                  </a:cubicBezTo>
                  <a:cubicBezTo>
                    <a:pt x="1026" y="402"/>
                    <a:pt x="1040" y="326"/>
                    <a:pt x="1030" y="270"/>
                  </a:cubicBezTo>
                  <a:cubicBezTo>
                    <a:pt x="1022" y="226"/>
                    <a:pt x="1003" y="210"/>
                    <a:pt x="979" y="200"/>
                  </a:cubicBezTo>
                  <a:cubicBezTo>
                    <a:pt x="991" y="247"/>
                    <a:pt x="983" y="289"/>
                    <a:pt x="983" y="289"/>
                  </a:cubicBezTo>
                  <a:cubicBezTo>
                    <a:pt x="983" y="289"/>
                    <a:pt x="954" y="258"/>
                    <a:pt x="944" y="179"/>
                  </a:cubicBezTo>
                  <a:cubicBezTo>
                    <a:pt x="935" y="100"/>
                    <a:pt x="880" y="61"/>
                    <a:pt x="856" y="60"/>
                  </a:cubicBezTo>
                  <a:cubicBezTo>
                    <a:pt x="879" y="100"/>
                    <a:pt x="877" y="113"/>
                    <a:pt x="887" y="152"/>
                  </a:cubicBezTo>
                  <a:cubicBezTo>
                    <a:pt x="861" y="137"/>
                    <a:pt x="843" y="90"/>
                    <a:pt x="803" y="54"/>
                  </a:cubicBezTo>
                  <a:cubicBezTo>
                    <a:pt x="745" y="0"/>
                    <a:pt x="699" y="0"/>
                    <a:pt x="671" y="24"/>
                  </a:cubicBezTo>
                  <a:cubicBezTo>
                    <a:pt x="751" y="56"/>
                    <a:pt x="737" y="64"/>
                    <a:pt x="801" y="113"/>
                  </a:cubicBezTo>
                  <a:cubicBezTo>
                    <a:pt x="863" y="154"/>
                    <a:pt x="892" y="158"/>
                    <a:pt x="909" y="212"/>
                  </a:cubicBezTo>
                  <a:cubicBezTo>
                    <a:pt x="882" y="185"/>
                    <a:pt x="865" y="168"/>
                    <a:pt x="832" y="155"/>
                  </a:cubicBezTo>
                  <a:cubicBezTo>
                    <a:pt x="824" y="172"/>
                    <a:pt x="838" y="206"/>
                    <a:pt x="883" y="245"/>
                  </a:cubicBezTo>
                  <a:cubicBezTo>
                    <a:pt x="921" y="282"/>
                    <a:pt x="928" y="266"/>
                    <a:pt x="958" y="304"/>
                  </a:cubicBezTo>
                  <a:cubicBezTo>
                    <a:pt x="980" y="333"/>
                    <a:pt x="1003" y="361"/>
                    <a:pt x="994" y="428"/>
                  </a:cubicBezTo>
                  <a:cubicBezTo>
                    <a:pt x="974" y="380"/>
                    <a:pt x="961" y="374"/>
                    <a:pt x="949" y="321"/>
                  </a:cubicBezTo>
                  <a:cubicBezTo>
                    <a:pt x="937" y="339"/>
                    <a:pt x="928" y="365"/>
                    <a:pt x="934" y="398"/>
                  </a:cubicBezTo>
                  <a:cubicBezTo>
                    <a:pt x="947" y="470"/>
                    <a:pt x="976" y="467"/>
                    <a:pt x="986" y="539"/>
                  </a:cubicBezTo>
                  <a:cubicBezTo>
                    <a:pt x="991" y="578"/>
                    <a:pt x="992" y="629"/>
                    <a:pt x="957" y="667"/>
                  </a:cubicBezTo>
                  <a:cubicBezTo>
                    <a:pt x="950" y="633"/>
                    <a:pt x="953" y="617"/>
                    <a:pt x="959" y="585"/>
                  </a:cubicBezTo>
                  <a:cubicBezTo>
                    <a:pt x="964" y="556"/>
                    <a:pt x="960" y="532"/>
                    <a:pt x="950" y="501"/>
                  </a:cubicBezTo>
                  <a:cubicBezTo>
                    <a:pt x="928" y="521"/>
                    <a:pt x="920" y="570"/>
                    <a:pt x="925" y="616"/>
                  </a:cubicBezTo>
                  <a:cubicBezTo>
                    <a:pt x="930" y="664"/>
                    <a:pt x="964" y="700"/>
                    <a:pt x="912" y="770"/>
                  </a:cubicBezTo>
                  <a:cubicBezTo>
                    <a:pt x="889" y="790"/>
                    <a:pt x="875" y="794"/>
                    <a:pt x="875" y="794"/>
                  </a:cubicBezTo>
                  <a:cubicBezTo>
                    <a:pt x="903" y="761"/>
                    <a:pt x="940" y="684"/>
                    <a:pt x="913" y="643"/>
                  </a:cubicBezTo>
                  <a:cubicBezTo>
                    <a:pt x="903" y="688"/>
                    <a:pt x="876" y="714"/>
                    <a:pt x="848" y="753"/>
                  </a:cubicBezTo>
                  <a:cubicBezTo>
                    <a:pt x="809" y="810"/>
                    <a:pt x="842" y="826"/>
                    <a:pt x="722" y="871"/>
                  </a:cubicBezTo>
                  <a:cubicBezTo>
                    <a:pt x="686" y="885"/>
                    <a:pt x="636" y="889"/>
                    <a:pt x="582" y="903"/>
                  </a:cubicBezTo>
                  <a:cubicBezTo>
                    <a:pt x="568" y="906"/>
                    <a:pt x="556" y="909"/>
                    <a:pt x="545" y="912"/>
                  </a:cubicBezTo>
                  <a:cubicBezTo>
                    <a:pt x="533" y="909"/>
                    <a:pt x="521" y="906"/>
                    <a:pt x="508" y="903"/>
                  </a:cubicBezTo>
                  <a:cubicBezTo>
                    <a:pt x="453" y="889"/>
                    <a:pt x="403" y="885"/>
                    <a:pt x="367" y="871"/>
                  </a:cubicBezTo>
                  <a:cubicBezTo>
                    <a:pt x="247" y="826"/>
                    <a:pt x="280" y="810"/>
                    <a:pt x="241" y="753"/>
                  </a:cubicBezTo>
                  <a:cubicBezTo>
                    <a:pt x="213" y="714"/>
                    <a:pt x="186" y="688"/>
                    <a:pt x="176" y="643"/>
                  </a:cubicBezTo>
                  <a:cubicBezTo>
                    <a:pt x="149" y="684"/>
                    <a:pt x="186" y="761"/>
                    <a:pt x="214" y="794"/>
                  </a:cubicBezTo>
                  <a:cubicBezTo>
                    <a:pt x="214" y="794"/>
                    <a:pt x="201" y="790"/>
                    <a:pt x="177" y="770"/>
                  </a:cubicBezTo>
                  <a:cubicBezTo>
                    <a:pt x="125" y="700"/>
                    <a:pt x="159" y="664"/>
                    <a:pt x="164" y="616"/>
                  </a:cubicBezTo>
                  <a:cubicBezTo>
                    <a:pt x="169" y="570"/>
                    <a:pt x="161" y="521"/>
                    <a:pt x="139" y="501"/>
                  </a:cubicBezTo>
                  <a:cubicBezTo>
                    <a:pt x="129" y="532"/>
                    <a:pt x="125" y="556"/>
                    <a:pt x="130" y="585"/>
                  </a:cubicBezTo>
                  <a:cubicBezTo>
                    <a:pt x="136" y="617"/>
                    <a:pt x="139" y="633"/>
                    <a:pt x="132" y="667"/>
                  </a:cubicBezTo>
                  <a:cubicBezTo>
                    <a:pt x="97" y="629"/>
                    <a:pt x="98" y="578"/>
                    <a:pt x="104" y="539"/>
                  </a:cubicBezTo>
                  <a:cubicBezTo>
                    <a:pt x="113" y="467"/>
                    <a:pt x="142" y="470"/>
                    <a:pt x="155" y="398"/>
                  </a:cubicBezTo>
                  <a:cubicBezTo>
                    <a:pt x="161" y="365"/>
                    <a:pt x="152" y="339"/>
                    <a:pt x="140" y="321"/>
                  </a:cubicBezTo>
                  <a:cubicBezTo>
                    <a:pt x="128" y="374"/>
                    <a:pt x="115" y="380"/>
                    <a:pt x="96" y="428"/>
                  </a:cubicBezTo>
                  <a:cubicBezTo>
                    <a:pt x="87" y="361"/>
                    <a:pt x="109" y="333"/>
                    <a:pt x="131" y="304"/>
                  </a:cubicBezTo>
                  <a:cubicBezTo>
                    <a:pt x="161" y="266"/>
                    <a:pt x="168" y="282"/>
                    <a:pt x="206" y="245"/>
                  </a:cubicBezTo>
                  <a:cubicBezTo>
                    <a:pt x="251" y="206"/>
                    <a:pt x="265" y="172"/>
                    <a:pt x="257" y="155"/>
                  </a:cubicBezTo>
                  <a:cubicBezTo>
                    <a:pt x="224" y="168"/>
                    <a:pt x="207" y="185"/>
                    <a:pt x="181" y="212"/>
                  </a:cubicBezTo>
                  <a:cubicBezTo>
                    <a:pt x="198" y="158"/>
                    <a:pt x="226" y="154"/>
                    <a:pt x="288" y="113"/>
                  </a:cubicBezTo>
                  <a:cubicBezTo>
                    <a:pt x="352" y="64"/>
                    <a:pt x="338" y="56"/>
                    <a:pt x="418" y="24"/>
                  </a:cubicBezTo>
                  <a:cubicBezTo>
                    <a:pt x="390" y="0"/>
                    <a:pt x="344" y="0"/>
                    <a:pt x="286" y="54"/>
                  </a:cubicBezTo>
                  <a:cubicBezTo>
                    <a:pt x="246" y="90"/>
                    <a:pt x="229" y="137"/>
                    <a:pt x="203" y="152"/>
                  </a:cubicBezTo>
                  <a:cubicBezTo>
                    <a:pt x="212" y="113"/>
                    <a:pt x="210" y="100"/>
                    <a:pt x="234" y="60"/>
                  </a:cubicBezTo>
                  <a:cubicBezTo>
                    <a:pt x="209" y="61"/>
                    <a:pt x="154" y="100"/>
                    <a:pt x="145" y="179"/>
                  </a:cubicBezTo>
                  <a:cubicBezTo>
                    <a:pt x="136" y="258"/>
                    <a:pt x="106" y="289"/>
                    <a:pt x="106" y="289"/>
                  </a:cubicBezTo>
                  <a:cubicBezTo>
                    <a:pt x="106" y="289"/>
                    <a:pt x="98" y="247"/>
                    <a:pt x="110" y="200"/>
                  </a:cubicBezTo>
                  <a:cubicBezTo>
                    <a:pt x="86" y="210"/>
                    <a:pt x="67" y="226"/>
                    <a:pt x="59" y="270"/>
                  </a:cubicBezTo>
                  <a:cubicBezTo>
                    <a:pt x="49" y="326"/>
                    <a:pt x="63" y="402"/>
                    <a:pt x="73" y="435"/>
                  </a:cubicBezTo>
                  <a:cubicBezTo>
                    <a:pt x="84" y="473"/>
                    <a:pt x="84" y="506"/>
                    <a:pt x="78" y="563"/>
                  </a:cubicBezTo>
                  <a:cubicBezTo>
                    <a:pt x="68" y="492"/>
                    <a:pt x="42" y="476"/>
                    <a:pt x="37" y="398"/>
                  </a:cubicBezTo>
                  <a:cubicBezTo>
                    <a:pt x="0" y="435"/>
                    <a:pt x="20" y="542"/>
                    <a:pt x="56" y="596"/>
                  </a:cubicBezTo>
                  <a:cubicBezTo>
                    <a:pt x="94" y="653"/>
                    <a:pt x="117" y="659"/>
                    <a:pt x="140" y="743"/>
                  </a:cubicBezTo>
                  <a:cubicBezTo>
                    <a:pt x="104" y="692"/>
                    <a:pt x="76" y="687"/>
                    <a:pt x="48" y="627"/>
                  </a:cubicBezTo>
                  <a:cubicBezTo>
                    <a:pt x="27" y="654"/>
                    <a:pt x="46" y="709"/>
                    <a:pt x="103" y="756"/>
                  </a:cubicBezTo>
                  <a:cubicBezTo>
                    <a:pt x="152" y="803"/>
                    <a:pt x="231" y="799"/>
                    <a:pt x="321" y="873"/>
                  </a:cubicBezTo>
                  <a:cubicBezTo>
                    <a:pt x="248" y="830"/>
                    <a:pt x="172" y="830"/>
                    <a:pt x="132" y="805"/>
                  </a:cubicBezTo>
                  <a:cubicBezTo>
                    <a:pt x="125" y="839"/>
                    <a:pt x="171" y="868"/>
                    <a:pt x="249" y="888"/>
                  </a:cubicBezTo>
                  <a:cubicBezTo>
                    <a:pt x="280" y="896"/>
                    <a:pt x="327" y="897"/>
                    <a:pt x="353" y="898"/>
                  </a:cubicBezTo>
                  <a:cubicBezTo>
                    <a:pt x="403" y="899"/>
                    <a:pt x="430" y="909"/>
                    <a:pt x="462" y="915"/>
                  </a:cubicBezTo>
                  <a:cubicBezTo>
                    <a:pt x="475" y="917"/>
                    <a:pt x="490" y="920"/>
                    <a:pt x="506" y="925"/>
                  </a:cubicBezTo>
                  <a:cubicBezTo>
                    <a:pt x="493" y="930"/>
                    <a:pt x="483" y="934"/>
                    <a:pt x="477" y="938"/>
                  </a:cubicBezTo>
                  <a:cubicBezTo>
                    <a:pt x="453" y="951"/>
                    <a:pt x="455" y="951"/>
                    <a:pt x="408" y="982"/>
                  </a:cubicBezTo>
                  <a:cubicBezTo>
                    <a:pt x="450" y="998"/>
                    <a:pt x="450" y="998"/>
                    <a:pt x="450" y="998"/>
                  </a:cubicBezTo>
                  <a:cubicBezTo>
                    <a:pt x="450" y="998"/>
                    <a:pt x="473" y="971"/>
                    <a:pt x="515" y="951"/>
                  </a:cubicBezTo>
                  <a:cubicBezTo>
                    <a:pt x="524" y="946"/>
                    <a:pt x="534" y="942"/>
                    <a:pt x="545" y="938"/>
                  </a:cubicBezTo>
                  <a:cubicBezTo>
                    <a:pt x="555" y="942"/>
                    <a:pt x="565" y="946"/>
                    <a:pt x="574" y="951"/>
                  </a:cubicBezTo>
                  <a:cubicBezTo>
                    <a:pt x="616" y="971"/>
                    <a:pt x="639" y="998"/>
                    <a:pt x="639" y="998"/>
                  </a:cubicBezTo>
                  <a:cubicBezTo>
                    <a:pt x="681" y="982"/>
                    <a:pt x="681" y="982"/>
                    <a:pt x="681" y="982"/>
                  </a:cubicBezTo>
                  <a:cubicBezTo>
                    <a:pt x="635" y="951"/>
                    <a:pt x="636" y="951"/>
                    <a:pt x="613" y="938"/>
                  </a:cubicBezTo>
                  <a:cubicBezTo>
                    <a:pt x="606" y="934"/>
                    <a:pt x="596" y="930"/>
                    <a:pt x="583" y="925"/>
                  </a:cubicBezTo>
                  <a:cubicBezTo>
                    <a:pt x="599" y="920"/>
                    <a:pt x="614" y="917"/>
                    <a:pt x="627" y="915"/>
                  </a:cubicBezTo>
                  <a:cubicBezTo>
                    <a:pt x="659" y="909"/>
                    <a:pt x="686" y="899"/>
                    <a:pt x="736" y="898"/>
                  </a:cubicBezTo>
                  <a:cubicBezTo>
                    <a:pt x="762" y="897"/>
                    <a:pt x="809" y="896"/>
                    <a:pt x="840" y="888"/>
                  </a:cubicBezTo>
                  <a:cubicBezTo>
                    <a:pt x="919" y="868"/>
                    <a:pt x="965" y="839"/>
                    <a:pt x="957" y="805"/>
                  </a:cubicBezTo>
                  <a:cubicBezTo>
                    <a:pt x="917" y="830"/>
                    <a:pt x="841" y="830"/>
                    <a:pt x="768" y="873"/>
                  </a:cubicBezTo>
                  <a:cubicBezTo>
                    <a:pt x="858" y="799"/>
                    <a:pt x="937" y="803"/>
                    <a:pt x="986" y="756"/>
                  </a:cubicBezTo>
                  <a:cubicBezTo>
                    <a:pt x="1043" y="709"/>
                    <a:pt x="1063" y="654"/>
                    <a:pt x="1041" y="627"/>
                  </a:cubicBezTo>
                  <a:cubicBezTo>
                    <a:pt x="1013" y="687"/>
                    <a:pt x="985" y="692"/>
                    <a:pt x="949" y="743"/>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8" name="Freeform 57"/>
            <p:cNvSpPr>
              <a:spLocks noEditPoints="1"/>
            </p:cNvSpPr>
            <p:nvPr/>
          </p:nvSpPr>
          <p:spPr bwMode="auto">
            <a:xfrm>
              <a:off x="-1698625" y="-652463"/>
              <a:ext cx="379413" cy="509588"/>
            </a:xfrm>
            <a:custGeom>
              <a:avLst/>
              <a:gdLst>
                <a:gd name="T0" fmla="*/ 340 w 496"/>
                <a:gd name="T1" fmla="*/ 373 h 667"/>
                <a:gd name="T2" fmla="*/ 396 w 496"/>
                <a:gd name="T3" fmla="*/ 382 h 667"/>
                <a:gd name="T4" fmla="*/ 187 w 496"/>
                <a:gd name="T5" fmla="*/ 323 h 667"/>
                <a:gd name="T6" fmla="*/ 189 w 496"/>
                <a:gd name="T7" fmla="*/ 334 h 667"/>
                <a:gd name="T8" fmla="*/ 193 w 496"/>
                <a:gd name="T9" fmla="*/ 333 h 667"/>
                <a:gd name="T10" fmla="*/ 113 w 496"/>
                <a:gd name="T11" fmla="*/ 331 h 667"/>
                <a:gd name="T12" fmla="*/ 115 w 496"/>
                <a:gd name="T13" fmla="*/ 317 h 667"/>
                <a:gd name="T14" fmla="*/ 121 w 496"/>
                <a:gd name="T15" fmla="*/ 317 h 667"/>
                <a:gd name="T16" fmla="*/ 117 w 496"/>
                <a:gd name="T17" fmla="*/ 326 h 667"/>
                <a:gd name="T18" fmla="*/ 115 w 496"/>
                <a:gd name="T19" fmla="*/ 330 h 667"/>
                <a:gd name="T20" fmla="*/ 348 w 496"/>
                <a:gd name="T21" fmla="*/ 324 h 667"/>
                <a:gd name="T22" fmla="*/ 53 w 496"/>
                <a:gd name="T23" fmla="*/ 363 h 667"/>
                <a:gd name="T24" fmla="*/ 379 w 496"/>
                <a:gd name="T25" fmla="*/ 313 h 667"/>
                <a:gd name="T26" fmla="*/ 306 w 496"/>
                <a:gd name="T27" fmla="*/ 330 h 667"/>
                <a:gd name="T28" fmla="*/ 305 w 496"/>
                <a:gd name="T29" fmla="*/ 315 h 667"/>
                <a:gd name="T30" fmla="*/ 298 w 496"/>
                <a:gd name="T31" fmla="*/ 314 h 667"/>
                <a:gd name="T32" fmla="*/ 276 w 496"/>
                <a:gd name="T33" fmla="*/ 322 h 667"/>
                <a:gd name="T34" fmla="*/ 203 w 496"/>
                <a:gd name="T35" fmla="*/ 319 h 667"/>
                <a:gd name="T36" fmla="*/ 110 w 496"/>
                <a:gd name="T37" fmla="*/ 316 h 667"/>
                <a:gd name="T38" fmla="*/ 106 w 496"/>
                <a:gd name="T39" fmla="*/ 321 h 667"/>
                <a:gd name="T40" fmla="*/ 119 w 496"/>
                <a:gd name="T41" fmla="*/ 335 h 667"/>
                <a:gd name="T42" fmla="*/ 123 w 496"/>
                <a:gd name="T43" fmla="*/ 338 h 667"/>
                <a:gd name="T44" fmla="*/ 151 w 496"/>
                <a:gd name="T45" fmla="*/ 320 h 667"/>
                <a:gd name="T46" fmla="*/ 144 w 496"/>
                <a:gd name="T47" fmla="*/ 326 h 667"/>
                <a:gd name="T48" fmla="*/ 142 w 496"/>
                <a:gd name="T49" fmla="*/ 316 h 667"/>
                <a:gd name="T50" fmla="*/ 139 w 496"/>
                <a:gd name="T51" fmla="*/ 338 h 667"/>
                <a:gd name="T52" fmla="*/ 152 w 496"/>
                <a:gd name="T53" fmla="*/ 330 h 667"/>
                <a:gd name="T54" fmla="*/ 201 w 496"/>
                <a:gd name="T55" fmla="*/ 317 h 667"/>
                <a:gd name="T56" fmla="*/ 197 w 496"/>
                <a:gd name="T57" fmla="*/ 330 h 667"/>
                <a:gd name="T58" fmla="*/ 190 w 496"/>
                <a:gd name="T59" fmla="*/ 322 h 667"/>
                <a:gd name="T60" fmla="*/ 192 w 496"/>
                <a:gd name="T61" fmla="*/ 318 h 667"/>
                <a:gd name="T62" fmla="*/ 183 w 496"/>
                <a:gd name="T63" fmla="*/ 322 h 667"/>
                <a:gd name="T64" fmla="*/ 188 w 496"/>
                <a:gd name="T65" fmla="*/ 336 h 667"/>
                <a:gd name="T66" fmla="*/ 204 w 496"/>
                <a:gd name="T67" fmla="*/ 338 h 667"/>
                <a:gd name="T68" fmla="*/ 219 w 496"/>
                <a:gd name="T69" fmla="*/ 321 h 667"/>
                <a:gd name="T70" fmla="*/ 218 w 496"/>
                <a:gd name="T71" fmla="*/ 338 h 667"/>
                <a:gd name="T72" fmla="*/ 227 w 496"/>
                <a:gd name="T73" fmla="*/ 341 h 667"/>
                <a:gd name="T74" fmla="*/ 270 w 496"/>
                <a:gd name="T75" fmla="*/ 325 h 667"/>
                <a:gd name="T76" fmla="*/ 266 w 496"/>
                <a:gd name="T77" fmla="*/ 318 h 667"/>
                <a:gd name="T78" fmla="*/ 263 w 496"/>
                <a:gd name="T79" fmla="*/ 329 h 667"/>
                <a:gd name="T80" fmla="*/ 263 w 496"/>
                <a:gd name="T81" fmla="*/ 334 h 667"/>
                <a:gd name="T82" fmla="*/ 278 w 496"/>
                <a:gd name="T83" fmla="*/ 333 h 667"/>
                <a:gd name="T84" fmla="*/ 294 w 496"/>
                <a:gd name="T85" fmla="*/ 324 h 667"/>
                <a:gd name="T86" fmla="*/ 291 w 496"/>
                <a:gd name="T87" fmla="*/ 334 h 667"/>
                <a:gd name="T88" fmla="*/ 354 w 496"/>
                <a:gd name="T89" fmla="*/ 325 h 667"/>
                <a:gd name="T90" fmla="*/ 347 w 496"/>
                <a:gd name="T91" fmla="*/ 313 h 667"/>
                <a:gd name="T92" fmla="*/ 341 w 496"/>
                <a:gd name="T93" fmla="*/ 325 h 667"/>
                <a:gd name="T94" fmla="*/ 340 w 496"/>
                <a:gd name="T95" fmla="*/ 336 h 667"/>
                <a:gd name="T96" fmla="*/ 345 w 496"/>
                <a:gd name="T97" fmla="*/ 330 h 667"/>
                <a:gd name="T98" fmla="*/ 355 w 496"/>
                <a:gd name="T99" fmla="*/ 332 h 667"/>
                <a:gd name="T100" fmla="*/ 388 w 496"/>
                <a:gd name="T101" fmla="*/ 321 h 667"/>
                <a:gd name="T102" fmla="*/ 380 w 496"/>
                <a:gd name="T103" fmla="*/ 315 h 667"/>
                <a:gd name="T104" fmla="*/ 375 w 496"/>
                <a:gd name="T105" fmla="*/ 324 h 667"/>
                <a:gd name="T106" fmla="*/ 372 w 496"/>
                <a:gd name="T107" fmla="*/ 333 h 667"/>
                <a:gd name="T108" fmla="*/ 380 w 496"/>
                <a:gd name="T109" fmla="*/ 325 h 667"/>
                <a:gd name="T110" fmla="*/ 386 w 496"/>
                <a:gd name="T111" fmla="*/ 336 h 667"/>
                <a:gd name="T112" fmla="*/ 300 w 496"/>
                <a:gd name="T113" fmla="*/ 327 h 667"/>
                <a:gd name="T114" fmla="*/ 496 w 496"/>
                <a:gd name="T115" fmla="*/ 1 h 667"/>
                <a:gd name="T116" fmla="*/ 43 w 496"/>
                <a:gd name="T117" fmla="*/ 531 h 667"/>
                <a:gd name="T118" fmla="*/ 224 w 496"/>
                <a:gd name="T119" fmla="*/ 553 h 667"/>
                <a:gd name="T120" fmla="*/ 329 w 496"/>
                <a:gd name="T121" fmla="*/ 551 h 667"/>
                <a:gd name="T122" fmla="*/ 477 w 496"/>
                <a:gd name="T123" fmla="*/ 395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6" h="667">
                  <a:moveTo>
                    <a:pt x="224" y="543"/>
                  </a:moveTo>
                  <a:cubicBezTo>
                    <a:pt x="224" y="545"/>
                    <a:pt x="224" y="545"/>
                    <a:pt x="223" y="546"/>
                  </a:cubicBezTo>
                  <a:cubicBezTo>
                    <a:pt x="222" y="548"/>
                    <a:pt x="220" y="550"/>
                    <a:pt x="216" y="550"/>
                  </a:cubicBezTo>
                  <a:cubicBezTo>
                    <a:pt x="212" y="550"/>
                    <a:pt x="209" y="546"/>
                    <a:pt x="209" y="540"/>
                  </a:cubicBezTo>
                  <a:cubicBezTo>
                    <a:pt x="209" y="535"/>
                    <a:pt x="212" y="531"/>
                    <a:pt x="216" y="531"/>
                  </a:cubicBezTo>
                  <a:cubicBezTo>
                    <a:pt x="221" y="531"/>
                    <a:pt x="224" y="536"/>
                    <a:pt x="224" y="543"/>
                  </a:cubicBezTo>
                  <a:close/>
                  <a:moveTo>
                    <a:pt x="58" y="481"/>
                  </a:moveTo>
                  <a:cubicBezTo>
                    <a:pt x="98" y="481"/>
                    <a:pt x="98" y="481"/>
                    <a:pt x="98" y="481"/>
                  </a:cubicBezTo>
                  <a:cubicBezTo>
                    <a:pt x="98" y="469"/>
                    <a:pt x="98" y="469"/>
                    <a:pt x="98" y="469"/>
                  </a:cubicBezTo>
                  <a:cubicBezTo>
                    <a:pt x="58" y="469"/>
                    <a:pt x="58" y="469"/>
                    <a:pt x="58" y="469"/>
                  </a:cubicBezTo>
                  <a:lnTo>
                    <a:pt x="58" y="481"/>
                  </a:lnTo>
                  <a:close/>
                  <a:moveTo>
                    <a:pt x="396" y="481"/>
                  </a:moveTo>
                  <a:cubicBezTo>
                    <a:pt x="436" y="481"/>
                    <a:pt x="436" y="481"/>
                    <a:pt x="436" y="481"/>
                  </a:cubicBezTo>
                  <a:cubicBezTo>
                    <a:pt x="436" y="469"/>
                    <a:pt x="436" y="469"/>
                    <a:pt x="436" y="469"/>
                  </a:cubicBezTo>
                  <a:cubicBezTo>
                    <a:pt x="396" y="469"/>
                    <a:pt x="396" y="469"/>
                    <a:pt x="396" y="469"/>
                  </a:cubicBezTo>
                  <a:lnTo>
                    <a:pt x="396" y="481"/>
                  </a:lnTo>
                  <a:close/>
                  <a:moveTo>
                    <a:pt x="157" y="481"/>
                  </a:moveTo>
                  <a:cubicBezTo>
                    <a:pt x="198" y="481"/>
                    <a:pt x="198" y="481"/>
                    <a:pt x="198" y="481"/>
                  </a:cubicBezTo>
                  <a:cubicBezTo>
                    <a:pt x="198" y="469"/>
                    <a:pt x="198" y="469"/>
                    <a:pt x="198" y="469"/>
                  </a:cubicBezTo>
                  <a:cubicBezTo>
                    <a:pt x="157" y="469"/>
                    <a:pt x="157" y="469"/>
                    <a:pt x="157" y="469"/>
                  </a:cubicBezTo>
                  <a:lnTo>
                    <a:pt x="157" y="481"/>
                  </a:lnTo>
                  <a:close/>
                  <a:moveTo>
                    <a:pt x="299" y="481"/>
                  </a:moveTo>
                  <a:cubicBezTo>
                    <a:pt x="340" y="481"/>
                    <a:pt x="340" y="481"/>
                    <a:pt x="340" y="481"/>
                  </a:cubicBezTo>
                  <a:cubicBezTo>
                    <a:pt x="340" y="469"/>
                    <a:pt x="340" y="469"/>
                    <a:pt x="340" y="469"/>
                  </a:cubicBezTo>
                  <a:cubicBezTo>
                    <a:pt x="299" y="469"/>
                    <a:pt x="299" y="469"/>
                    <a:pt x="299" y="469"/>
                  </a:cubicBezTo>
                  <a:lnTo>
                    <a:pt x="299" y="481"/>
                  </a:lnTo>
                  <a:close/>
                  <a:moveTo>
                    <a:pt x="435" y="365"/>
                  </a:moveTo>
                  <a:cubicBezTo>
                    <a:pt x="397" y="365"/>
                    <a:pt x="397" y="365"/>
                    <a:pt x="397" y="365"/>
                  </a:cubicBezTo>
                  <a:cubicBezTo>
                    <a:pt x="397" y="373"/>
                    <a:pt x="397" y="373"/>
                    <a:pt x="397" y="373"/>
                  </a:cubicBezTo>
                  <a:cubicBezTo>
                    <a:pt x="396" y="373"/>
                    <a:pt x="396" y="373"/>
                    <a:pt x="396" y="373"/>
                  </a:cubicBezTo>
                  <a:cubicBezTo>
                    <a:pt x="396" y="365"/>
                    <a:pt x="396" y="365"/>
                    <a:pt x="396" y="365"/>
                  </a:cubicBezTo>
                  <a:cubicBezTo>
                    <a:pt x="340" y="365"/>
                    <a:pt x="340" y="365"/>
                    <a:pt x="340" y="365"/>
                  </a:cubicBezTo>
                  <a:cubicBezTo>
                    <a:pt x="340" y="373"/>
                    <a:pt x="340" y="373"/>
                    <a:pt x="340" y="373"/>
                  </a:cubicBezTo>
                  <a:cubicBezTo>
                    <a:pt x="338" y="373"/>
                    <a:pt x="338" y="373"/>
                    <a:pt x="338" y="373"/>
                  </a:cubicBezTo>
                  <a:cubicBezTo>
                    <a:pt x="338" y="365"/>
                    <a:pt x="338" y="365"/>
                    <a:pt x="338" y="365"/>
                  </a:cubicBezTo>
                  <a:cubicBezTo>
                    <a:pt x="301" y="365"/>
                    <a:pt x="301" y="365"/>
                    <a:pt x="301" y="365"/>
                  </a:cubicBezTo>
                  <a:cubicBezTo>
                    <a:pt x="301" y="373"/>
                    <a:pt x="301" y="373"/>
                    <a:pt x="301" y="373"/>
                  </a:cubicBezTo>
                  <a:cubicBezTo>
                    <a:pt x="299" y="373"/>
                    <a:pt x="299" y="373"/>
                    <a:pt x="299" y="373"/>
                  </a:cubicBezTo>
                  <a:cubicBezTo>
                    <a:pt x="299" y="365"/>
                    <a:pt x="299" y="365"/>
                    <a:pt x="299" y="365"/>
                  </a:cubicBezTo>
                  <a:cubicBezTo>
                    <a:pt x="198" y="365"/>
                    <a:pt x="198" y="365"/>
                    <a:pt x="198" y="365"/>
                  </a:cubicBezTo>
                  <a:cubicBezTo>
                    <a:pt x="198" y="373"/>
                    <a:pt x="198" y="373"/>
                    <a:pt x="198" y="373"/>
                  </a:cubicBezTo>
                  <a:cubicBezTo>
                    <a:pt x="196" y="373"/>
                    <a:pt x="196" y="373"/>
                    <a:pt x="196" y="373"/>
                  </a:cubicBezTo>
                  <a:cubicBezTo>
                    <a:pt x="196" y="365"/>
                    <a:pt x="196" y="365"/>
                    <a:pt x="196" y="365"/>
                  </a:cubicBezTo>
                  <a:cubicBezTo>
                    <a:pt x="159" y="365"/>
                    <a:pt x="159" y="365"/>
                    <a:pt x="159" y="365"/>
                  </a:cubicBezTo>
                  <a:cubicBezTo>
                    <a:pt x="159" y="373"/>
                    <a:pt x="159" y="373"/>
                    <a:pt x="159" y="373"/>
                  </a:cubicBezTo>
                  <a:cubicBezTo>
                    <a:pt x="157" y="373"/>
                    <a:pt x="157" y="373"/>
                    <a:pt x="157" y="373"/>
                  </a:cubicBezTo>
                  <a:cubicBezTo>
                    <a:pt x="157" y="365"/>
                    <a:pt x="157" y="365"/>
                    <a:pt x="157" y="365"/>
                  </a:cubicBezTo>
                  <a:cubicBezTo>
                    <a:pt x="98" y="365"/>
                    <a:pt x="98" y="365"/>
                    <a:pt x="98" y="365"/>
                  </a:cubicBezTo>
                  <a:cubicBezTo>
                    <a:pt x="98" y="373"/>
                    <a:pt x="98" y="373"/>
                    <a:pt x="98" y="373"/>
                  </a:cubicBezTo>
                  <a:cubicBezTo>
                    <a:pt x="97" y="373"/>
                    <a:pt x="97" y="373"/>
                    <a:pt x="97" y="373"/>
                  </a:cubicBezTo>
                  <a:cubicBezTo>
                    <a:pt x="97" y="365"/>
                    <a:pt x="97" y="365"/>
                    <a:pt x="97" y="365"/>
                  </a:cubicBezTo>
                  <a:cubicBezTo>
                    <a:pt x="59" y="365"/>
                    <a:pt x="59" y="365"/>
                    <a:pt x="59" y="365"/>
                  </a:cubicBezTo>
                  <a:cubicBezTo>
                    <a:pt x="59" y="373"/>
                    <a:pt x="59" y="373"/>
                    <a:pt x="59" y="373"/>
                  </a:cubicBezTo>
                  <a:cubicBezTo>
                    <a:pt x="58" y="373"/>
                    <a:pt x="58" y="373"/>
                    <a:pt x="58" y="373"/>
                  </a:cubicBezTo>
                  <a:cubicBezTo>
                    <a:pt x="58" y="467"/>
                    <a:pt x="58" y="467"/>
                    <a:pt x="58" y="467"/>
                  </a:cubicBezTo>
                  <a:cubicBezTo>
                    <a:pt x="98" y="467"/>
                    <a:pt x="98" y="467"/>
                    <a:pt x="98" y="467"/>
                  </a:cubicBezTo>
                  <a:cubicBezTo>
                    <a:pt x="98" y="382"/>
                    <a:pt x="98" y="382"/>
                    <a:pt x="98" y="382"/>
                  </a:cubicBezTo>
                  <a:cubicBezTo>
                    <a:pt x="157" y="382"/>
                    <a:pt x="157" y="382"/>
                    <a:pt x="157" y="382"/>
                  </a:cubicBezTo>
                  <a:cubicBezTo>
                    <a:pt x="157" y="467"/>
                    <a:pt x="157" y="467"/>
                    <a:pt x="157" y="467"/>
                  </a:cubicBezTo>
                  <a:cubicBezTo>
                    <a:pt x="198" y="467"/>
                    <a:pt x="198" y="467"/>
                    <a:pt x="198" y="467"/>
                  </a:cubicBezTo>
                  <a:cubicBezTo>
                    <a:pt x="198" y="382"/>
                    <a:pt x="198" y="382"/>
                    <a:pt x="198" y="382"/>
                  </a:cubicBezTo>
                  <a:cubicBezTo>
                    <a:pt x="299" y="382"/>
                    <a:pt x="299" y="382"/>
                    <a:pt x="299" y="382"/>
                  </a:cubicBezTo>
                  <a:cubicBezTo>
                    <a:pt x="299" y="467"/>
                    <a:pt x="299" y="467"/>
                    <a:pt x="299" y="467"/>
                  </a:cubicBezTo>
                  <a:cubicBezTo>
                    <a:pt x="340" y="467"/>
                    <a:pt x="340" y="467"/>
                    <a:pt x="340" y="467"/>
                  </a:cubicBezTo>
                  <a:cubicBezTo>
                    <a:pt x="340" y="382"/>
                    <a:pt x="340" y="382"/>
                    <a:pt x="340" y="382"/>
                  </a:cubicBezTo>
                  <a:cubicBezTo>
                    <a:pt x="396" y="382"/>
                    <a:pt x="396" y="382"/>
                    <a:pt x="396" y="382"/>
                  </a:cubicBezTo>
                  <a:cubicBezTo>
                    <a:pt x="396" y="467"/>
                    <a:pt x="396" y="467"/>
                    <a:pt x="396" y="467"/>
                  </a:cubicBezTo>
                  <a:cubicBezTo>
                    <a:pt x="436" y="467"/>
                    <a:pt x="436" y="467"/>
                    <a:pt x="436" y="467"/>
                  </a:cubicBezTo>
                  <a:cubicBezTo>
                    <a:pt x="436" y="373"/>
                    <a:pt x="436" y="373"/>
                    <a:pt x="436" y="373"/>
                  </a:cubicBezTo>
                  <a:cubicBezTo>
                    <a:pt x="435" y="373"/>
                    <a:pt x="435" y="373"/>
                    <a:pt x="435" y="373"/>
                  </a:cubicBezTo>
                  <a:lnTo>
                    <a:pt x="435" y="365"/>
                  </a:lnTo>
                  <a:close/>
                  <a:moveTo>
                    <a:pt x="188" y="327"/>
                  </a:moveTo>
                  <a:cubicBezTo>
                    <a:pt x="188" y="327"/>
                    <a:pt x="188" y="326"/>
                    <a:pt x="188" y="326"/>
                  </a:cubicBezTo>
                  <a:cubicBezTo>
                    <a:pt x="189" y="326"/>
                    <a:pt x="189" y="326"/>
                    <a:pt x="189" y="326"/>
                  </a:cubicBezTo>
                  <a:cubicBezTo>
                    <a:pt x="189" y="326"/>
                    <a:pt x="189" y="326"/>
                    <a:pt x="189" y="326"/>
                  </a:cubicBezTo>
                  <a:cubicBezTo>
                    <a:pt x="189" y="326"/>
                    <a:pt x="189" y="326"/>
                    <a:pt x="189" y="326"/>
                  </a:cubicBezTo>
                  <a:cubicBezTo>
                    <a:pt x="188" y="326"/>
                    <a:pt x="188" y="326"/>
                    <a:pt x="188" y="326"/>
                  </a:cubicBezTo>
                  <a:cubicBezTo>
                    <a:pt x="188" y="326"/>
                    <a:pt x="188" y="326"/>
                    <a:pt x="188" y="326"/>
                  </a:cubicBezTo>
                  <a:cubicBezTo>
                    <a:pt x="188" y="326"/>
                    <a:pt x="187" y="326"/>
                    <a:pt x="187" y="326"/>
                  </a:cubicBezTo>
                  <a:cubicBezTo>
                    <a:pt x="187" y="326"/>
                    <a:pt x="187" y="326"/>
                    <a:pt x="186" y="326"/>
                  </a:cubicBezTo>
                  <a:cubicBezTo>
                    <a:pt x="186" y="326"/>
                    <a:pt x="186" y="326"/>
                    <a:pt x="186" y="327"/>
                  </a:cubicBezTo>
                  <a:cubicBezTo>
                    <a:pt x="186" y="327"/>
                    <a:pt x="186" y="327"/>
                    <a:pt x="186" y="327"/>
                  </a:cubicBezTo>
                  <a:cubicBezTo>
                    <a:pt x="186" y="327"/>
                    <a:pt x="186" y="327"/>
                    <a:pt x="186" y="327"/>
                  </a:cubicBezTo>
                  <a:cubicBezTo>
                    <a:pt x="187" y="327"/>
                    <a:pt x="187" y="327"/>
                    <a:pt x="187" y="327"/>
                  </a:cubicBezTo>
                  <a:cubicBezTo>
                    <a:pt x="187" y="327"/>
                    <a:pt x="188" y="327"/>
                    <a:pt x="188" y="327"/>
                  </a:cubicBezTo>
                  <a:close/>
                  <a:moveTo>
                    <a:pt x="186" y="328"/>
                  </a:moveTo>
                  <a:cubicBezTo>
                    <a:pt x="186" y="328"/>
                    <a:pt x="186" y="328"/>
                    <a:pt x="186" y="329"/>
                  </a:cubicBezTo>
                  <a:cubicBezTo>
                    <a:pt x="186" y="329"/>
                    <a:pt x="186" y="329"/>
                    <a:pt x="186" y="329"/>
                  </a:cubicBezTo>
                  <a:cubicBezTo>
                    <a:pt x="186" y="329"/>
                    <a:pt x="186" y="329"/>
                    <a:pt x="186" y="329"/>
                  </a:cubicBezTo>
                  <a:cubicBezTo>
                    <a:pt x="186" y="329"/>
                    <a:pt x="186" y="329"/>
                    <a:pt x="186" y="328"/>
                  </a:cubicBezTo>
                  <a:cubicBezTo>
                    <a:pt x="186" y="328"/>
                    <a:pt x="186" y="328"/>
                    <a:pt x="186" y="328"/>
                  </a:cubicBezTo>
                  <a:cubicBezTo>
                    <a:pt x="186" y="328"/>
                    <a:pt x="186" y="328"/>
                    <a:pt x="186" y="328"/>
                  </a:cubicBezTo>
                  <a:close/>
                  <a:moveTo>
                    <a:pt x="188" y="324"/>
                  </a:moveTo>
                  <a:cubicBezTo>
                    <a:pt x="188" y="324"/>
                    <a:pt x="188" y="324"/>
                    <a:pt x="189" y="324"/>
                  </a:cubicBezTo>
                  <a:cubicBezTo>
                    <a:pt x="189" y="324"/>
                    <a:pt x="189" y="323"/>
                    <a:pt x="189" y="323"/>
                  </a:cubicBezTo>
                  <a:cubicBezTo>
                    <a:pt x="189" y="323"/>
                    <a:pt x="189" y="323"/>
                    <a:pt x="189" y="323"/>
                  </a:cubicBezTo>
                  <a:cubicBezTo>
                    <a:pt x="189" y="323"/>
                    <a:pt x="189" y="323"/>
                    <a:pt x="189" y="323"/>
                  </a:cubicBezTo>
                  <a:cubicBezTo>
                    <a:pt x="189" y="323"/>
                    <a:pt x="188" y="323"/>
                    <a:pt x="188" y="323"/>
                  </a:cubicBezTo>
                  <a:cubicBezTo>
                    <a:pt x="188" y="323"/>
                    <a:pt x="188" y="323"/>
                    <a:pt x="187" y="323"/>
                  </a:cubicBezTo>
                  <a:cubicBezTo>
                    <a:pt x="187" y="323"/>
                    <a:pt x="187" y="323"/>
                    <a:pt x="187" y="323"/>
                  </a:cubicBezTo>
                  <a:cubicBezTo>
                    <a:pt x="186" y="323"/>
                    <a:pt x="186" y="324"/>
                    <a:pt x="187" y="324"/>
                  </a:cubicBezTo>
                  <a:cubicBezTo>
                    <a:pt x="187" y="324"/>
                    <a:pt x="187" y="324"/>
                    <a:pt x="187" y="324"/>
                  </a:cubicBezTo>
                  <a:cubicBezTo>
                    <a:pt x="187" y="324"/>
                    <a:pt x="187" y="324"/>
                    <a:pt x="188" y="324"/>
                  </a:cubicBezTo>
                  <a:close/>
                  <a:moveTo>
                    <a:pt x="191" y="330"/>
                  </a:moveTo>
                  <a:cubicBezTo>
                    <a:pt x="190" y="330"/>
                    <a:pt x="190" y="330"/>
                    <a:pt x="190" y="331"/>
                  </a:cubicBezTo>
                  <a:cubicBezTo>
                    <a:pt x="189" y="331"/>
                    <a:pt x="189" y="331"/>
                    <a:pt x="190" y="331"/>
                  </a:cubicBezTo>
                  <a:cubicBezTo>
                    <a:pt x="190" y="332"/>
                    <a:pt x="190" y="332"/>
                    <a:pt x="190" y="332"/>
                  </a:cubicBezTo>
                  <a:cubicBezTo>
                    <a:pt x="190" y="332"/>
                    <a:pt x="190" y="332"/>
                    <a:pt x="190" y="332"/>
                  </a:cubicBezTo>
                  <a:cubicBezTo>
                    <a:pt x="191" y="331"/>
                    <a:pt x="191" y="331"/>
                    <a:pt x="191" y="331"/>
                  </a:cubicBezTo>
                  <a:cubicBezTo>
                    <a:pt x="191" y="331"/>
                    <a:pt x="191" y="331"/>
                    <a:pt x="191" y="331"/>
                  </a:cubicBezTo>
                  <a:cubicBezTo>
                    <a:pt x="191" y="330"/>
                    <a:pt x="191" y="330"/>
                    <a:pt x="191" y="330"/>
                  </a:cubicBezTo>
                  <a:close/>
                  <a:moveTo>
                    <a:pt x="193" y="330"/>
                  </a:moveTo>
                  <a:cubicBezTo>
                    <a:pt x="193" y="330"/>
                    <a:pt x="193" y="330"/>
                    <a:pt x="193" y="331"/>
                  </a:cubicBezTo>
                  <a:cubicBezTo>
                    <a:pt x="193" y="331"/>
                    <a:pt x="193" y="331"/>
                    <a:pt x="192" y="331"/>
                  </a:cubicBezTo>
                  <a:cubicBezTo>
                    <a:pt x="192" y="331"/>
                    <a:pt x="192" y="331"/>
                    <a:pt x="192" y="331"/>
                  </a:cubicBezTo>
                  <a:cubicBezTo>
                    <a:pt x="192" y="332"/>
                    <a:pt x="192" y="332"/>
                    <a:pt x="192" y="332"/>
                  </a:cubicBezTo>
                  <a:cubicBezTo>
                    <a:pt x="193" y="332"/>
                    <a:pt x="193" y="332"/>
                    <a:pt x="194" y="332"/>
                  </a:cubicBezTo>
                  <a:cubicBezTo>
                    <a:pt x="194" y="332"/>
                    <a:pt x="195" y="331"/>
                    <a:pt x="194" y="331"/>
                  </a:cubicBezTo>
                  <a:cubicBezTo>
                    <a:pt x="194" y="331"/>
                    <a:pt x="194" y="331"/>
                    <a:pt x="194" y="331"/>
                  </a:cubicBezTo>
                  <a:cubicBezTo>
                    <a:pt x="194" y="330"/>
                    <a:pt x="194" y="330"/>
                    <a:pt x="193" y="330"/>
                  </a:cubicBezTo>
                  <a:cubicBezTo>
                    <a:pt x="193" y="330"/>
                    <a:pt x="193" y="330"/>
                    <a:pt x="193" y="330"/>
                  </a:cubicBezTo>
                  <a:close/>
                  <a:moveTo>
                    <a:pt x="189" y="334"/>
                  </a:moveTo>
                  <a:cubicBezTo>
                    <a:pt x="188" y="334"/>
                    <a:pt x="188" y="335"/>
                    <a:pt x="187" y="335"/>
                  </a:cubicBezTo>
                  <a:cubicBezTo>
                    <a:pt x="187" y="335"/>
                    <a:pt x="187" y="335"/>
                    <a:pt x="187" y="335"/>
                  </a:cubicBezTo>
                  <a:cubicBezTo>
                    <a:pt x="187" y="335"/>
                    <a:pt x="187" y="335"/>
                    <a:pt x="187" y="336"/>
                  </a:cubicBezTo>
                  <a:cubicBezTo>
                    <a:pt x="187" y="336"/>
                    <a:pt x="187" y="336"/>
                    <a:pt x="187" y="336"/>
                  </a:cubicBezTo>
                  <a:cubicBezTo>
                    <a:pt x="188" y="336"/>
                    <a:pt x="188" y="336"/>
                    <a:pt x="188" y="336"/>
                  </a:cubicBezTo>
                  <a:cubicBezTo>
                    <a:pt x="188" y="335"/>
                    <a:pt x="189" y="335"/>
                    <a:pt x="189" y="335"/>
                  </a:cubicBezTo>
                  <a:cubicBezTo>
                    <a:pt x="189" y="335"/>
                    <a:pt x="189" y="335"/>
                    <a:pt x="189" y="335"/>
                  </a:cubicBezTo>
                  <a:cubicBezTo>
                    <a:pt x="190" y="335"/>
                    <a:pt x="190" y="335"/>
                    <a:pt x="190" y="335"/>
                  </a:cubicBezTo>
                  <a:cubicBezTo>
                    <a:pt x="190" y="335"/>
                    <a:pt x="190" y="335"/>
                    <a:pt x="190" y="335"/>
                  </a:cubicBezTo>
                  <a:cubicBezTo>
                    <a:pt x="189" y="334"/>
                    <a:pt x="189" y="334"/>
                    <a:pt x="189" y="334"/>
                  </a:cubicBezTo>
                  <a:close/>
                  <a:moveTo>
                    <a:pt x="149" y="333"/>
                  </a:moveTo>
                  <a:cubicBezTo>
                    <a:pt x="149" y="333"/>
                    <a:pt x="148" y="333"/>
                    <a:pt x="148" y="333"/>
                  </a:cubicBezTo>
                  <a:cubicBezTo>
                    <a:pt x="148" y="333"/>
                    <a:pt x="148" y="333"/>
                    <a:pt x="148" y="333"/>
                  </a:cubicBezTo>
                  <a:cubicBezTo>
                    <a:pt x="147" y="333"/>
                    <a:pt x="146" y="333"/>
                    <a:pt x="146" y="332"/>
                  </a:cubicBezTo>
                  <a:cubicBezTo>
                    <a:pt x="146" y="332"/>
                    <a:pt x="146" y="332"/>
                    <a:pt x="146" y="332"/>
                  </a:cubicBezTo>
                  <a:cubicBezTo>
                    <a:pt x="146" y="331"/>
                    <a:pt x="146" y="331"/>
                    <a:pt x="146" y="331"/>
                  </a:cubicBezTo>
                  <a:cubicBezTo>
                    <a:pt x="147" y="331"/>
                    <a:pt x="147" y="331"/>
                    <a:pt x="147" y="330"/>
                  </a:cubicBezTo>
                  <a:cubicBezTo>
                    <a:pt x="147" y="330"/>
                    <a:pt x="148" y="330"/>
                    <a:pt x="148" y="330"/>
                  </a:cubicBezTo>
                  <a:cubicBezTo>
                    <a:pt x="148" y="330"/>
                    <a:pt x="148" y="330"/>
                    <a:pt x="148" y="330"/>
                  </a:cubicBezTo>
                  <a:cubicBezTo>
                    <a:pt x="148" y="329"/>
                    <a:pt x="148" y="329"/>
                    <a:pt x="148" y="329"/>
                  </a:cubicBezTo>
                  <a:cubicBezTo>
                    <a:pt x="148" y="329"/>
                    <a:pt x="147" y="329"/>
                    <a:pt x="147" y="329"/>
                  </a:cubicBezTo>
                  <a:cubicBezTo>
                    <a:pt x="147" y="329"/>
                    <a:pt x="147" y="329"/>
                    <a:pt x="147" y="329"/>
                  </a:cubicBezTo>
                  <a:cubicBezTo>
                    <a:pt x="146" y="329"/>
                    <a:pt x="146" y="329"/>
                    <a:pt x="146" y="329"/>
                  </a:cubicBezTo>
                  <a:cubicBezTo>
                    <a:pt x="146" y="329"/>
                    <a:pt x="145" y="329"/>
                    <a:pt x="145" y="329"/>
                  </a:cubicBezTo>
                  <a:cubicBezTo>
                    <a:pt x="145" y="329"/>
                    <a:pt x="145" y="329"/>
                    <a:pt x="145" y="330"/>
                  </a:cubicBezTo>
                  <a:cubicBezTo>
                    <a:pt x="144" y="330"/>
                    <a:pt x="144" y="330"/>
                    <a:pt x="144" y="331"/>
                  </a:cubicBezTo>
                  <a:cubicBezTo>
                    <a:pt x="144" y="331"/>
                    <a:pt x="144" y="331"/>
                    <a:pt x="144" y="331"/>
                  </a:cubicBezTo>
                  <a:cubicBezTo>
                    <a:pt x="144" y="332"/>
                    <a:pt x="144" y="332"/>
                    <a:pt x="145" y="332"/>
                  </a:cubicBezTo>
                  <a:cubicBezTo>
                    <a:pt x="145" y="332"/>
                    <a:pt x="145" y="332"/>
                    <a:pt x="145" y="333"/>
                  </a:cubicBezTo>
                  <a:cubicBezTo>
                    <a:pt x="145" y="333"/>
                    <a:pt x="146" y="333"/>
                    <a:pt x="146" y="334"/>
                  </a:cubicBezTo>
                  <a:cubicBezTo>
                    <a:pt x="146" y="334"/>
                    <a:pt x="146" y="334"/>
                    <a:pt x="146" y="335"/>
                  </a:cubicBezTo>
                  <a:cubicBezTo>
                    <a:pt x="146" y="335"/>
                    <a:pt x="147" y="336"/>
                    <a:pt x="147" y="336"/>
                  </a:cubicBezTo>
                  <a:cubicBezTo>
                    <a:pt x="147" y="336"/>
                    <a:pt x="148" y="335"/>
                    <a:pt x="148" y="335"/>
                  </a:cubicBezTo>
                  <a:cubicBezTo>
                    <a:pt x="148" y="335"/>
                    <a:pt x="149" y="335"/>
                    <a:pt x="150" y="336"/>
                  </a:cubicBezTo>
                  <a:cubicBezTo>
                    <a:pt x="150" y="336"/>
                    <a:pt x="151" y="335"/>
                    <a:pt x="151" y="335"/>
                  </a:cubicBezTo>
                  <a:cubicBezTo>
                    <a:pt x="151" y="335"/>
                    <a:pt x="152" y="335"/>
                    <a:pt x="152" y="334"/>
                  </a:cubicBezTo>
                  <a:cubicBezTo>
                    <a:pt x="152" y="334"/>
                    <a:pt x="152" y="334"/>
                    <a:pt x="152" y="333"/>
                  </a:cubicBezTo>
                  <a:cubicBezTo>
                    <a:pt x="152" y="333"/>
                    <a:pt x="152" y="333"/>
                    <a:pt x="152" y="333"/>
                  </a:cubicBezTo>
                  <a:cubicBezTo>
                    <a:pt x="152" y="333"/>
                    <a:pt x="152" y="333"/>
                    <a:pt x="152" y="333"/>
                  </a:cubicBezTo>
                  <a:cubicBezTo>
                    <a:pt x="152" y="333"/>
                    <a:pt x="152" y="333"/>
                    <a:pt x="152" y="333"/>
                  </a:cubicBezTo>
                  <a:cubicBezTo>
                    <a:pt x="151" y="333"/>
                    <a:pt x="150" y="333"/>
                    <a:pt x="149" y="333"/>
                  </a:cubicBezTo>
                  <a:cubicBezTo>
                    <a:pt x="149" y="333"/>
                    <a:pt x="149" y="333"/>
                    <a:pt x="149" y="333"/>
                  </a:cubicBezTo>
                  <a:close/>
                  <a:moveTo>
                    <a:pt x="193" y="333"/>
                  </a:moveTo>
                  <a:cubicBezTo>
                    <a:pt x="193" y="333"/>
                    <a:pt x="192" y="333"/>
                    <a:pt x="192" y="333"/>
                  </a:cubicBezTo>
                  <a:cubicBezTo>
                    <a:pt x="192" y="334"/>
                    <a:pt x="191" y="334"/>
                    <a:pt x="191" y="334"/>
                  </a:cubicBezTo>
                  <a:cubicBezTo>
                    <a:pt x="191" y="335"/>
                    <a:pt x="191" y="335"/>
                    <a:pt x="191" y="335"/>
                  </a:cubicBezTo>
                  <a:cubicBezTo>
                    <a:pt x="192" y="335"/>
                    <a:pt x="192" y="335"/>
                    <a:pt x="192" y="335"/>
                  </a:cubicBezTo>
                  <a:cubicBezTo>
                    <a:pt x="192" y="335"/>
                    <a:pt x="192" y="335"/>
                    <a:pt x="193" y="335"/>
                  </a:cubicBezTo>
                  <a:cubicBezTo>
                    <a:pt x="193" y="335"/>
                    <a:pt x="193" y="335"/>
                    <a:pt x="193" y="335"/>
                  </a:cubicBezTo>
                  <a:cubicBezTo>
                    <a:pt x="194" y="335"/>
                    <a:pt x="194" y="335"/>
                    <a:pt x="194" y="334"/>
                  </a:cubicBezTo>
                  <a:cubicBezTo>
                    <a:pt x="194" y="334"/>
                    <a:pt x="194" y="334"/>
                    <a:pt x="194" y="334"/>
                  </a:cubicBezTo>
                  <a:cubicBezTo>
                    <a:pt x="194" y="334"/>
                    <a:pt x="194" y="333"/>
                    <a:pt x="194" y="333"/>
                  </a:cubicBezTo>
                  <a:cubicBezTo>
                    <a:pt x="194" y="333"/>
                    <a:pt x="193" y="333"/>
                    <a:pt x="193" y="333"/>
                  </a:cubicBezTo>
                  <a:close/>
                  <a:moveTo>
                    <a:pt x="111" y="326"/>
                  </a:moveTo>
                  <a:cubicBezTo>
                    <a:pt x="111" y="326"/>
                    <a:pt x="111" y="326"/>
                    <a:pt x="112" y="325"/>
                  </a:cubicBezTo>
                  <a:cubicBezTo>
                    <a:pt x="112" y="325"/>
                    <a:pt x="112" y="325"/>
                    <a:pt x="113" y="325"/>
                  </a:cubicBezTo>
                  <a:cubicBezTo>
                    <a:pt x="113" y="325"/>
                    <a:pt x="113" y="325"/>
                    <a:pt x="113" y="325"/>
                  </a:cubicBezTo>
                  <a:cubicBezTo>
                    <a:pt x="113" y="325"/>
                    <a:pt x="113" y="325"/>
                    <a:pt x="113" y="324"/>
                  </a:cubicBezTo>
                  <a:cubicBezTo>
                    <a:pt x="113" y="324"/>
                    <a:pt x="113" y="324"/>
                    <a:pt x="113" y="324"/>
                  </a:cubicBezTo>
                  <a:cubicBezTo>
                    <a:pt x="112" y="324"/>
                    <a:pt x="112" y="324"/>
                    <a:pt x="112" y="324"/>
                  </a:cubicBezTo>
                  <a:cubicBezTo>
                    <a:pt x="111" y="324"/>
                    <a:pt x="111" y="324"/>
                    <a:pt x="111" y="324"/>
                  </a:cubicBezTo>
                  <a:cubicBezTo>
                    <a:pt x="111" y="324"/>
                    <a:pt x="110" y="325"/>
                    <a:pt x="110" y="325"/>
                  </a:cubicBezTo>
                  <a:cubicBezTo>
                    <a:pt x="110" y="325"/>
                    <a:pt x="110" y="325"/>
                    <a:pt x="110" y="325"/>
                  </a:cubicBezTo>
                  <a:cubicBezTo>
                    <a:pt x="109" y="325"/>
                    <a:pt x="109" y="325"/>
                    <a:pt x="109" y="325"/>
                  </a:cubicBezTo>
                  <a:cubicBezTo>
                    <a:pt x="109" y="326"/>
                    <a:pt x="110" y="326"/>
                    <a:pt x="110" y="326"/>
                  </a:cubicBezTo>
                  <a:cubicBezTo>
                    <a:pt x="110" y="326"/>
                    <a:pt x="110" y="326"/>
                    <a:pt x="111" y="326"/>
                  </a:cubicBezTo>
                  <a:close/>
                  <a:moveTo>
                    <a:pt x="107" y="329"/>
                  </a:moveTo>
                  <a:cubicBezTo>
                    <a:pt x="107" y="330"/>
                    <a:pt x="107" y="331"/>
                    <a:pt x="107" y="331"/>
                  </a:cubicBezTo>
                  <a:cubicBezTo>
                    <a:pt x="107" y="332"/>
                    <a:pt x="107" y="332"/>
                    <a:pt x="108" y="332"/>
                  </a:cubicBezTo>
                  <a:cubicBezTo>
                    <a:pt x="108" y="332"/>
                    <a:pt x="108" y="332"/>
                    <a:pt x="108" y="332"/>
                  </a:cubicBezTo>
                  <a:cubicBezTo>
                    <a:pt x="108" y="332"/>
                    <a:pt x="108" y="332"/>
                    <a:pt x="109" y="332"/>
                  </a:cubicBezTo>
                  <a:cubicBezTo>
                    <a:pt x="109" y="332"/>
                    <a:pt x="110" y="332"/>
                    <a:pt x="110" y="332"/>
                  </a:cubicBezTo>
                  <a:cubicBezTo>
                    <a:pt x="111" y="332"/>
                    <a:pt x="111" y="332"/>
                    <a:pt x="111" y="332"/>
                  </a:cubicBezTo>
                  <a:cubicBezTo>
                    <a:pt x="111" y="332"/>
                    <a:pt x="112" y="331"/>
                    <a:pt x="112" y="331"/>
                  </a:cubicBezTo>
                  <a:cubicBezTo>
                    <a:pt x="112" y="331"/>
                    <a:pt x="112" y="331"/>
                    <a:pt x="113" y="331"/>
                  </a:cubicBezTo>
                  <a:cubicBezTo>
                    <a:pt x="113" y="331"/>
                    <a:pt x="113" y="331"/>
                    <a:pt x="113" y="331"/>
                  </a:cubicBezTo>
                  <a:cubicBezTo>
                    <a:pt x="112" y="331"/>
                    <a:pt x="112" y="331"/>
                    <a:pt x="112" y="331"/>
                  </a:cubicBezTo>
                  <a:cubicBezTo>
                    <a:pt x="112" y="330"/>
                    <a:pt x="112" y="330"/>
                    <a:pt x="111" y="331"/>
                  </a:cubicBezTo>
                  <a:cubicBezTo>
                    <a:pt x="111" y="331"/>
                    <a:pt x="111" y="331"/>
                    <a:pt x="111" y="331"/>
                  </a:cubicBezTo>
                  <a:cubicBezTo>
                    <a:pt x="110" y="331"/>
                    <a:pt x="110" y="331"/>
                    <a:pt x="110" y="331"/>
                  </a:cubicBezTo>
                  <a:cubicBezTo>
                    <a:pt x="110" y="331"/>
                    <a:pt x="110" y="331"/>
                    <a:pt x="109" y="331"/>
                  </a:cubicBezTo>
                  <a:cubicBezTo>
                    <a:pt x="109" y="330"/>
                    <a:pt x="109" y="330"/>
                    <a:pt x="109" y="330"/>
                  </a:cubicBezTo>
                  <a:cubicBezTo>
                    <a:pt x="108" y="330"/>
                    <a:pt x="108" y="329"/>
                    <a:pt x="108" y="329"/>
                  </a:cubicBezTo>
                  <a:cubicBezTo>
                    <a:pt x="108" y="329"/>
                    <a:pt x="108" y="329"/>
                    <a:pt x="108" y="328"/>
                  </a:cubicBezTo>
                  <a:cubicBezTo>
                    <a:pt x="108" y="328"/>
                    <a:pt x="108" y="328"/>
                    <a:pt x="108" y="328"/>
                  </a:cubicBezTo>
                  <a:cubicBezTo>
                    <a:pt x="108" y="327"/>
                    <a:pt x="108" y="326"/>
                    <a:pt x="108" y="325"/>
                  </a:cubicBezTo>
                  <a:cubicBezTo>
                    <a:pt x="108" y="325"/>
                    <a:pt x="107" y="324"/>
                    <a:pt x="107" y="324"/>
                  </a:cubicBezTo>
                  <a:cubicBezTo>
                    <a:pt x="107" y="324"/>
                    <a:pt x="107" y="324"/>
                    <a:pt x="107" y="324"/>
                  </a:cubicBezTo>
                  <a:cubicBezTo>
                    <a:pt x="107" y="325"/>
                    <a:pt x="107" y="326"/>
                    <a:pt x="107" y="326"/>
                  </a:cubicBezTo>
                  <a:cubicBezTo>
                    <a:pt x="107" y="327"/>
                    <a:pt x="107" y="328"/>
                    <a:pt x="107" y="329"/>
                  </a:cubicBezTo>
                  <a:close/>
                  <a:moveTo>
                    <a:pt x="112" y="327"/>
                  </a:moveTo>
                  <a:cubicBezTo>
                    <a:pt x="112" y="328"/>
                    <a:pt x="111" y="328"/>
                    <a:pt x="111" y="328"/>
                  </a:cubicBezTo>
                  <a:cubicBezTo>
                    <a:pt x="111" y="328"/>
                    <a:pt x="111" y="328"/>
                    <a:pt x="111" y="328"/>
                  </a:cubicBezTo>
                  <a:cubicBezTo>
                    <a:pt x="110" y="329"/>
                    <a:pt x="111" y="329"/>
                    <a:pt x="111" y="329"/>
                  </a:cubicBezTo>
                  <a:cubicBezTo>
                    <a:pt x="111" y="329"/>
                    <a:pt x="111" y="329"/>
                    <a:pt x="112" y="329"/>
                  </a:cubicBezTo>
                  <a:cubicBezTo>
                    <a:pt x="112" y="329"/>
                    <a:pt x="112" y="329"/>
                    <a:pt x="112" y="329"/>
                  </a:cubicBezTo>
                  <a:cubicBezTo>
                    <a:pt x="112" y="329"/>
                    <a:pt x="113" y="329"/>
                    <a:pt x="113" y="329"/>
                  </a:cubicBezTo>
                  <a:cubicBezTo>
                    <a:pt x="113" y="329"/>
                    <a:pt x="113" y="329"/>
                    <a:pt x="113" y="328"/>
                  </a:cubicBezTo>
                  <a:cubicBezTo>
                    <a:pt x="113" y="328"/>
                    <a:pt x="113" y="328"/>
                    <a:pt x="113" y="328"/>
                  </a:cubicBezTo>
                  <a:cubicBezTo>
                    <a:pt x="113" y="328"/>
                    <a:pt x="113" y="328"/>
                    <a:pt x="113" y="327"/>
                  </a:cubicBezTo>
                  <a:cubicBezTo>
                    <a:pt x="112" y="327"/>
                    <a:pt x="112" y="327"/>
                    <a:pt x="112" y="327"/>
                  </a:cubicBezTo>
                  <a:close/>
                  <a:moveTo>
                    <a:pt x="121" y="317"/>
                  </a:moveTo>
                  <a:cubicBezTo>
                    <a:pt x="121" y="317"/>
                    <a:pt x="120" y="317"/>
                    <a:pt x="120" y="317"/>
                  </a:cubicBezTo>
                  <a:cubicBezTo>
                    <a:pt x="119" y="317"/>
                    <a:pt x="119" y="317"/>
                    <a:pt x="118" y="317"/>
                  </a:cubicBezTo>
                  <a:cubicBezTo>
                    <a:pt x="118" y="317"/>
                    <a:pt x="118" y="317"/>
                    <a:pt x="117" y="317"/>
                  </a:cubicBezTo>
                  <a:cubicBezTo>
                    <a:pt x="117" y="317"/>
                    <a:pt x="117" y="317"/>
                    <a:pt x="116" y="317"/>
                  </a:cubicBezTo>
                  <a:cubicBezTo>
                    <a:pt x="116" y="317"/>
                    <a:pt x="116" y="317"/>
                    <a:pt x="116" y="317"/>
                  </a:cubicBezTo>
                  <a:cubicBezTo>
                    <a:pt x="116" y="317"/>
                    <a:pt x="116" y="317"/>
                    <a:pt x="116" y="317"/>
                  </a:cubicBezTo>
                  <a:cubicBezTo>
                    <a:pt x="115" y="317"/>
                    <a:pt x="115" y="317"/>
                    <a:pt x="115" y="317"/>
                  </a:cubicBezTo>
                  <a:cubicBezTo>
                    <a:pt x="115" y="317"/>
                    <a:pt x="115" y="317"/>
                    <a:pt x="115" y="317"/>
                  </a:cubicBezTo>
                  <a:cubicBezTo>
                    <a:pt x="115" y="317"/>
                    <a:pt x="116" y="318"/>
                    <a:pt x="116" y="318"/>
                  </a:cubicBezTo>
                  <a:cubicBezTo>
                    <a:pt x="116" y="318"/>
                    <a:pt x="117" y="318"/>
                    <a:pt x="117" y="318"/>
                  </a:cubicBezTo>
                  <a:cubicBezTo>
                    <a:pt x="118" y="318"/>
                    <a:pt x="118" y="318"/>
                    <a:pt x="118" y="318"/>
                  </a:cubicBezTo>
                  <a:cubicBezTo>
                    <a:pt x="119" y="318"/>
                    <a:pt x="119" y="319"/>
                    <a:pt x="119" y="319"/>
                  </a:cubicBezTo>
                  <a:cubicBezTo>
                    <a:pt x="119" y="319"/>
                    <a:pt x="119" y="320"/>
                    <a:pt x="118" y="320"/>
                  </a:cubicBezTo>
                  <a:cubicBezTo>
                    <a:pt x="118" y="320"/>
                    <a:pt x="117" y="320"/>
                    <a:pt x="117" y="320"/>
                  </a:cubicBezTo>
                  <a:cubicBezTo>
                    <a:pt x="117" y="320"/>
                    <a:pt x="117" y="320"/>
                    <a:pt x="116" y="320"/>
                  </a:cubicBezTo>
                  <a:cubicBezTo>
                    <a:pt x="116" y="320"/>
                    <a:pt x="116" y="321"/>
                    <a:pt x="116" y="321"/>
                  </a:cubicBezTo>
                  <a:cubicBezTo>
                    <a:pt x="116" y="321"/>
                    <a:pt x="116" y="321"/>
                    <a:pt x="116" y="321"/>
                  </a:cubicBezTo>
                  <a:cubicBezTo>
                    <a:pt x="116" y="321"/>
                    <a:pt x="116" y="321"/>
                    <a:pt x="116" y="321"/>
                  </a:cubicBezTo>
                  <a:cubicBezTo>
                    <a:pt x="117" y="321"/>
                    <a:pt x="117" y="321"/>
                    <a:pt x="118" y="321"/>
                  </a:cubicBezTo>
                  <a:cubicBezTo>
                    <a:pt x="118" y="321"/>
                    <a:pt x="118" y="321"/>
                    <a:pt x="118" y="321"/>
                  </a:cubicBezTo>
                  <a:cubicBezTo>
                    <a:pt x="119" y="321"/>
                    <a:pt x="119" y="321"/>
                    <a:pt x="120" y="321"/>
                  </a:cubicBezTo>
                  <a:cubicBezTo>
                    <a:pt x="120" y="321"/>
                    <a:pt x="120" y="321"/>
                    <a:pt x="120" y="321"/>
                  </a:cubicBezTo>
                  <a:cubicBezTo>
                    <a:pt x="120" y="322"/>
                    <a:pt x="120" y="323"/>
                    <a:pt x="120" y="324"/>
                  </a:cubicBezTo>
                  <a:cubicBezTo>
                    <a:pt x="120" y="324"/>
                    <a:pt x="120" y="324"/>
                    <a:pt x="120" y="324"/>
                  </a:cubicBezTo>
                  <a:cubicBezTo>
                    <a:pt x="120" y="324"/>
                    <a:pt x="120" y="325"/>
                    <a:pt x="120" y="325"/>
                  </a:cubicBezTo>
                  <a:cubicBezTo>
                    <a:pt x="119" y="326"/>
                    <a:pt x="119" y="327"/>
                    <a:pt x="119" y="328"/>
                  </a:cubicBezTo>
                  <a:cubicBezTo>
                    <a:pt x="119" y="328"/>
                    <a:pt x="119" y="328"/>
                    <a:pt x="119" y="328"/>
                  </a:cubicBezTo>
                  <a:cubicBezTo>
                    <a:pt x="119" y="328"/>
                    <a:pt x="119" y="328"/>
                    <a:pt x="119" y="329"/>
                  </a:cubicBezTo>
                  <a:cubicBezTo>
                    <a:pt x="119" y="329"/>
                    <a:pt x="119" y="329"/>
                    <a:pt x="119" y="329"/>
                  </a:cubicBezTo>
                  <a:cubicBezTo>
                    <a:pt x="119" y="329"/>
                    <a:pt x="119" y="329"/>
                    <a:pt x="119" y="329"/>
                  </a:cubicBezTo>
                  <a:cubicBezTo>
                    <a:pt x="119" y="330"/>
                    <a:pt x="119" y="330"/>
                    <a:pt x="119" y="330"/>
                  </a:cubicBezTo>
                  <a:cubicBezTo>
                    <a:pt x="120" y="330"/>
                    <a:pt x="120" y="330"/>
                    <a:pt x="121" y="330"/>
                  </a:cubicBezTo>
                  <a:cubicBezTo>
                    <a:pt x="121" y="330"/>
                    <a:pt x="121" y="330"/>
                    <a:pt x="121" y="330"/>
                  </a:cubicBezTo>
                  <a:cubicBezTo>
                    <a:pt x="121" y="329"/>
                    <a:pt x="121" y="328"/>
                    <a:pt x="121" y="327"/>
                  </a:cubicBezTo>
                  <a:cubicBezTo>
                    <a:pt x="121" y="326"/>
                    <a:pt x="121" y="325"/>
                    <a:pt x="121" y="325"/>
                  </a:cubicBezTo>
                  <a:cubicBezTo>
                    <a:pt x="121" y="324"/>
                    <a:pt x="121" y="323"/>
                    <a:pt x="121" y="322"/>
                  </a:cubicBezTo>
                  <a:cubicBezTo>
                    <a:pt x="121" y="322"/>
                    <a:pt x="121" y="321"/>
                    <a:pt x="122" y="320"/>
                  </a:cubicBezTo>
                  <a:cubicBezTo>
                    <a:pt x="122" y="320"/>
                    <a:pt x="122" y="320"/>
                    <a:pt x="122" y="320"/>
                  </a:cubicBezTo>
                  <a:cubicBezTo>
                    <a:pt x="122" y="319"/>
                    <a:pt x="122" y="319"/>
                    <a:pt x="122" y="318"/>
                  </a:cubicBezTo>
                  <a:cubicBezTo>
                    <a:pt x="122" y="318"/>
                    <a:pt x="121" y="317"/>
                    <a:pt x="121" y="317"/>
                  </a:cubicBezTo>
                  <a:close/>
                  <a:moveTo>
                    <a:pt x="113" y="335"/>
                  </a:moveTo>
                  <a:cubicBezTo>
                    <a:pt x="113" y="335"/>
                    <a:pt x="112" y="335"/>
                    <a:pt x="112" y="335"/>
                  </a:cubicBezTo>
                  <a:cubicBezTo>
                    <a:pt x="112" y="335"/>
                    <a:pt x="112" y="334"/>
                    <a:pt x="112" y="334"/>
                  </a:cubicBezTo>
                  <a:cubicBezTo>
                    <a:pt x="112" y="334"/>
                    <a:pt x="112" y="334"/>
                    <a:pt x="112" y="334"/>
                  </a:cubicBezTo>
                  <a:cubicBezTo>
                    <a:pt x="112" y="333"/>
                    <a:pt x="112" y="333"/>
                    <a:pt x="111" y="333"/>
                  </a:cubicBezTo>
                  <a:cubicBezTo>
                    <a:pt x="111" y="333"/>
                    <a:pt x="111" y="333"/>
                    <a:pt x="111" y="333"/>
                  </a:cubicBezTo>
                  <a:cubicBezTo>
                    <a:pt x="111" y="333"/>
                    <a:pt x="111" y="333"/>
                    <a:pt x="110" y="334"/>
                  </a:cubicBezTo>
                  <a:cubicBezTo>
                    <a:pt x="110" y="334"/>
                    <a:pt x="110" y="334"/>
                    <a:pt x="110" y="334"/>
                  </a:cubicBezTo>
                  <a:cubicBezTo>
                    <a:pt x="110" y="333"/>
                    <a:pt x="109" y="333"/>
                    <a:pt x="109" y="333"/>
                  </a:cubicBezTo>
                  <a:cubicBezTo>
                    <a:pt x="109" y="333"/>
                    <a:pt x="109" y="333"/>
                    <a:pt x="108" y="333"/>
                  </a:cubicBezTo>
                  <a:cubicBezTo>
                    <a:pt x="108" y="333"/>
                    <a:pt x="108" y="333"/>
                    <a:pt x="108" y="333"/>
                  </a:cubicBezTo>
                  <a:cubicBezTo>
                    <a:pt x="108" y="333"/>
                    <a:pt x="107" y="333"/>
                    <a:pt x="107" y="333"/>
                  </a:cubicBezTo>
                  <a:cubicBezTo>
                    <a:pt x="107" y="333"/>
                    <a:pt x="107" y="334"/>
                    <a:pt x="107" y="334"/>
                  </a:cubicBezTo>
                  <a:cubicBezTo>
                    <a:pt x="107" y="334"/>
                    <a:pt x="106" y="335"/>
                    <a:pt x="106" y="335"/>
                  </a:cubicBezTo>
                  <a:cubicBezTo>
                    <a:pt x="106" y="335"/>
                    <a:pt x="106" y="335"/>
                    <a:pt x="106" y="335"/>
                  </a:cubicBezTo>
                  <a:cubicBezTo>
                    <a:pt x="106" y="336"/>
                    <a:pt x="107" y="336"/>
                    <a:pt x="107" y="336"/>
                  </a:cubicBezTo>
                  <a:cubicBezTo>
                    <a:pt x="107" y="336"/>
                    <a:pt x="107" y="336"/>
                    <a:pt x="107" y="336"/>
                  </a:cubicBezTo>
                  <a:cubicBezTo>
                    <a:pt x="108" y="336"/>
                    <a:pt x="108" y="336"/>
                    <a:pt x="109" y="336"/>
                  </a:cubicBezTo>
                  <a:cubicBezTo>
                    <a:pt x="109" y="336"/>
                    <a:pt x="109" y="336"/>
                    <a:pt x="109" y="336"/>
                  </a:cubicBezTo>
                  <a:cubicBezTo>
                    <a:pt x="110" y="336"/>
                    <a:pt x="110" y="336"/>
                    <a:pt x="111" y="336"/>
                  </a:cubicBezTo>
                  <a:cubicBezTo>
                    <a:pt x="111" y="336"/>
                    <a:pt x="112" y="336"/>
                    <a:pt x="112" y="336"/>
                  </a:cubicBezTo>
                  <a:cubicBezTo>
                    <a:pt x="112" y="336"/>
                    <a:pt x="112" y="336"/>
                    <a:pt x="113" y="336"/>
                  </a:cubicBezTo>
                  <a:cubicBezTo>
                    <a:pt x="113" y="336"/>
                    <a:pt x="113" y="336"/>
                    <a:pt x="113" y="336"/>
                  </a:cubicBezTo>
                  <a:cubicBezTo>
                    <a:pt x="113" y="336"/>
                    <a:pt x="113" y="336"/>
                    <a:pt x="113" y="336"/>
                  </a:cubicBezTo>
                  <a:cubicBezTo>
                    <a:pt x="113" y="335"/>
                    <a:pt x="113" y="335"/>
                    <a:pt x="113" y="335"/>
                  </a:cubicBezTo>
                  <a:close/>
                  <a:moveTo>
                    <a:pt x="119" y="323"/>
                  </a:moveTo>
                  <a:cubicBezTo>
                    <a:pt x="119" y="323"/>
                    <a:pt x="118" y="322"/>
                    <a:pt x="118" y="323"/>
                  </a:cubicBezTo>
                  <a:cubicBezTo>
                    <a:pt x="118" y="323"/>
                    <a:pt x="117" y="323"/>
                    <a:pt x="117" y="323"/>
                  </a:cubicBezTo>
                  <a:cubicBezTo>
                    <a:pt x="117" y="323"/>
                    <a:pt x="117" y="323"/>
                    <a:pt x="116" y="323"/>
                  </a:cubicBezTo>
                  <a:cubicBezTo>
                    <a:pt x="116" y="323"/>
                    <a:pt x="116" y="323"/>
                    <a:pt x="116" y="324"/>
                  </a:cubicBezTo>
                  <a:cubicBezTo>
                    <a:pt x="116" y="324"/>
                    <a:pt x="116" y="324"/>
                    <a:pt x="116" y="324"/>
                  </a:cubicBezTo>
                  <a:cubicBezTo>
                    <a:pt x="116" y="325"/>
                    <a:pt x="116" y="325"/>
                    <a:pt x="117" y="325"/>
                  </a:cubicBezTo>
                  <a:cubicBezTo>
                    <a:pt x="117" y="325"/>
                    <a:pt x="117" y="326"/>
                    <a:pt x="117" y="326"/>
                  </a:cubicBezTo>
                  <a:cubicBezTo>
                    <a:pt x="117" y="326"/>
                    <a:pt x="116" y="326"/>
                    <a:pt x="116" y="326"/>
                  </a:cubicBezTo>
                  <a:cubicBezTo>
                    <a:pt x="116" y="326"/>
                    <a:pt x="115" y="327"/>
                    <a:pt x="115" y="327"/>
                  </a:cubicBezTo>
                  <a:cubicBezTo>
                    <a:pt x="115" y="327"/>
                    <a:pt x="115" y="328"/>
                    <a:pt x="116" y="328"/>
                  </a:cubicBezTo>
                  <a:cubicBezTo>
                    <a:pt x="116" y="328"/>
                    <a:pt x="116" y="328"/>
                    <a:pt x="116" y="328"/>
                  </a:cubicBezTo>
                  <a:cubicBezTo>
                    <a:pt x="116" y="328"/>
                    <a:pt x="117" y="327"/>
                    <a:pt x="117" y="327"/>
                  </a:cubicBezTo>
                  <a:cubicBezTo>
                    <a:pt x="117" y="327"/>
                    <a:pt x="117" y="327"/>
                    <a:pt x="117" y="327"/>
                  </a:cubicBezTo>
                  <a:cubicBezTo>
                    <a:pt x="117" y="327"/>
                    <a:pt x="118" y="326"/>
                    <a:pt x="118" y="326"/>
                  </a:cubicBezTo>
                  <a:cubicBezTo>
                    <a:pt x="118" y="325"/>
                    <a:pt x="118" y="325"/>
                    <a:pt x="118" y="325"/>
                  </a:cubicBezTo>
                  <a:cubicBezTo>
                    <a:pt x="118" y="325"/>
                    <a:pt x="118" y="324"/>
                    <a:pt x="119" y="324"/>
                  </a:cubicBezTo>
                  <a:cubicBezTo>
                    <a:pt x="119" y="324"/>
                    <a:pt x="119" y="324"/>
                    <a:pt x="119" y="323"/>
                  </a:cubicBezTo>
                  <a:cubicBezTo>
                    <a:pt x="119" y="323"/>
                    <a:pt x="119" y="323"/>
                    <a:pt x="119" y="323"/>
                  </a:cubicBezTo>
                  <a:close/>
                  <a:moveTo>
                    <a:pt x="116" y="333"/>
                  </a:moveTo>
                  <a:cubicBezTo>
                    <a:pt x="116" y="333"/>
                    <a:pt x="116" y="333"/>
                    <a:pt x="115" y="333"/>
                  </a:cubicBezTo>
                  <a:cubicBezTo>
                    <a:pt x="115" y="333"/>
                    <a:pt x="115" y="333"/>
                    <a:pt x="115" y="333"/>
                  </a:cubicBezTo>
                  <a:cubicBezTo>
                    <a:pt x="115" y="333"/>
                    <a:pt x="114" y="333"/>
                    <a:pt x="114" y="333"/>
                  </a:cubicBezTo>
                  <a:cubicBezTo>
                    <a:pt x="114" y="333"/>
                    <a:pt x="113" y="333"/>
                    <a:pt x="113" y="333"/>
                  </a:cubicBezTo>
                  <a:cubicBezTo>
                    <a:pt x="113" y="333"/>
                    <a:pt x="113" y="333"/>
                    <a:pt x="113" y="333"/>
                  </a:cubicBezTo>
                  <a:cubicBezTo>
                    <a:pt x="113" y="334"/>
                    <a:pt x="114" y="334"/>
                    <a:pt x="114" y="334"/>
                  </a:cubicBezTo>
                  <a:cubicBezTo>
                    <a:pt x="114" y="334"/>
                    <a:pt x="114" y="334"/>
                    <a:pt x="114" y="334"/>
                  </a:cubicBezTo>
                  <a:cubicBezTo>
                    <a:pt x="115" y="334"/>
                    <a:pt x="115" y="334"/>
                    <a:pt x="115" y="334"/>
                  </a:cubicBezTo>
                  <a:cubicBezTo>
                    <a:pt x="115" y="335"/>
                    <a:pt x="115" y="335"/>
                    <a:pt x="115" y="335"/>
                  </a:cubicBezTo>
                  <a:cubicBezTo>
                    <a:pt x="114" y="335"/>
                    <a:pt x="114" y="335"/>
                    <a:pt x="114" y="335"/>
                  </a:cubicBezTo>
                  <a:cubicBezTo>
                    <a:pt x="114" y="335"/>
                    <a:pt x="114" y="336"/>
                    <a:pt x="115" y="336"/>
                  </a:cubicBezTo>
                  <a:cubicBezTo>
                    <a:pt x="115" y="336"/>
                    <a:pt x="115" y="336"/>
                    <a:pt x="115" y="335"/>
                  </a:cubicBezTo>
                  <a:cubicBezTo>
                    <a:pt x="116" y="335"/>
                    <a:pt x="116" y="335"/>
                    <a:pt x="116" y="335"/>
                  </a:cubicBezTo>
                  <a:cubicBezTo>
                    <a:pt x="117" y="334"/>
                    <a:pt x="117" y="334"/>
                    <a:pt x="117" y="333"/>
                  </a:cubicBezTo>
                  <a:cubicBezTo>
                    <a:pt x="117" y="333"/>
                    <a:pt x="117" y="333"/>
                    <a:pt x="117" y="333"/>
                  </a:cubicBezTo>
                  <a:cubicBezTo>
                    <a:pt x="116" y="333"/>
                    <a:pt x="116" y="333"/>
                    <a:pt x="116" y="333"/>
                  </a:cubicBezTo>
                  <a:close/>
                  <a:moveTo>
                    <a:pt x="116" y="330"/>
                  </a:moveTo>
                  <a:cubicBezTo>
                    <a:pt x="117" y="330"/>
                    <a:pt x="117" y="330"/>
                    <a:pt x="117" y="330"/>
                  </a:cubicBezTo>
                  <a:cubicBezTo>
                    <a:pt x="117" y="330"/>
                    <a:pt x="117" y="330"/>
                    <a:pt x="117" y="330"/>
                  </a:cubicBezTo>
                  <a:cubicBezTo>
                    <a:pt x="116" y="329"/>
                    <a:pt x="116" y="329"/>
                    <a:pt x="115" y="330"/>
                  </a:cubicBezTo>
                  <a:cubicBezTo>
                    <a:pt x="115" y="330"/>
                    <a:pt x="115" y="330"/>
                    <a:pt x="115" y="330"/>
                  </a:cubicBezTo>
                  <a:cubicBezTo>
                    <a:pt x="116" y="330"/>
                    <a:pt x="116" y="330"/>
                    <a:pt x="116" y="330"/>
                  </a:cubicBezTo>
                  <a:cubicBezTo>
                    <a:pt x="116" y="330"/>
                    <a:pt x="116" y="330"/>
                    <a:pt x="116" y="330"/>
                  </a:cubicBezTo>
                  <a:close/>
                  <a:moveTo>
                    <a:pt x="188" y="333"/>
                  </a:moveTo>
                  <a:cubicBezTo>
                    <a:pt x="188" y="333"/>
                    <a:pt x="188" y="333"/>
                    <a:pt x="189" y="333"/>
                  </a:cubicBezTo>
                  <a:cubicBezTo>
                    <a:pt x="189" y="333"/>
                    <a:pt x="189" y="332"/>
                    <a:pt x="189" y="332"/>
                  </a:cubicBezTo>
                  <a:cubicBezTo>
                    <a:pt x="188" y="332"/>
                    <a:pt x="188" y="332"/>
                    <a:pt x="188" y="331"/>
                  </a:cubicBezTo>
                  <a:cubicBezTo>
                    <a:pt x="188" y="331"/>
                    <a:pt x="187" y="331"/>
                    <a:pt x="187" y="331"/>
                  </a:cubicBezTo>
                  <a:cubicBezTo>
                    <a:pt x="187" y="331"/>
                    <a:pt x="187" y="331"/>
                    <a:pt x="187" y="331"/>
                  </a:cubicBezTo>
                  <a:cubicBezTo>
                    <a:pt x="187" y="331"/>
                    <a:pt x="187" y="332"/>
                    <a:pt x="187" y="332"/>
                  </a:cubicBezTo>
                  <a:cubicBezTo>
                    <a:pt x="187" y="332"/>
                    <a:pt x="187" y="333"/>
                    <a:pt x="187" y="333"/>
                  </a:cubicBezTo>
                  <a:cubicBezTo>
                    <a:pt x="187" y="333"/>
                    <a:pt x="187" y="333"/>
                    <a:pt x="188" y="333"/>
                  </a:cubicBezTo>
                  <a:close/>
                  <a:moveTo>
                    <a:pt x="347" y="327"/>
                  </a:moveTo>
                  <a:cubicBezTo>
                    <a:pt x="347" y="327"/>
                    <a:pt x="346" y="327"/>
                    <a:pt x="346" y="327"/>
                  </a:cubicBezTo>
                  <a:cubicBezTo>
                    <a:pt x="346" y="327"/>
                    <a:pt x="346" y="327"/>
                    <a:pt x="346" y="327"/>
                  </a:cubicBezTo>
                  <a:cubicBezTo>
                    <a:pt x="345" y="327"/>
                    <a:pt x="345" y="328"/>
                    <a:pt x="345" y="328"/>
                  </a:cubicBezTo>
                  <a:cubicBezTo>
                    <a:pt x="345" y="328"/>
                    <a:pt x="345" y="328"/>
                    <a:pt x="345" y="328"/>
                  </a:cubicBezTo>
                  <a:cubicBezTo>
                    <a:pt x="345" y="328"/>
                    <a:pt x="345" y="329"/>
                    <a:pt x="345" y="329"/>
                  </a:cubicBezTo>
                  <a:cubicBezTo>
                    <a:pt x="345" y="329"/>
                    <a:pt x="345" y="329"/>
                    <a:pt x="346" y="329"/>
                  </a:cubicBezTo>
                  <a:cubicBezTo>
                    <a:pt x="346" y="329"/>
                    <a:pt x="346" y="328"/>
                    <a:pt x="347" y="328"/>
                  </a:cubicBezTo>
                  <a:cubicBezTo>
                    <a:pt x="347" y="328"/>
                    <a:pt x="347" y="328"/>
                    <a:pt x="347" y="328"/>
                  </a:cubicBezTo>
                  <a:cubicBezTo>
                    <a:pt x="347" y="328"/>
                    <a:pt x="348" y="327"/>
                    <a:pt x="348" y="327"/>
                  </a:cubicBezTo>
                  <a:cubicBezTo>
                    <a:pt x="348" y="327"/>
                    <a:pt x="348" y="327"/>
                    <a:pt x="348" y="327"/>
                  </a:cubicBezTo>
                  <a:cubicBezTo>
                    <a:pt x="347" y="326"/>
                    <a:pt x="347" y="326"/>
                    <a:pt x="347" y="327"/>
                  </a:cubicBezTo>
                  <a:close/>
                  <a:moveTo>
                    <a:pt x="349" y="323"/>
                  </a:moveTo>
                  <a:cubicBezTo>
                    <a:pt x="349" y="323"/>
                    <a:pt x="348" y="323"/>
                    <a:pt x="348" y="323"/>
                  </a:cubicBezTo>
                  <a:cubicBezTo>
                    <a:pt x="348" y="323"/>
                    <a:pt x="347" y="323"/>
                    <a:pt x="347" y="323"/>
                  </a:cubicBezTo>
                  <a:cubicBezTo>
                    <a:pt x="346" y="323"/>
                    <a:pt x="346" y="324"/>
                    <a:pt x="345" y="324"/>
                  </a:cubicBezTo>
                  <a:cubicBezTo>
                    <a:pt x="345" y="324"/>
                    <a:pt x="345" y="325"/>
                    <a:pt x="345" y="325"/>
                  </a:cubicBezTo>
                  <a:cubicBezTo>
                    <a:pt x="345" y="325"/>
                    <a:pt x="345" y="325"/>
                    <a:pt x="345" y="325"/>
                  </a:cubicBezTo>
                  <a:cubicBezTo>
                    <a:pt x="346" y="325"/>
                    <a:pt x="346" y="325"/>
                    <a:pt x="346" y="325"/>
                  </a:cubicBezTo>
                  <a:cubicBezTo>
                    <a:pt x="346" y="325"/>
                    <a:pt x="346" y="325"/>
                    <a:pt x="346" y="325"/>
                  </a:cubicBezTo>
                  <a:cubicBezTo>
                    <a:pt x="346" y="325"/>
                    <a:pt x="347" y="325"/>
                    <a:pt x="347" y="325"/>
                  </a:cubicBezTo>
                  <a:cubicBezTo>
                    <a:pt x="348" y="324"/>
                    <a:pt x="348" y="324"/>
                    <a:pt x="348" y="324"/>
                  </a:cubicBezTo>
                  <a:cubicBezTo>
                    <a:pt x="349" y="324"/>
                    <a:pt x="349" y="324"/>
                    <a:pt x="350" y="324"/>
                  </a:cubicBezTo>
                  <a:cubicBezTo>
                    <a:pt x="350" y="324"/>
                    <a:pt x="350" y="324"/>
                    <a:pt x="350" y="324"/>
                  </a:cubicBezTo>
                  <a:cubicBezTo>
                    <a:pt x="350" y="323"/>
                    <a:pt x="350" y="323"/>
                    <a:pt x="350" y="323"/>
                  </a:cubicBezTo>
                  <a:cubicBezTo>
                    <a:pt x="350" y="323"/>
                    <a:pt x="350" y="323"/>
                    <a:pt x="349" y="323"/>
                  </a:cubicBezTo>
                  <a:cubicBezTo>
                    <a:pt x="349" y="323"/>
                    <a:pt x="349" y="323"/>
                    <a:pt x="349" y="323"/>
                  </a:cubicBezTo>
                  <a:close/>
                  <a:moveTo>
                    <a:pt x="348" y="334"/>
                  </a:moveTo>
                  <a:cubicBezTo>
                    <a:pt x="348" y="334"/>
                    <a:pt x="348" y="334"/>
                    <a:pt x="348" y="334"/>
                  </a:cubicBezTo>
                  <a:cubicBezTo>
                    <a:pt x="348" y="334"/>
                    <a:pt x="348" y="333"/>
                    <a:pt x="348" y="333"/>
                  </a:cubicBezTo>
                  <a:cubicBezTo>
                    <a:pt x="348" y="333"/>
                    <a:pt x="348" y="333"/>
                    <a:pt x="347" y="333"/>
                  </a:cubicBezTo>
                  <a:cubicBezTo>
                    <a:pt x="347" y="333"/>
                    <a:pt x="347" y="333"/>
                    <a:pt x="347" y="333"/>
                  </a:cubicBezTo>
                  <a:cubicBezTo>
                    <a:pt x="346" y="334"/>
                    <a:pt x="346" y="334"/>
                    <a:pt x="346" y="334"/>
                  </a:cubicBezTo>
                  <a:cubicBezTo>
                    <a:pt x="345" y="334"/>
                    <a:pt x="345" y="334"/>
                    <a:pt x="345" y="334"/>
                  </a:cubicBezTo>
                  <a:cubicBezTo>
                    <a:pt x="345" y="334"/>
                    <a:pt x="344" y="335"/>
                    <a:pt x="344" y="335"/>
                  </a:cubicBezTo>
                  <a:cubicBezTo>
                    <a:pt x="345" y="335"/>
                    <a:pt x="345" y="335"/>
                    <a:pt x="345" y="335"/>
                  </a:cubicBezTo>
                  <a:cubicBezTo>
                    <a:pt x="346" y="335"/>
                    <a:pt x="347" y="335"/>
                    <a:pt x="348" y="334"/>
                  </a:cubicBezTo>
                  <a:close/>
                  <a:moveTo>
                    <a:pt x="196" y="331"/>
                  </a:moveTo>
                  <a:cubicBezTo>
                    <a:pt x="196" y="331"/>
                    <a:pt x="196" y="331"/>
                    <a:pt x="196" y="331"/>
                  </a:cubicBezTo>
                  <a:cubicBezTo>
                    <a:pt x="195" y="331"/>
                    <a:pt x="195" y="332"/>
                    <a:pt x="195" y="332"/>
                  </a:cubicBezTo>
                  <a:cubicBezTo>
                    <a:pt x="195" y="333"/>
                    <a:pt x="195" y="333"/>
                    <a:pt x="196" y="333"/>
                  </a:cubicBezTo>
                  <a:cubicBezTo>
                    <a:pt x="196" y="333"/>
                    <a:pt x="196" y="333"/>
                    <a:pt x="196" y="333"/>
                  </a:cubicBezTo>
                  <a:cubicBezTo>
                    <a:pt x="196" y="333"/>
                    <a:pt x="197" y="332"/>
                    <a:pt x="197" y="332"/>
                  </a:cubicBezTo>
                  <a:cubicBezTo>
                    <a:pt x="197" y="332"/>
                    <a:pt x="197" y="332"/>
                    <a:pt x="197" y="332"/>
                  </a:cubicBezTo>
                  <a:cubicBezTo>
                    <a:pt x="196" y="331"/>
                    <a:pt x="196" y="331"/>
                    <a:pt x="196" y="331"/>
                  </a:cubicBezTo>
                  <a:close/>
                  <a:moveTo>
                    <a:pt x="376" y="322"/>
                  </a:moveTo>
                  <a:cubicBezTo>
                    <a:pt x="376" y="322"/>
                    <a:pt x="376" y="322"/>
                    <a:pt x="376" y="322"/>
                  </a:cubicBezTo>
                  <a:cubicBezTo>
                    <a:pt x="376" y="322"/>
                    <a:pt x="376" y="322"/>
                    <a:pt x="376" y="322"/>
                  </a:cubicBezTo>
                  <a:cubicBezTo>
                    <a:pt x="377" y="322"/>
                    <a:pt x="378" y="322"/>
                    <a:pt x="378" y="322"/>
                  </a:cubicBezTo>
                  <a:cubicBezTo>
                    <a:pt x="378" y="322"/>
                    <a:pt x="378" y="322"/>
                    <a:pt x="379" y="322"/>
                  </a:cubicBezTo>
                  <a:cubicBezTo>
                    <a:pt x="379" y="322"/>
                    <a:pt x="379" y="322"/>
                    <a:pt x="379" y="322"/>
                  </a:cubicBezTo>
                  <a:cubicBezTo>
                    <a:pt x="379" y="321"/>
                    <a:pt x="379" y="321"/>
                    <a:pt x="378" y="321"/>
                  </a:cubicBezTo>
                  <a:cubicBezTo>
                    <a:pt x="377" y="321"/>
                    <a:pt x="377" y="321"/>
                    <a:pt x="376" y="322"/>
                  </a:cubicBezTo>
                  <a:close/>
                  <a:moveTo>
                    <a:pt x="442" y="363"/>
                  </a:moveTo>
                  <a:cubicBezTo>
                    <a:pt x="53" y="363"/>
                    <a:pt x="53" y="363"/>
                    <a:pt x="53" y="363"/>
                  </a:cubicBezTo>
                  <a:cubicBezTo>
                    <a:pt x="53" y="306"/>
                    <a:pt x="53" y="306"/>
                    <a:pt x="53" y="306"/>
                  </a:cubicBezTo>
                  <a:cubicBezTo>
                    <a:pt x="60" y="306"/>
                    <a:pt x="60" y="306"/>
                    <a:pt x="60" y="306"/>
                  </a:cubicBezTo>
                  <a:cubicBezTo>
                    <a:pt x="60" y="292"/>
                    <a:pt x="60" y="292"/>
                    <a:pt x="60" y="292"/>
                  </a:cubicBezTo>
                  <a:cubicBezTo>
                    <a:pt x="435" y="292"/>
                    <a:pt x="435" y="292"/>
                    <a:pt x="435" y="292"/>
                  </a:cubicBezTo>
                  <a:cubicBezTo>
                    <a:pt x="435" y="306"/>
                    <a:pt x="435" y="306"/>
                    <a:pt x="435" y="306"/>
                  </a:cubicBezTo>
                  <a:cubicBezTo>
                    <a:pt x="442" y="306"/>
                    <a:pt x="442" y="306"/>
                    <a:pt x="442" y="306"/>
                  </a:cubicBezTo>
                  <a:lnTo>
                    <a:pt x="442" y="363"/>
                  </a:lnTo>
                  <a:close/>
                  <a:moveTo>
                    <a:pt x="382" y="318"/>
                  </a:moveTo>
                  <a:cubicBezTo>
                    <a:pt x="382" y="318"/>
                    <a:pt x="382" y="318"/>
                    <a:pt x="383" y="318"/>
                  </a:cubicBezTo>
                  <a:cubicBezTo>
                    <a:pt x="383" y="318"/>
                    <a:pt x="383" y="318"/>
                    <a:pt x="383" y="318"/>
                  </a:cubicBezTo>
                  <a:cubicBezTo>
                    <a:pt x="383" y="318"/>
                    <a:pt x="383" y="318"/>
                    <a:pt x="383" y="318"/>
                  </a:cubicBezTo>
                  <a:cubicBezTo>
                    <a:pt x="383" y="318"/>
                    <a:pt x="383" y="318"/>
                    <a:pt x="384" y="318"/>
                  </a:cubicBezTo>
                  <a:cubicBezTo>
                    <a:pt x="384" y="318"/>
                    <a:pt x="384" y="318"/>
                    <a:pt x="384" y="318"/>
                  </a:cubicBezTo>
                  <a:cubicBezTo>
                    <a:pt x="384" y="317"/>
                    <a:pt x="384" y="317"/>
                    <a:pt x="384" y="316"/>
                  </a:cubicBezTo>
                  <a:cubicBezTo>
                    <a:pt x="385" y="316"/>
                    <a:pt x="385" y="316"/>
                    <a:pt x="385" y="316"/>
                  </a:cubicBezTo>
                  <a:cubicBezTo>
                    <a:pt x="385" y="315"/>
                    <a:pt x="385" y="315"/>
                    <a:pt x="385" y="315"/>
                  </a:cubicBezTo>
                  <a:cubicBezTo>
                    <a:pt x="385" y="315"/>
                    <a:pt x="385" y="315"/>
                    <a:pt x="385" y="315"/>
                  </a:cubicBezTo>
                  <a:cubicBezTo>
                    <a:pt x="385" y="315"/>
                    <a:pt x="385" y="315"/>
                    <a:pt x="384" y="315"/>
                  </a:cubicBezTo>
                  <a:cubicBezTo>
                    <a:pt x="384" y="315"/>
                    <a:pt x="383" y="315"/>
                    <a:pt x="383" y="315"/>
                  </a:cubicBezTo>
                  <a:cubicBezTo>
                    <a:pt x="383" y="315"/>
                    <a:pt x="383" y="316"/>
                    <a:pt x="383" y="316"/>
                  </a:cubicBezTo>
                  <a:cubicBezTo>
                    <a:pt x="383" y="316"/>
                    <a:pt x="383" y="317"/>
                    <a:pt x="383" y="317"/>
                  </a:cubicBezTo>
                  <a:cubicBezTo>
                    <a:pt x="383" y="317"/>
                    <a:pt x="382" y="317"/>
                    <a:pt x="382" y="318"/>
                  </a:cubicBezTo>
                  <a:close/>
                  <a:moveTo>
                    <a:pt x="373" y="310"/>
                  </a:moveTo>
                  <a:cubicBezTo>
                    <a:pt x="373" y="310"/>
                    <a:pt x="373" y="311"/>
                    <a:pt x="373" y="311"/>
                  </a:cubicBezTo>
                  <a:cubicBezTo>
                    <a:pt x="373" y="311"/>
                    <a:pt x="373" y="311"/>
                    <a:pt x="374" y="311"/>
                  </a:cubicBezTo>
                  <a:cubicBezTo>
                    <a:pt x="374" y="311"/>
                    <a:pt x="374" y="311"/>
                    <a:pt x="374" y="311"/>
                  </a:cubicBezTo>
                  <a:cubicBezTo>
                    <a:pt x="375" y="311"/>
                    <a:pt x="375" y="311"/>
                    <a:pt x="375" y="312"/>
                  </a:cubicBezTo>
                  <a:cubicBezTo>
                    <a:pt x="375" y="312"/>
                    <a:pt x="376" y="312"/>
                    <a:pt x="376" y="312"/>
                  </a:cubicBezTo>
                  <a:cubicBezTo>
                    <a:pt x="376" y="313"/>
                    <a:pt x="376" y="313"/>
                    <a:pt x="377" y="313"/>
                  </a:cubicBezTo>
                  <a:cubicBezTo>
                    <a:pt x="377" y="313"/>
                    <a:pt x="377" y="313"/>
                    <a:pt x="377" y="314"/>
                  </a:cubicBezTo>
                  <a:cubicBezTo>
                    <a:pt x="378" y="314"/>
                    <a:pt x="378" y="314"/>
                    <a:pt x="378" y="314"/>
                  </a:cubicBezTo>
                  <a:cubicBezTo>
                    <a:pt x="378" y="314"/>
                    <a:pt x="378" y="314"/>
                    <a:pt x="378" y="313"/>
                  </a:cubicBezTo>
                  <a:cubicBezTo>
                    <a:pt x="379" y="313"/>
                    <a:pt x="379" y="313"/>
                    <a:pt x="379" y="313"/>
                  </a:cubicBezTo>
                  <a:cubicBezTo>
                    <a:pt x="379" y="313"/>
                    <a:pt x="379" y="312"/>
                    <a:pt x="379" y="312"/>
                  </a:cubicBezTo>
                  <a:cubicBezTo>
                    <a:pt x="379" y="312"/>
                    <a:pt x="379" y="312"/>
                    <a:pt x="379" y="312"/>
                  </a:cubicBezTo>
                  <a:cubicBezTo>
                    <a:pt x="378" y="312"/>
                    <a:pt x="378" y="312"/>
                    <a:pt x="378" y="312"/>
                  </a:cubicBezTo>
                  <a:cubicBezTo>
                    <a:pt x="377" y="311"/>
                    <a:pt x="376" y="310"/>
                    <a:pt x="376" y="309"/>
                  </a:cubicBezTo>
                  <a:cubicBezTo>
                    <a:pt x="376" y="309"/>
                    <a:pt x="375" y="309"/>
                    <a:pt x="375" y="309"/>
                  </a:cubicBezTo>
                  <a:cubicBezTo>
                    <a:pt x="375" y="309"/>
                    <a:pt x="375" y="309"/>
                    <a:pt x="375" y="309"/>
                  </a:cubicBezTo>
                  <a:cubicBezTo>
                    <a:pt x="375" y="309"/>
                    <a:pt x="374" y="309"/>
                    <a:pt x="374" y="309"/>
                  </a:cubicBezTo>
                  <a:cubicBezTo>
                    <a:pt x="374" y="309"/>
                    <a:pt x="374" y="309"/>
                    <a:pt x="374" y="309"/>
                  </a:cubicBezTo>
                  <a:cubicBezTo>
                    <a:pt x="373" y="309"/>
                    <a:pt x="373" y="309"/>
                    <a:pt x="373" y="310"/>
                  </a:cubicBezTo>
                  <a:close/>
                  <a:moveTo>
                    <a:pt x="349" y="315"/>
                  </a:moveTo>
                  <a:cubicBezTo>
                    <a:pt x="349" y="315"/>
                    <a:pt x="349" y="316"/>
                    <a:pt x="349" y="316"/>
                  </a:cubicBezTo>
                  <a:cubicBezTo>
                    <a:pt x="349" y="316"/>
                    <a:pt x="349" y="316"/>
                    <a:pt x="350" y="316"/>
                  </a:cubicBezTo>
                  <a:cubicBezTo>
                    <a:pt x="350" y="316"/>
                    <a:pt x="350" y="316"/>
                    <a:pt x="350" y="317"/>
                  </a:cubicBezTo>
                  <a:cubicBezTo>
                    <a:pt x="350" y="317"/>
                    <a:pt x="350" y="317"/>
                    <a:pt x="350" y="318"/>
                  </a:cubicBezTo>
                  <a:cubicBezTo>
                    <a:pt x="350" y="318"/>
                    <a:pt x="350" y="318"/>
                    <a:pt x="350" y="318"/>
                  </a:cubicBezTo>
                  <a:cubicBezTo>
                    <a:pt x="350" y="318"/>
                    <a:pt x="351" y="319"/>
                    <a:pt x="351" y="318"/>
                  </a:cubicBezTo>
                  <a:cubicBezTo>
                    <a:pt x="351" y="318"/>
                    <a:pt x="352" y="318"/>
                    <a:pt x="352" y="318"/>
                  </a:cubicBezTo>
                  <a:cubicBezTo>
                    <a:pt x="352" y="318"/>
                    <a:pt x="352" y="318"/>
                    <a:pt x="352" y="318"/>
                  </a:cubicBezTo>
                  <a:cubicBezTo>
                    <a:pt x="352" y="317"/>
                    <a:pt x="352" y="317"/>
                    <a:pt x="352" y="317"/>
                  </a:cubicBezTo>
                  <a:cubicBezTo>
                    <a:pt x="352" y="317"/>
                    <a:pt x="352" y="316"/>
                    <a:pt x="351" y="316"/>
                  </a:cubicBezTo>
                  <a:cubicBezTo>
                    <a:pt x="351" y="316"/>
                    <a:pt x="351" y="315"/>
                    <a:pt x="351" y="315"/>
                  </a:cubicBezTo>
                  <a:cubicBezTo>
                    <a:pt x="351" y="315"/>
                    <a:pt x="351" y="315"/>
                    <a:pt x="350" y="315"/>
                  </a:cubicBezTo>
                  <a:cubicBezTo>
                    <a:pt x="350" y="315"/>
                    <a:pt x="350" y="315"/>
                    <a:pt x="350" y="315"/>
                  </a:cubicBezTo>
                  <a:cubicBezTo>
                    <a:pt x="350" y="315"/>
                    <a:pt x="350" y="315"/>
                    <a:pt x="350" y="315"/>
                  </a:cubicBezTo>
                  <a:cubicBezTo>
                    <a:pt x="350" y="315"/>
                    <a:pt x="349" y="315"/>
                    <a:pt x="349" y="315"/>
                  </a:cubicBezTo>
                  <a:close/>
                  <a:moveTo>
                    <a:pt x="307" y="328"/>
                  </a:moveTo>
                  <a:cubicBezTo>
                    <a:pt x="307" y="327"/>
                    <a:pt x="306" y="327"/>
                    <a:pt x="306" y="327"/>
                  </a:cubicBezTo>
                  <a:cubicBezTo>
                    <a:pt x="306" y="327"/>
                    <a:pt x="306" y="326"/>
                    <a:pt x="305" y="326"/>
                  </a:cubicBezTo>
                  <a:cubicBezTo>
                    <a:pt x="305" y="327"/>
                    <a:pt x="305" y="327"/>
                    <a:pt x="305" y="327"/>
                  </a:cubicBezTo>
                  <a:cubicBezTo>
                    <a:pt x="305" y="327"/>
                    <a:pt x="305" y="328"/>
                    <a:pt x="305" y="328"/>
                  </a:cubicBezTo>
                  <a:cubicBezTo>
                    <a:pt x="305" y="328"/>
                    <a:pt x="305" y="329"/>
                    <a:pt x="305" y="329"/>
                  </a:cubicBezTo>
                  <a:cubicBezTo>
                    <a:pt x="305" y="329"/>
                    <a:pt x="305" y="329"/>
                    <a:pt x="306" y="329"/>
                  </a:cubicBezTo>
                  <a:cubicBezTo>
                    <a:pt x="306" y="329"/>
                    <a:pt x="306" y="329"/>
                    <a:pt x="306" y="330"/>
                  </a:cubicBezTo>
                  <a:cubicBezTo>
                    <a:pt x="305" y="330"/>
                    <a:pt x="305" y="330"/>
                    <a:pt x="306" y="330"/>
                  </a:cubicBezTo>
                  <a:cubicBezTo>
                    <a:pt x="306" y="330"/>
                    <a:pt x="306" y="330"/>
                    <a:pt x="306" y="330"/>
                  </a:cubicBezTo>
                  <a:cubicBezTo>
                    <a:pt x="306" y="330"/>
                    <a:pt x="306" y="330"/>
                    <a:pt x="307" y="330"/>
                  </a:cubicBezTo>
                  <a:cubicBezTo>
                    <a:pt x="307" y="330"/>
                    <a:pt x="307" y="330"/>
                    <a:pt x="307" y="330"/>
                  </a:cubicBezTo>
                  <a:cubicBezTo>
                    <a:pt x="308" y="330"/>
                    <a:pt x="308" y="329"/>
                    <a:pt x="308" y="329"/>
                  </a:cubicBezTo>
                  <a:cubicBezTo>
                    <a:pt x="308" y="329"/>
                    <a:pt x="308" y="329"/>
                    <a:pt x="308" y="329"/>
                  </a:cubicBezTo>
                  <a:cubicBezTo>
                    <a:pt x="307" y="328"/>
                    <a:pt x="307" y="328"/>
                    <a:pt x="307" y="328"/>
                  </a:cubicBezTo>
                  <a:close/>
                  <a:moveTo>
                    <a:pt x="296" y="315"/>
                  </a:moveTo>
                  <a:cubicBezTo>
                    <a:pt x="296" y="315"/>
                    <a:pt x="296" y="316"/>
                    <a:pt x="296" y="316"/>
                  </a:cubicBezTo>
                  <a:cubicBezTo>
                    <a:pt x="296" y="316"/>
                    <a:pt x="296" y="316"/>
                    <a:pt x="296" y="316"/>
                  </a:cubicBezTo>
                  <a:cubicBezTo>
                    <a:pt x="296" y="317"/>
                    <a:pt x="296" y="317"/>
                    <a:pt x="296" y="318"/>
                  </a:cubicBezTo>
                  <a:cubicBezTo>
                    <a:pt x="296" y="318"/>
                    <a:pt x="296" y="319"/>
                    <a:pt x="296" y="319"/>
                  </a:cubicBezTo>
                  <a:cubicBezTo>
                    <a:pt x="296" y="319"/>
                    <a:pt x="296" y="319"/>
                    <a:pt x="296" y="319"/>
                  </a:cubicBezTo>
                  <a:cubicBezTo>
                    <a:pt x="296" y="320"/>
                    <a:pt x="296" y="320"/>
                    <a:pt x="296" y="320"/>
                  </a:cubicBezTo>
                  <a:cubicBezTo>
                    <a:pt x="296" y="320"/>
                    <a:pt x="296" y="321"/>
                    <a:pt x="296" y="321"/>
                  </a:cubicBezTo>
                  <a:cubicBezTo>
                    <a:pt x="296" y="321"/>
                    <a:pt x="296" y="321"/>
                    <a:pt x="296" y="322"/>
                  </a:cubicBezTo>
                  <a:cubicBezTo>
                    <a:pt x="296" y="322"/>
                    <a:pt x="297" y="322"/>
                    <a:pt x="297" y="323"/>
                  </a:cubicBezTo>
                  <a:cubicBezTo>
                    <a:pt x="297" y="323"/>
                    <a:pt x="297" y="323"/>
                    <a:pt x="297" y="323"/>
                  </a:cubicBezTo>
                  <a:cubicBezTo>
                    <a:pt x="297" y="323"/>
                    <a:pt x="297" y="323"/>
                    <a:pt x="297" y="323"/>
                  </a:cubicBezTo>
                  <a:cubicBezTo>
                    <a:pt x="297" y="323"/>
                    <a:pt x="298" y="323"/>
                    <a:pt x="298" y="323"/>
                  </a:cubicBezTo>
                  <a:cubicBezTo>
                    <a:pt x="298" y="323"/>
                    <a:pt x="299" y="323"/>
                    <a:pt x="299" y="322"/>
                  </a:cubicBezTo>
                  <a:cubicBezTo>
                    <a:pt x="299" y="322"/>
                    <a:pt x="300" y="322"/>
                    <a:pt x="300" y="322"/>
                  </a:cubicBezTo>
                  <a:cubicBezTo>
                    <a:pt x="300" y="322"/>
                    <a:pt x="300" y="322"/>
                    <a:pt x="301" y="322"/>
                  </a:cubicBezTo>
                  <a:cubicBezTo>
                    <a:pt x="301" y="322"/>
                    <a:pt x="301" y="322"/>
                    <a:pt x="301" y="322"/>
                  </a:cubicBezTo>
                  <a:cubicBezTo>
                    <a:pt x="301" y="322"/>
                    <a:pt x="302" y="322"/>
                    <a:pt x="302" y="322"/>
                  </a:cubicBezTo>
                  <a:cubicBezTo>
                    <a:pt x="302" y="322"/>
                    <a:pt x="302" y="322"/>
                    <a:pt x="302" y="322"/>
                  </a:cubicBezTo>
                  <a:cubicBezTo>
                    <a:pt x="303" y="322"/>
                    <a:pt x="303" y="322"/>
                    <a:pt x="303" y="322"/>
                  </a:cubicBezTo>
                  <a:cubicBezTo>
                    <a:pt x="303" y="322"/>
                    <a:pt x="304" y="321"/>
                    <a:pt x="304" y="321"/>
                  </a:cubicBezTo>
                  <a:cubicBezTo>
                    <a:pt x="304" y="320"/>
                    <a:pt x="304" y="319"/>
                    <a:pt x="304" y="319"/>
                  </a:cubicBezTo>
                  <a:cubicBezTo>
                    <a:pt x="304" y="319"/>
                    <a:pt x="304" y="319"/>
                    <a:pt x="304" y="319"/>
                  </a:cubicBezTo>
                  <a:cubicBezTo>
                    <a:pt x="304" y="318"/>
                    <a:pt x="304" y="318"/>
                    <a:pt x="304" y="317"/>
                  </a:cubicBezTo>
                  <a:cubicBezTo>
                    <a:pt x="304" y="317"/>
                    <a:pt x="304" y="316"/>
                    <a:pt x="305" y="315"/>
                  </a:cubicBezTo>
                  <a:cubicBezTo>
                    <a:pt x="305" y="315"/>
                    <a:pt x="305" y="315"/>
                    <a:pt x="305" y="315"/>
                  </a:cubicBezTo>
                  <a:cubicBezTo>
                    <a:pt x="305" y="314"/>
                    <a:pt x="305" y="314"/>
                    <a:pt x="305" y="313"/>
                  </a:cubicBezTo>
                  <a:cubicBezTo>
                    <a:pt x="305" y="313"/>
                    <a:pt x="305" y="313"/>
                    <a:pt x="305" y="312"/>
                  </a:cubicBezTo>
                  <a:cubicBezTo>
                    <a:pt x="305" y="312"/>
                    <a:pt x="304" y="312"/>
                    <a:pt x="304" y="312"/>
                  </a:cubicBezTo>
                  <a:cubicBezTo>
                    <a:pt x="304" y="311"/>
                    <a:pt x="304" y="311"/>
                    <a:pt x="303" y="311"/>
                  </a:cubicBezTo>
                  <a:cubicBezTo>
                    <a:pt x="303" y="311"/>
                    <a:pt x="302" y="311"/>
                    <a:pt x="302" y="312"/>
                  </a:cubicBezTo>
                  <a:cubicBezTo>
                    <a:pt x="302" y="312"/>
                    <a:pt x="302" y="312"/>
                    <a:pt x="302" y="312"/>
                  </a:cubicBezTo>
                  <a:cubicBezTo>
                    <a:pt x="301" y="312"/>
                    <a:pt x="301" y="313"/>
                    <a:pt x="301" y="313"/>
                  </a:cubicBezTo>
                  <a:cubicBezTo>
                    <a:pt x="300" y="313"/>
                    <a:pt x="300" y="313"/>
                    <a:pt x="300" y="313"/>
                  </a:cubicBezTo>
                  <a:cubicBezTo>
                    <a:pt x="300" y="313"/>
                    <a:pt x="299" y="314"/>
                    <a:pt x="300" y="314"/>
                  </a:cubicBezTo>
                  <a:cubicBezTo>
                    <a:pt x="300" y="314"/>
                    <a:pt x="300" y="314"/>
                    <a:pt x="300" y="314"/>
                  </a:cubicBezTo>
                  <a:cubicBezTo>
                    <a:pt x="301" y="314"/>
                    <a:pt x="301" y="314"/>
                    <a:pt x="301" y="314"/>
                  </a:cubicBezTo>
                  <a:cubicBezTo>
                    <a:pt x="302" y="314"/>
                    <a:pt x="302" y="314"/>
                    <a:pt x="302" y="314"/>
                  </a:cubicBezTo>
                  <a:cubicBezTo>
                    <a:pt x="302" y="314"/>
                    <a:pt x="302" y="315"/>
                    <a:pt x="302" y="315"/>
                  </a:cubicBezTo>
                  <a:cubicBezTo>
                    <a:pt x="302" y="316"/>
                    <a:pt x="302" y="316"/>
                    <a:pt x="302" y="316"/>
                  </a:cubicBezTo>
                  <a:cubicBezTo>
                    <a:pt x="302" y="317"/>
                    <a:pt x="302" y="317"/>
                    <a:pt x="302" y="318"/>
                  </a:cubicBezTo>
                  <a:cubicBezTo>
                    <a:pt x="302" y="319"/>
                    <a:pt x="302" y="319"/>
                    <a:pt x="301" y="319"/>
                  </a:cubicBezTo>
                  <a:cubicBezTo>
                    <a:pt x="301" y="319"/>
                    <a:pt x="301" y="319"/>
                    <a:pt x="301" y="319"/>
                  </a:cubicBezTo>
                  <a:cubicBezTo>
                    <a:pt x="301" y="319"/>
                    <a:pt x="300" y="319"/>
                    <a:pt x="300" y="320"/>
                  </a:cubicBezTo>
                  <a:cubicBezTo>
                    <a:pt x="300" y="320"/>
                    <a:pt x="299" y="320"/>
                    <a:pt x="299" y="319"/>
                  </a:cubicBezTo>
                  <a:cubicBezTo>
                    <a:pt x="299" y="319"/>
                    <a:pt x="299" y="319"/>
                    <a:pt x="299" y="319"/>
                  </a:cubicBezTo>
                  <a:cubicBezTo>
                    <a:pt x="299" y="319"/>
                    <a:pt x="299" y="318"/>
                    <a:pt x="299" y="318"/>
                  </a:cubicBezTo>
                  <a:cubicBezTo>
                    <a:pt x="300" y="318"/>
                    <a:pt x="300" y="318"/>
                    <a:pt x="300" y="318"/>
                  </a:cubicBezTo>
                  <a:cubicBezTo>
                    <a:pt x="301" y="318"/>
                    <a:pt x="301" y="318"/>
                    <a:pt x="301" y="318"/>
                  </a:cubicBezTo>
                  <a:cubicBezTo>
                    <a:pt x="301" y="318"/>
                    <a:pt x="301" y="318"/>
                    <a:pt x="301" y="317"/>
                  </a:cubicBezTo>
                  <a:cubicBezTo>
                    <a:pt x="301" y="317"/>
                    <a:pt x="301" y="316"/>
                    <a:pt x="301" y="316"/>
                  </a:cubicBezTo>
                  <a:cubicBezTo>
                    <a:pt x="301" y="315"/>
                    <a:pt x="301" y="315"/>
                    <a:pt x="300" y="315"/>
                  </a:cubicBezTo>
                  <a:cubicBezTo>
                    <a:pt x="300" y="315"/>
                    <a:pt x="300" y="315"/>
                    <a:pt x="300" y="315"/>
                  </a:cubicBezTo>
                  <a:cubicBezTo>
                    <a:pt x="300" y="316"/>
                    <a:pt x="300" y="316"/>
                    <a:pt x="299" y="316"/>
                  </a:cubicBezTo>
                  <a:cubicBezTo>
                    <a:pt x="299" y="316"/>
                    <a:pt x="299" y="315"/>
                    <a:pt x="299" y="315"/>
                  </a:cubicBezTo>
                  <a:cubicBezTo>
                    <a:pt x="299" y="315"/>
                    <a:pt x="299" y="315"/>
                    <a:pt x="299" y="315"/>
                  </a:cubicBezTo>
                  <a:cubicBezTo>
                    <a:pt x="299" y="315"/>
                    <a:pt x="299" y="314"/>
                    <a:pt x="299" y="314"/>
                  </a:cubicBezTo>
                  <a:cubicBezTo>
                    <a:pt x="299" y="314"/>
                    <a:pt x="299" y="314"/>
                    <a:pt x="299" y="314"/>
                  </a:cubicBezTo>
                  <a:cubicBezTo>
                    <a:pt x="299" y="314"/>
                    <a:pt x="298" y="314"/>
                    <a:pt x="298" y="314"/>
                  </a:cubicBezTo>
                  <a:cubicBezTo>
                    <a:pt x="298" y="313"/>
                    <a:pt x="298" y="313"/>
                    <a:pt x="297" y="313"/>
                  </a:cubicBezTo>
                  <a:cubicBezTo>
                    <a:pt x="297" y="313"/>
                    <a:pt x="297" y="313"/>
                    <a:pt x="297" y="313"/>
                  </a:cubicBezTo>
                  <a:cubicBezTo>
                    <a:pt x="296" y="313"/>
                    <a:pt x="296" y="314"/>
                    <a:pt x="296" y="314"/>
                  </a:cubicBezTo>
                  <a:cubicBezTo>
                    <a:pt x="296" y="314"/>
                    <a:pt x="296" y="315"/>
                    <a:pt x="296" y="315"/>
                  </a:cubicBezTo>
                  <a:cubicBezTo>
                    <a:pt x="295" y="315"/>
                    <a:pt x="295" y="315"/>
                    <a:pt x="296" y="315"/>
                  </a:cubicBezTo>
                  <a:close/>
                  <a:moveTo>
                    <a:pt x="272" y="311"/>
                  </a:moveTo>
                  <a:cubicBezTo>
                    <a:pt x="272" y="311"/>
                    <a:pt x="272" y="312"/>
                    <a:pt x="272" y="312"/>
                  </a:cubicBezTo>
                  <a:cubicBezTo>
                    <a:pt x="273" y="312"/>
                    <a:pt x="273" y="312"/>
                    <a:pt x="273" y="312"/>
                  </a:cubicBezTo>
                  <a:cubicBezTo>
                    <a:pt x="273" y="313"/>
                    <a:pt x="273" y="313"/>
                    <a:pt x="273" y="313"/>
                  </a:cubicBezTo>
                  <a:cubicBezTo>
                    <a:pt x="274" y="314"/>
                    <a:pt x="274" y="314"/>
                    <a:pt x="274" y="314"/>
                  </a:cubicBezTo>
                  <a:cubicBezTo>
                    <a:pt x="275" y="314"/>
                    <a:pt x="275" y="314"/>
                    <a:pt x="275" y="314"/>
                  </a:cubicBezTo>
                  <a:cubicBezTo>
                    <a:pt x="275" y="314"/>
                    <a:pt x="276" y="314"/>
                    <a:pt x="276" y="313"/>
                  </a:cubicBezTo>
                  <a:cubicBezTo>
                    <a:pt x="276" y="313"/>
                    <a:pt x="276" y="313"/>
                    <a:pt x="276" y="312"/>
                  </a:cubicBezTo>
                  <a:cubicBezTo>
                    <a:pt x="275" y="312"/>
                    <a:pt x="275" y="312"/>
                    <a:pt x="275" y="312"/>
                  </a:cubicBezTo>
                  <a:cubicBezTo>
                    <a:pt x="275" y="311"/>
                    <a:pt x="275" y="311"/>
                    <a:pt x="274" y="311"/>
                  </a:cubicBezTo>
                  <a:cubicBezTo>
                    <a:pt x="274" y="310"/>
                    <a:pt x="273" y="310"/>
                    <a:pt x="273" y="310"/>
                  </a:cubicBezTo>
                  <a:cubicBezTo>
                    <a:pt x="273" y="310"/>
                    <a:pt x="273" y="310"/>
                    <a:pt x="273" y="310"/>
                  </a:cubicBezTo>
                  <a:cubicBezTo>
                    <a:pt x="272" y="310"/>
                    <a:pt x="272" y="310"/>
                    <a:pt x="272" y="311"/>
                  </a:cubicBezTo>
                  <a:cubicBezTo>
                    <a:pt x="272" y="311"/>
                    <a:pt x="272" y="311"/>
                    <a:pt x="272" y="311"/>
                  </a:cubicBezTo>
                  <a:close/>
                  <a:moveTo>
                    <a:pt x="276" y="322"/>
                  </a:moveTo>
                  <a:cubicBezTo>
                    <a:pt x="275" y="322"/>
                    <a:pt x="275" y="322"/>
                    <a:pt x="274" y="322"/>
                  </a:cubicBezTo>
                  <a:cubicBezTo>
                    <a:pt x="274" y="321"/>
                    <a:pt x="274" y="322"/>
                    <a:pt x="274" y="322"/>
                  </a:cubicBezTo>
                  <a:cubicBezTo>
                    <a:pt x="274" y="322"/>
                    <a:pt x="273" y="323"/>
                    <a:pt x="273" y="323"/>
                  </a:cubicBezTo>
                  <a:cubicBezTo>
                    <a:pt x="273" y="323"/>
                    <a:pt x="272" y="324"/>
                    <a:pt x="272" y="324"/>
                  </a:cubicBezTo>
                  <a:cubicBezTo>
                    <a:pt x="272" y="324"/>
                    <a:pt x="271" y="324"/>
                    <a:pt x="271" y="325"/>
                  </a:cubicBezTo>
                  <a:cubicBezTo>
                    <a:pt x="271" y="325"/>
                    <a:pt x="271" y="325"/>
                    <a:pt x="271" y="325"/>
                  </a:cubicBezTo>
                  <a:cubicBezTo>
                    <a:pt x="271" y="325"/>
                    <a:pt x="272" y="326"/>
                    <a:pt x="272" y="325"/>
                  </a:cubicBezTo>
                  <a:cubicBezTo>
                    <a:pt x="272" y="325"/>
                    <a:pt x="272" y="325"/>
                    <a:pt x="272" y="325"/>
                  </a:cubicBezTo>
                  <a:cubicBezTo>
                    <a:pt x="272" y="325"/>
                    <a:pt x="273" y="325"/>
                    <a:pt x="274" y="325"/>
                  </a:cubicBezTo>
                  <a:cubicBezTo>
                    <a:pt x="274" y="325"/>
                    <a:pt x="274" y="325"/>
                    <a:pt x="274" y="325"/>
                  </a:cubicBezTo>
                  <a:cubicBezTo>
                    <a:pt x="274" y="324"/>
                    <a:pt x="275" y="324"/>
                    <a:pt x="275" y="323"/>
                  </a:cubicBezTo>
                  <a:cubicBezTo>
                    <a:pt x="275" y="323"/>
                    <a:pt x="275" y="323"/>
                    <a:pt x="276" y="323"/>
                  </a:cubicBezTo>
                  <a:cubicBezTo>
                    <a:pt x="276" y="323"/>
                    <a:pt x="276" y="322"/>
                    <a:pt x="276" y="322"/>
                  </a:cubicBezTo>
                  <a:close/>
                  <a:moveTo>
                    <a:pt x="221" y="310"/>
                  </a:moveTo>
                  <a:cubicBezTo>
                    <a:pt x="221" y="310"/>
                    <a:pt x="221" y="310"/>
                    <a:pt x="221" y="311"/>
                  </a:cubicBezTo>
                  <a:cubicBezTo>
                    <a:pt x="221" y="311"/>
                    <a:pt x="222" y="312"/>
                    <a:pt x="222" y="312"/>
                  </a:cubicBezTo>
                  <a:cubicBezTo>
                    <a:pt x="222" y="312"/>
                    <a:pt x="222" y="313"/>
                    <a:pt x="222" y="313"/>
                  </a:cubicBezTo>
                  <a:cubicBezTo>
                    <a:pt x="222" y="313"/>
                    <a:pt x="222" y="313"/>
                    <a:pt x="222" y="313"/>
                  </a:cubicBezTo>
                  <a:cubicBezTo>
                    <a:pt x="222" y="314"/>
                    <a:pt x="223" y="314"/>
                    <a:pt x="223" y="314"/>
                  </a:cubicBezTo>
                  <a:cubicBezTo>
                    <a:pt x="223" y="314"/>
                    <a:pt x="223" y="314"/>
                    <a:pt x="223" y="314"/>
                  </a:cubicBezTo>
                  <a:cubicBezTo>
                    <a:pt x="223" y="314"/>
                    <a:pt x="223" y="314"/>
                    <a:pt x="223" y="314"/>
                  </a:cubicBezTo>
                  <a:cubicBezTo>
                    <a:pt x="223" y="314"/>
                    <a:pt x="223" y="314"/>
                    <a:pt x="223" y="314"/>
                  </a:cubicBezTo>
                  <a:cubicBezTo>
                    <a:pt x="224" y="314"/>
                    <a:pt x="224" y="314"/>
                    <a:pt x="224" y="314"/>
                  </a:cubicBezTo>
                  <a:cubicBezTo>
                    <a:pt x="224" y="313"/>
                    <a:pt x="224" y="313"/>
                    <a:pt x="225" y="314"/>
                  </a:cubicBezTo>
                  <a:cubicBezTo>
                    <a:pt x="225" y="314"/>
                    <a:pt x="225" y="314"/>
                    <a:pt x="226" y="314"/>
                  </a:cubicBezTo>
                  <a:cubicBezTo>
                    <a:pt x="226" y="314"/>
                    <a:pt x="226" y="315"/>
                    <a:pt x="227" y="315"/>
                  </a:cubicBezTo>
                  <a:cubicBezTo>
                    <a:pt x="227" y="315"/>
                    <a:pt x="227" y="315"/>
                    <a:pt x="227" y="315"/>
                  </a:cubicBezTo>
                  <a:cubicBezTo>
                    <a:pt x="227" y="315"/>
                    <a:pt x="228" y="314"/>
                    <a:pt x="227" y="314"/>
                  </a:cubicBezTo>
                  <a:cubicBezTo>
                    <a:pt x="227" y="314"/>
                    <a:pt x="227" y="314"/>
                    <a:pt x="227" y="314"/>
                  </a:cubicBezTo>
                  <a:cubicBezTo>
                    <a:pt x="227" y="313"/>
                    <a:pt x="227" y="313"/>
                    <a:pt x="228" y="312"/>
                  </a:cubicBezTo>
                  <a:cubicBezTo>
                    <a:pt x="228" y="312"/>
                    <a:pt x="228" y="312"/>
                    <a:pt x="227" y="312"/>
                  </a:cubicBezTo>
                  <a:cubicBezTo>
                    <a:pt x="227" y="312"/>
                    <a:pt x="227" y="312"/>
                    <a:pt x="227" y="312"/>
                  </a:cubicBezTo>
                  <a:cubicBezTo>
                    <a:pt x="227" y="312"/>
                    <a:pt x="227" y="311"/>
                    <a:pt x="226" y="311"/>
                  </a:cubicBezTo>
                  <a:cubicBezTo>
                    <a:pt x="226" y="311"/>
                    <a:pt x="226" y="311"/>
                    <a:pt x="226" y="311"/>
                  </a:cubicBezTo>
                  <a:cubicBezTo>
                    <a:pt x="226" y="311"/>
                    <a:pt x="226" y="311"/>
                    <a:pt x="225" y="310"/>
                  </a:cubicBezTo>
                  <a:cubicBezTo>
                    <a:pt x="225" y="310"/>
                    <a:pt x="225" y="310"/>
                    <a:pt x="225" y="310"/>
                  </a:cubicBezTo>
                  <a:cubicBezTo>
                    <a:pt x="225" y="310"/>
                    <a:pt x="225" y="310"/>
                    <a:pt x="225" y="310"/>
                  </a:cubicBezTo>
                  <a:cubicBezTo>
                    <a:pt x="225" y="310"/>
                    <a:pt x="224" y="310"/>
                    <a:pt x="224" y="310"/>
                  </a:cubicBezTo>
                  <a:cubicBezTo>
                    <a:pt x="224" y="310"/>
                    <a:pt x="224" y="309"/>
                    <a:pt x="223" y="309"/>
                  </a:cubicBezTo>
                  <a:cubicBezTo>
                    <a:pt x="223" y="309"/>
                    <a:pt x="223" y="309"/>
                    <a:pt x="222" y="309"/>
                  </a:cubicBezTo>
                  <a:cubicBezTo>
                    <a:pt x="222" y="309"/>
                    <a:pt x="222" y="309"/>
                    <a:pt x="222" y="309"/>
                  </a:cubicBezTo>
                  <a:cubicBezTo>
                    <a:pt x="222" y="309"/>
                    <a:pt x="222" y="309"/>
                    <a:pt x="221" y="309"/>
                  </a:cubicBezTo>
                  <a:cubicBezTo>
                    <a:pt x="221" y="310"/>
                    <a:pt x="221" y="310"/>
                    <a:pt x="221" y="310"/>
                  </a:cubicBezTo>
                  <a:close/>
                  <a:moveTo>
                    <a:pt x="203" y="317"/>
                  </a:moveTo>
                  <a:cubicBezTo>
                    <a:pt x="203" y="318"/>
                    <a:pt x="203" y="318"/>
                    <a:pt x="203" y="319"/>
                  </a:cubicBezTo>
                  <a:cubicBezTo>
                    <a:pt x="203" y="319"/>
                    <a:pt x="203" y="319"/>
                    <a:pt x="203" y="319"/>
                  </a:cubicBezTo>
                  <a:cubicBezTo>
                    <a:pt x="203" y="319"/>
                    <a:pt x="203" y="320"/>
                    <a:pt x="203" y="320"/>
                  </a:cubicBezTo>
                  <a:cubicBezTo>
                    <a:pt x="204" y="320"/>
                    <a:pt x="204" y="320"/>
                    <a:pt x="204" y="320"/>
                  </a:cubicBezTo>
                  <a:cubicBezTo>
                    <a:pt x="204" y="320"/>
                    <a:pt x="204" y="319"/>
                    <a:pt x="204" y="319"/>
                  </a:cubicBezTo>
                  <a:cubicBezTo>
                    <a:pt x="205" y="319"/>
                    <a:pt x="205" y="319"/>
                    <a:pt x="205" y="318"/>
                  </a:cubicBezTo>
                  <a:cubicBezTo>
                    <a:pt x="204" y="318"/>
                    <a:pt x="204" y="317"/>
                    <a:pt x="204" y="317"/>
                  </a:cubicBezTo>
                  <a:cubicBezTo>
                    <a:pt x="204" y="317"/>
                    <a:pt x="203" y="317"/>
                    <a:pt x="203" y="317"/>
                  </a:cubicBezTo>
                  <a:cubicBezTo>
                    <a:pt x="203" y="317"/>
                    <a:pt x="203" y="317"/>
                    <a:pt x="203" y="317"/>
                  </a:cubicBezTo>
                  <a:close/>
                  <a:moveTo>
                    <a:pt x="124" y="320"/>
                  </a:moveTo>
                  <a:cubicBezTo>
                    <a:pt x="124" y="320"/>
                    <a:pt x="124" y="319"/>
                    <a:pt x="124" y="319"/>
                  </a:cubicBezTo>
                  <a:cubicBezTo>
                    <a:pt x="124" y="318"/>
                    <a:pt x="124" y="318"/>
                    <a:pt x="124" y="318"/>
                  </a:cubicBezTo>
                  <a:cubicBezTo>
                    <a:pt x="124" y="317"/>
                    <a:pt x="124" y="317"/>
                    <a:pt x="124" y="317"/>
                  </a:cubicBezTo>
                  <a:cubicBezTo>
                    <a:pt x="124" y="317"/>
                    <a:pt x="124" y="317"/>
                    <a:pt x="124" y="317"/>
                  </a:cubicBezTo>
                  <a:cubicBezTo>
                    <a:pt x="124" y="317"/>
                    <a:pt x="124" y="316"/>
                    <a:pt x="124" y="316"/>
                  </a:cubicBezTo>
                  <a:cubicBezTo>
                    <a:pt x="123" y="316"/>
                    <a:pt x="123" y="316"/>
                    <a:pt x="123" y="316"/>
                  </a:cubicBezTo>
                  <a:cubicBezTo>
                    <a:pt x="123" y="316"/>
                    <a:pt x="123" y="316"/>
                    <a:pt x="123" y="316"/>
                  </a:cubicBezTo>
                  <a:cubicBezTo>
                    <a:pt x="123" y="315"/>
                    <a:pt x="123" y="315"/>
                    <a:pt x="122" y="315"/>
                  </a:cubicBezTo>
                  <a:cubicBezTo>
                    <a:pt x="122" y="315"/>
                    <a:pt x="122" y="315"/>
                    <a:pt x="122" y="315"/>
                  </a:cubicBezTo>
                  <a:cubicBezTo>
                    <a:pt x="122" y="315"/>
                    <a:pt x="121" y="315"/>
                    <a:pt x="121" y="315"/>
                  </a:cubicBezTo>
                  <a:cubicBezTo>
                    <a:pt x="121" y="315"/>
                    <a:pt x="121" y="315"/>
                    <a:pt x="121" y="315"/>
                  </a:cubicBezTo>
                  <a:cubicBezTo>
                    <a:pt x="121" y="315"/>
                    <a:pt x="120" y="315"/>
                    <a:pt x="120" y="315"/>
                  </a:cubicBezTo>
                  <a:cubicBezTo>
                    <a:pt x="120" y="315"/>
                    <a:pt x="120" y="315"/>
                    <a:pt x="119" y="315"/>
                  </a:cubicBezTo>
                  <a:cubicBezTo>
                    <a:pt x="119" y="315"/>
                    <a:pt x="119" y="315"/>
                    <a:pt x="118" y="315"/>
                  </a:cubicBezTo>
                  <a:cubicBezTo>
                    <a:pt x="118" y="315"/>
                    <a:pt x="118" y="315"/>
                    <a:pt x="118" y="315"/>
                  </a:cubicBezTo>
                  <a:cubicBezTo>
                    <a:pt x="117" y="315"/>
                    <a:pt x="117" y="315"/>
                    <a:pt x="116" y="315"/>
                  </a:cubicBezTo>
                  <a:cubicBezTo>
                    <a:pt x="116" y="315"/>
                    <a:pt x="116" y="315"/>
                    <a:pt x="116" y="315"/>
                  </a:cubicBezTo>
                  <a:cubicBezTo>
                    <a:pt x="116" y="315"/>
                    <a:pt x="115" y="315"/>
                    <a:pt x="115" y="315"/>
                  </a:cubicBezTo>
                  <a:cubicBezTo>
                    <a:pt x="115" y="315"/>
                    <a:pt x="115" y="315"/>
                    <a:pt x="114" y="315"/>
                  </a:cubicBezTo>
                  <a:cubicBezTo>
                    <a:pt x="114" y="315"/>
                    <a:pt x="114" y="315"/>
                    <a:pt x="114" y="315"/>
                  </a:cubicBezTo>
                  <a:cubicBezTo>
                    <a:pt x="114" y="315"/>
                    <a:pt x="113" y="315"/>
                    <a:pt x="113" y="315"/>
                  </a:cubicBezTo>
                  <a:cubicBezTo>
                    <a:pt x="113" y="315"/>
                    <a:pt x="113" y="315"/>
                    <a:pt x="113" y="315"/>
                  </a:cubicBezTo>
                  <a:cubicBezTo>
                    <a:pt x="112" y="315"/>
                    <a:pt x="112" y="316"/>
                    <a:pt x="111" y="316"/>
                  </a:cubicBezTo>
                  <a:cubicBezTo>
                    <a:pt x="111" y="316"/>
                    <a:pt x="111" y="316"/>
                    <a:pt x="111" y="316"/>
                  </a:cubicBezTo>
                  <a:cubicBezTo>
                    <a:pt x="111" y="316"/>
                    <a:pt x="111" y="316"/>
                    <a:pt x="110" y="316"/>
                  </a:cubicBezTo>
                  <a:cubicBezTo>
                    <a:pt x="110" y="316"/>
                    <a:pt x="110" y="316"/>
                    <a:pt x="110" y="316"/>
                  </a:cubicBezTo>
                  <a:cubicBezTo>
                    <a:pt x="110" y="316"/>
                    <a:pt x="109" y="316"/>
                    <a:pt x="109" y="316"/>
                  </a:cubicBezTo>
                  <a:cubicBezTo>
                    <a:pt x="109" y="316"/>
                    <a:pt x="109" y="316"/>
                    <a:pt x="109" y="316"/>
                  </a:cubicBezTo>
                  <a:cubicBezTo>
                    <a:pt x="109" y="316"/>
                    <a:pt x="108" y="317"/>
                    <a:pt x="108" y="317"/>
                  </a:cubicBezTo>
                  <a:cubicBezTo>
                    <a:pt x="108" y="317"/>
                    <a:pt x="108" y="317"/>
                    <a:pt x="108" y="317"/>
                  </a:cubicBezTo>
                  <a:cubicBezTo>
                    <a:pt x="108" y="317"/>
                    <a:pt x="108" y="317"/>
                    <a:pt x="108" y="317"/>
                  </a:cubicBezTo>
                  <a:cubicBezTo>
                    <a:pt x="108" y="317"/>
                    <a:pt x="109" y="317"/>
                    <a:pt x="109" y="317"/>
                  </a:cubicBezTo>
                  <a:cubicBezTo>
                    <a:pt x="109" y="317"/>
                    <a:pt x="109" y="317"/>
                    <a:pt x="110" y="317"/>
                  </a:cubicBezTo>
                  <a:cubicBezTo>
                    <a:pt x="110" y="317"/>
                    <a:pt x="110" y="317"/>
                    <a:pt x="110" y="317"/>
                  </a:cubicBezTo>
                  <a:cubicBezTo>
                    <a:pt x="111" y="317"/>
                    <a:pt x="111" y="317"/>
                    <a:pt x="111" y="317"/>
                  </a:cubicBezTo>
                  <a:cubicBezTo>
                    <a:pt x="111" y="317"/>
                    <a:pt x="112" y="317"/>
                    <a:pt x="112" y="318"/>
                  </a:cubicBezTo>
                  <a:cubicBezTo>
                    <a:pt x="112" y="318"/>
                    <a:pt x="112" y="318"/>
                    <a:pt x="112" y="318"/>
                  </a:cubicBezTo>
                  <a:cubicBezTo>
                    <a:pt x="112" y="318"/>
                    <a:pt x="112" y="318"/>
                    <a:pt x="112" y="318"/>
                  </a:cubicBezTo>
                  <a:cubicBezTo>
                    <a:pt x="112" y="319"/>
                    <a:pt x="112" y="319"/>
                    <a:pt x="112" y="319"/>
                  </a:cubicBezTo>
                  <a:cubicBezTo>
                    <a:pt x="112" y="319"/>
                    <a:pt x="111" y="319"/>
                    <a:pt x="111" y="319"/>
                  </a:cubicBezTo>
                  <a:cubicBezTo>
                    <a:pt x="111" y="319"/>
                    <a:pt x="111" y="319"/>
                    <a:pt x="110" y="319"/>
                  </a:cubicBezTo>
                  <a:cubicBezTo>
                    <a:pt x="110" y="319"/>
                    <a:pt x="110" y="319"/>
                    <a:pt x="110" y="319"/>
                  </a:cubicBezTo>
                  <a:cubicBezTo>
                    <a:pt x="109" y="320"/>
                    <a:pt x="109" y="320"/>
                    <a:pt x="109" y="320"/>
                  </a:cubicBezTo>
                  <a:cubicBezTo>
                    <a:pt x="109" y="320"/>
                    <a:pt x="109" y="320"/>
                    <a:pt x="109" y="320"/>
                  </a:cubicBezTo>
                  <a:cubicBezTo>
                    <a:pt x="110" y="321"/>
                    <a:pt x="110" y="321"/>
                    <a:pt x="110" y="321"/>
                  </a:cubicBezTo>
                  <a:cubicBezTo>
                    <a:pt x="111" y="321"/>
                    <a:pt x="111" y="321"/>
                    <a:pt x="112" y="321"/>
                  </a:cubicBezTo>
                  <a:cubicBezTo>
                    <a:pt x="112" y="321"/>
                    <a:pt x="112" y="321"/>
                    <a:pt x="113" y="321"/>
                  </a:cubicBezTo>
                  <a:cubicBezTo>
                    <a:pt x="113" y="321"/>
                    <a:pt x="113" y="321"/>
                    <a:pt x="113" y="321"/>
                  </a:cubicBezTo>
                  <a:cubicBezTo>
                    <a:pt x="113" y="321"/>
                    <a:pt x="113" y="322"/>
                    <a:pt x="113" y="322"/>
                  </a:cubicBezTo>
                  <a:cubicBezTo>
                    <a:pt x="113" y="322"/>
                    <a:pt x="112" y="322"/>
                    <a:pt x="112" y="322"/>
                  </a:cubicBezTo>
                  <a:cubicBezTo>
                    <a:pt x="112" y="322"/>
                    <a:pt x="112" y="322"/>
                    <a:pt x="111" y="322"/>
                  </a:cubicBezTo>
                  <a:cubicBezTo>
                    <a:pt x="111" y="322"/>
                    <a:pt x="111" y="322"/>
                    <a:pt x="111" y="322"/>
                  </a:cubicBezTo>
                  <a:cubicBezTo>
                    <a:pt x="111" y="322"/>
                    <a:pt x="110" y="322"/>
                    <a:pt x="110" y="322"/>
                  </a:cubicBezTo>
                  <a:cubicBezTo>
                    <a:pt x="110" y="322"/>
                    <a:pt x="110" y="322"/>
                    <a:pt x="110" y="322"/>
                  </a:cubicBezTo>
                  <a:cubicBezTo>
                    <a:pt x="109" y="323"/>
                    <a:pt x="108" y="323"/>
                    <a:pt x="107" y="323"/>
                  </a:cubicBezTo>
                  <a:cubicBezTo>
                    <a:pt x="107" y="323"/>
                    <a:pt x="107" y="323"/>
                    <a:pt x="107" y="323"/>
                  </a:cubicBezTo>
                  <a:cubicBezTo>
                    <a:pt x="107" y="322"/>
                    <a:pt x="106" y="322"/>
                    <a:pt x="106" y="322"/>
                  </a:cubicBezTo>
                  <a:cubicBezTo>
                    <a:pt x="106" y="322"/>
                    <a:pt x="106" y="321"/>
                    <a:pt x="106" y="321"/>
                  </a:cubicBezTo>
                  <a:cubicBezTo>
                    <a:pt x="106" y="321"/>
                    <a:pt x="106" y="321"/>
                    <a:pt x="106" y="321"/>
                  </a:cubicBezTo>
                  <a:cubicBezTo>
                    <a:pt x="105" y="320"/>
                    <a:pt x="105" y="320"/>
                    <a:pt x="105" y="320"/>
                  </a:cubicBezTo>
                  <a:cubicBezTo>
                    <a:pt x="105" y="320"/>
                    <a:pt x="105" y="319"/>
                    <a:pt x="104" y="320"/>
                  </a:cubicBezTo>
                  <a:cubicBezTo>
                    <a:pt x="104" y="320"/>
                    <a:pt x="103" y="320"/>
                    <a:pt x="103" y="321"/>
                  </a:cubicBezTo>
                  <a:cubicBezTo>
                    <a:pt x="103" y="321"/>
                    <a:pt x="103" y="321"/>
                    <a:pt x="103" y="321"/>
                  </a:cubicBezTo>
                  <a:cubicBezTo>
                    <a:pt x="103" y="321"/>
                    <a:pt x="103" y="321"/>
                    <a:pt x="103" y="322"/>
                  </a:cubicBezTo>
                  <a:cubicBezTo>
                    <a:pt x="103" y="322"/>
                    <a:pt x="103" y="322"/>
                    <a:pt x="103" y="322"/>
                  </a:cubicBezTo>
                  <a:cubicBezTo>
                    <a:pt x="103" y="322"/>
                    <a:pt x="104" y="322"/>
                    <a:pt x="104" y="322"/>
                  </a:cubicBezTo>
                  <a:cubicBezTo>
                    <a:pt x="104" y="323"/>
                    <a:pt x="104" y="323"/>
                    <a:pt x="104" y="323"/>
                  </a:cubicBezTo>
                  <a:cubicBezTo>
                    <a:pt x="104" y="323"/>
                    <a:pt x="104" y="324"/>
                    <a:pt x="104" y="324"/>
                  </a:cubicBezTo>
                  <a:cubicBezTo>
                    <a:pt x="104" y="324"/>
                    <a:pt x="104" y="324"/>
                    <a:pt x="104" y="324"/>
                  </a:cubicBezTo>
                  <a:cubicBezTo>
                    <a:pt x="104" y="325"/>
                    <a:pt x="104" y="326"/>
                    <a:pt x="104" y="326"/>
                  </a:cubicBezTo>
                  <a:cubicBezTo>
                    <a:pt x="105" y="327"/>
                    <a:pt x="105" y="329"/>
                    <a:pt x="105" y="330"/>
                  </a:cubicBezTo>
                  <a:cubicBezTo>
                    <a:pt x="105" y="330"/>
                    <a:pt x="105" y="331"/>
                    <a:pt x="105" y="331"/>
                  </a:cubicBezTo>
                  <a:cubicBezTo>
                    <a:pt x="105" y="332"/>
                    <a:pt x="105" y="333"/>
                    <a:pt x="105" y="333"/>
                  </a:cubicBezTo>
                  <a:cubicBezTo>
                    <a:pt x="105" y="334"/>
                    <a:pt x="104" y="335"/>
                    <a:pt x="104" y="335"/>
                  </a:cubicBezTo>
                  <a:cubicBezTo>
                    <a:pt x="104" y="336"/>
                    <a:pt x="104" y="336"/>
                    <a:pt x="105" y="337"/>
                  </a:cubicBezTo>
                  <a:cubicBezTo>
                    <a:pt x="105" y="337"/>
                    <a:pt x="106" y="337"/>
                    <a:pt x="107" y="337"/>
                  </a:cubicBezTo>
                  <a:cubicBezTo>
                    <a:pt x="107" y="337"/>
                    <a:pt x="107" y="337"/>
                    <a:pt x="107" y="337"/>
                  </a:cubicBezTo>
                  <a:cubicBezTo>
                    <a:pt x="108" y="337"/>
                    <a:pt x="108" y="337"/>
                    <a:pt x="108" y="337"/>
                  </a:cubicBezTo>
                  <a:cubicBezTo>
                    <a:pt x="109" y="337"/>
                    <a:pt x="109" y="337"/>
                    <a:pt x="110" y="338"/>
                  </a:cubicBezTo>
                  <a:cubicBezTo>
                    <a:pt x="110" y="338"/>
                    <a:pt x="111" y="338"/>
                    <a:pt x="111" y="338"/>
                  </a:cubicBezTo>
                  <a:cubicBezTo>
                    <a:pt x="112" y="337"/>
                    <a:pt x="112" y="337"/>
                    <a:pt x="113" y="337"/>
                  </a:cubicBezTo>
                  <a:cubicBezTo>
                    <a:pt x="114" y="337"/>
                    <a:pt x="114" y="337"/>
                    <a:pt x="115" y="337"/>
                  </a:cubicBezTo>
                  <a:cubicBezTo>
                    <a:pt x="115" y="337"/>
                    <a:pt x="116" y="337"/>
                    <a:pt x="116" y="337"/>
                  </a:cubicBezTo>
                  <a:cubicBezTo>
                    <a:pt x="116" y="337"/>
                    <a:pt x="117" y="337"/>
                    <a:pt x="117" y="337"/>
                  </a:cubicBezTo>
                  <a:cubicBezTo>
                    <a:pt x="117" y="337"/>
                    <a:pt x="117" y="337"/>
                    <a:pt x="117" y="337"/>
                  </a:cubicBezTo>
                  <a:cubicBezTo>
                    <a:pt x="118" y="337"/>
                    <a:pt x="118" y="337"/>
                    <a:pt x="118" y="337"/>
                  </a:cubicBezTo>
                  <a:cubicBezTo>
                    <a:pt x="118" y="337"/>
                    <a:pt x="119" y="337"/>
                    <a:pt x="119" y="337"/>
                  </a:cubicBezTo>
                  <a:cubicBezTo>
                    <a:pt x="119" y="337"/>
                    <a:pt x="119" y="337"/>
                    <a:pt x="119" y="336"/>
                  </a:cubicBezTo>
                  <a:cubicBezTo>
                    <a:pt x="119" y="336"/>
                    <a:pt x="119" y="336"/>
                    <a:pt x="119" y="336"/>
                  </a:cubicBezTo>
                  <a:cubicBezTo>
                    <a:pt x="120" y="335"/>
                    <a:pt x="119" y="335"/>
                    <a:pt x="119" y="335"/>
                  </a:cubicBezTo>
                  <a:cubicBezTo>
                    <a:pt x="119" y="335"/>
                    <a:pt x="119" y="335"/>
                    <a:pt x="119" y="335"/>
                  </a:cubicBezTo>
                  <a:cubicBezTo>
                    <a:pt x="119" y="335"/>
                    <a:pt x="118" y="335"/>
                    <a:pt x="118" y="335"/>
                  </a:cubicBezTo>
                  <a:cubicBezTo>
                    <a:pt x="118" y="335"/>
                    <a:pt x="118" y="335"/>
                    <a:pt x="118" y="334"/>
                  </a:cubicBezTo>
                  <a:cubicBezTo>
                    <a:pt x="118" y="334"/>
                    <a:pt x="118" y="334"/>
                    <a:pt x="118" y="334"/>
                  </a:cubicBezTo>
                  <a:cubicBezTo>
                    <a:pt x="118" y="334"/>
                    <a:pt x="119" y="333"/>
                    <a:pt x="119" y="332"/>
                  </a:cubicBezTo>
                  <a:cubicBezTo>
                    <a:pt x="119" y="332"/>
                    <a:pt x="119" y="332"/>
                    <a:pt x="119" y="332"/>
                  </a:cubicBezTo>
                  <a:cubicBezTo>
                    <a:pt x="119" y="332"/>
                    <a:pt x="119" y="332"/>
                    <a:pt x="119" y="332"/>
                  </a:cubicBezTo>
                  <a:cubicBezTo>
                    <a:pt x="119" y="332"/>
                    <a:pt x="120" y="332"/>
                    <a:pt x="120" y="332"/>
                  </a:cubicBezTo>
                  <a:cubicBezTo>
                    <a:pt x="120" y="332"/>
                    <a:pt x="120" y="332"/>
                    <a:pt x="120" y="331"/>
                  </a:cubicBezTo>
                  <a:cubicBezTo>
                    <a:pt x="120" y="331"/>
                    <a:pt x="120" y="331"/>
                    <a:pt x="121" y="331"/>
                  </a:cubicBezTo>
                  <a:cubicBezTo>
                    <a:pt x="121" y="331"/>
                    <a:pt x="121" y="331"/>
                    <a:pt x="121" y="332"/>
                  </a:cubicBezTo>
                  <a:cubicBezTo>
                    <a:pt x="121" y="332"/>
                    <a:pt x="122" y="332"/>
                    <a:pt x="122" y="332"/>
                  </a:cubicBezTo>
                  <a:cubicBezTo>
                    <a:pt x="122" y="332"/>
                    <a:pt x="122" y="332"/>
                    <a:pt x="122" y="333"/>
                  </a:cubicBezTo>
                  <a:cubicBezTo>
                    <a:pt x="122" y="333"/>
                    <a:pt x="122" y="334"/>
                    <a:pt x="122" y="334"/>
                  </a:cubicBezTo>
                  <a:cubicBezTo>
                    <a:pt x="122" y="335"/>
                    <a:pt x="122" y="336"/>
                    <a:pt x="122" y="337"/>
                  </a:cubicBezTo>
                  <a:cubicBezTo>
                    <a:pt x="122" y="337"/>
                    <a:pt x="122" y="338"/>
                    <a:pt x="122" y="338"/>
                  </a:cubicBezTo>
                  <a:cubicBezTo>
                    <a:pt x="122" y="339"/>
                    <a:pt x="122" y="339"/>
                    <a:pt x="121" y="340"/>
                  </a:cubicBezTo>
                  <a:cubicBezTo>
                    <a:pt x="121" y="340"/>
                    <a:pt x="121" y="340"/>
                    <a:pt x="120" y="340"/>
                  </a:cubicBezTo>
                  <a:cubicBezTo>
                    <a:pt x="120" y="339"/>
                    <a:pt x="120" y="339"/>
                    <a:pt x="119" y="339"/>
                  </a:cubicBezTo>
                  <a:cubicBezTo>
                    <a:pt x="119" y="339"/>
                    <a:pt x="119" y="339"/>
                    <a:pt x="119" y="339"/>
                  </a:cubicBezTo>
                  <a:cubicBezTo>
                    <a:pt x="118" y="339"/>
                    <a:pt x="118" y="338"/>
                    <a:pt x="118" y="338"/>
                  </a:cubicBezTo>
                  <a:cubicBezTo>
                    <a:pt x="117" y="338"/>
                    <a:pt x="117" y="338"/>
                    <a:pt x="117" y="338"/>
                  </a:cubicBezTo>
                  <a:cubicBezTo>
                    <a:pt x="117" y="338"/>
                    <a:pt x="117" y="338"/>
                    <a:pt x="117" y="338"/>
                  </a:cubicBezTo>
                  <a:cubicBezTo>
                    <a:pt x="116" y="338"/>
                    <a:pt x="116" y="338"/>
                    <a:pt x="116" y="339"/>
                  </a:cubicBezTo>
                  <a:cubicBezTo>
                    <a:pt x="117" y="339"/>
                    <a:pt x="117" y="339"/>
                    <a:pt x="117" y="339"/>
                  </a:cubicBezTo>
                  <a:cubicBezTo>
                    <a:pt x="117" y="340"/>
                    <a:pt x="117" y="340"/>
                    <a:pt x="117" y="340"/>
                  </a:cubicBezTo>
                  <a:cubicBezTo>
                    <a:pt x="117" y="340"/>
                    <a:pt x="117" y="340"/>
                    <a:pt x="117" y="340"/>
                  </a:cubicBezTo>
                  <a:cubicBezTo>
                    <a:pt x="118" y="340"/>
                    <a:pt x="118" y="340"/>
                    <a:pt x="118" y="340"/>
                  </a:cubicBezTo>
                  <a:cubicBezTo>
                    <a:pt x="118" y="340"/>
                    <a:pt x="119" y="340"/>
                    <a:pt x="119" y="341"/>
                  </a:cubicBezTo>
                  <a:cubicBezTo>
                    <a:pt x="119" y="341"/>
                    <a:pt x="120" y="341"/>
                    <a:pt x="121" y="341"/>
                  </a:cubicBezTo>
                  <a:cubicBezTo>
                    <a:pt x="121" y="341"/>
                    <a:pt x="121" y="341"/>
                    <a:pt x="121" y="341"/>
                  </a:cubicBezTo>
                  <a:cubicBezTo>
                    <a:pt x="121" y="341"/>
                    <a:pt x="122" y="341"/>
                    <a:pt x="122" y="340"/>
                  </a:cubicBezTo>
                  <a:cubicBezTo>
                    <a:pt x="122" y="340"/>
                    <a:pt x="123" y="340"/>
                    <a:pt x="123" y="340"/>
                  </a:cubicBezTo>
                  <a:cubicBezTo>
                    <a:pt x="123" y="339"/>
                    <a:pt x="123" y="339"/>
                    <a:pt x="123" y="338"/>
                  </a:cubicBezTo>
                  <a:cubicBezTo>
                    <a:pt x="123" y="338"/>
                    <a:pt x="123" y="338"/>
                    <a:pt x="124" y="337"/>
                  </a:cubicBezTo>
                  <a:cubicBezTo>
                    <a:pt x="124" y="337"/>
                    <a:pt x="124" y="337"/>
                    <a:pt x="124" y="337"/>
                  </a:cubicBezTo>
                  <a:cubicBezTo>
                    <a:pt x="124" y="337"/>
                    <a:pt x="124" y="336"/>
                    <a:pt x="123" y="336"/>
                  </a:cubicBezTo>
                  <a:cubicBezTo>
                    <a:pt x="123" y="335"/>
                    <a:pt x="123" y="334"/>
                    <a:pt x="123" y="333"/>
                  </a:cubicBezTo>
                  <a:cubicBezTo>
                    <a:pt x="123" y="333"/>
                    <a:pt x="123" y="333"/>
                    <a:pt x="124" y="333"/>
                  </a:cubicBezTo>
                  <a:cubicBezTo>
                    <a:pt x="124" y="332"/>
                    <a:pt x="124" y="332"/>
                    <a:pt x="124" y="331"/>
                  </a:cubicBezTo>
                  <a:cubicBezTo>
                    <a:pt x="124" y="331"/>
                    <a:pt x="124" y="330"/>
                    <a:pt x="124" y="329"/>
                  </a:cubicBezTo>
                  <a:cubicBezTo>
                    <a:pt x="124" y="329"/>
                    <a:pt x="124" y="329"/>
                    <a:pt x="124" y="328"/>
                  </a:cubicBezTo>
                  <a:cubicBezTo>
                    <a:pt x="124" y="328"/>
                    <a:pt x="124" y="328"/>
                    <a:pt x="124" y="327"/>
                  </a:cubicBezTo>
                  <a:cubicBezTo>
                    <a:pt x="124" y="326"/>
                    <a:pt x="124" y="325"/>
                    <a:pt x="124" y="324"/>
                  </a:cubicBezTo>
                  <a:cubicBezTo>
                    <a:pt x="124" y="323"/>
                    <a:pt x="124" y="323"/>
                    <a:pt x="124" y="323"/>
                  </a:cubicBezTo>
                  <a:cubicBezTo>
                    <a:pt x="124" y="323"/>
                    <a:pt x="124" y="322"/>
                    <a:pt x="124" y="322"/>
                  </a:cubicBezTo>
                  <a:cubicBezTo>
                    <a:pt x="124" y="321"/>
                    <a:pt x="124" y="321"/>
                    <a:pt x="124" y="320"/>
                  </a:cubicBezTo>
                  <a:close/>
                  <a:moveTo>
                    <a:pt x="156" y="326"/>
                  </a:moveTo>
                  <a:cubicBezTo>
                    <a:pt x="156" y="325"/>
                    <a:pt x="156" y="325"/>
                    <a:pt x="155" y="325"/>
                  </a:cubicBezTo>
                  <a:cubicBezTo>
                    <a:pt x="155" y="325"/>
                    <a:pt x="154" y="325"/>
                    <a:pt x="154" y="325"/>
                  </a:cubicBezTo>
                  <a:cubicBezTo>
                    <a:pt x="153" y="325"/>
                    <a:pt x="152" y="325"/>
                    <a:pt x="152" y="325"/>
                  </a:cubicBezTo>
                  <a:cubicBezTo>
                    <a:pt x="152" y="325"/>
                    <a:pt x="151" y="325"/>
                    <a:pt x="151" y="325"/>
                  </a:cubicBezTo>
                  <a:cubicBezTo>
                    <a:pt x="151" y="325"/>
                    <a:pt x="151" y="325"/>
                    <a:pt x="151" y="325"/>
                  </a:cubicBezTo>
                  <a:cubicBezTo>
                    <a:pt x="151" y="324"/>
                    <a:pt x="151" y="324"/>
                    <a:pt x="151" y="324"/>
                  </a:cubicBezTo>
                  <a:cubicBezTo>
                    <a:pt x="151" y="323"/>
                    <a:pt x="151" y="323"/>
                    <a:pt x="151" y="323"/>
                  </a:cubicBezTo>
                  <a:cubicBezTo>
                    <a:pt x="151" y="323"/>
                    <a:pt x="152" y="323"/>
                    <a:pt x="152" y="323"/>
                  </a:cubicBezTo>
                  <a:cubicBezTo>
                    <a:pt x="152" y="323"/>
                    <a:pt x="152" y="323"/>
                    <a:pt x="152" y="323"/>
                  </a:cubicBezTo>
                  <a:cubicBezTo>
                    <a:pt x="153" y="323"/>
                    <a:pt x="153" y="323"/>
                    <a:pt x="153" y="323"/>
                  </a:cubicBezTo>
                  <a:cubicBezTo>
                    <a:pt x="153" y="323"/>
                    <a:pt x="154" y="323"/>
                    <a:pt x="154" y="323"/>
                  </a:cubicBezTo>
                  <a:cubicBezTo>
                    <a:pt x="154" y="323"/>
                    <a:pt x="154" y="323"/>
                    <a:pt x="155" y="323"/>
                  </a:cubicBezTo>
                  <a:cubicBezTo>
                    <a:pt x="155" y="323"/>
                    <a:pt x="155" y="322"/>
                    <a:pt x="155" y="322"/>
                  </a:cubicBezTo>
                  <a:cubicBezTo>
                    <a:pt x="155" y="322"/>
                    <a:pt x="155" y="322"/>
                    <a:pt x="155" y="321"/>
                  </a:cubicBezTo>
                  <a:cubicBezTo>
                    <a:pt x="155" y="321"/>
                    <a:pt x="155" y="321"/>
                    <a:pt x="154" y="321"/>
                  </a:cubicBezTo>
                  <a:cubicBezTo>
                    <a:pt x="154" y="321"/>
                    <a:pt x="154" y="321"/>
                    <a:pt x="153" y="321"/>
                  </a:cubicBezTo>
                  <a:cubicBezTo>
                    <a:pt x="153" y="321"/>
                    <a:pt x="153" y="321"/>
                    <a:pt x="153" y="321"/>
                  </a:cubicBezTo>
                  <a:cubicBezTo>
                    <a:pt x="153" y="321"/>
                    <a:pt x="152" y="321"/>
                    <a:pt x="152" y="321"/>
                  </a:cubicBezTo>
                  <a:cubicBezTo>
                    <a:pt x="152" y="321"/>
                    <a:pt x="151" y="321"/>
                    <a:pt x="151" y="320"/>
                  </a:cubicBezTo>
                  <a:cubicBezTo>
                    <a:pt x="151" y="320"/>
                    <a:pt x="151" y="320"/>
                    <a:pt x="151" y="319"/>
                  </a:cubicBezTo>
                  <a:cubicBezTo>
                    <a:pt x="152" y="319"/>
                    <a:pt x="152" y="318"/>
                    <a:pt x="152" y="318"/>
                  </a:cubicBezTo>
                  <a:cubicBezTo>
                    <a:pt x="152" y="317"/>
                    <a:pt x="151" y="317"/>
                    <a:pt x="151" y="317"/>
                  </a:cubicBezTo>
                  <a:cubicBezTo>
                    <a:pt x="152" y="316"/>
                    <a:pt x="152" y="316"/>
                    <a:pt x="152" y="315"/>
                  </a:cubicBezTo>
                  <a:cubicBezTo>
                    <a:pt x="152" y="315"/>
                    <a:pt x="152" y="314"/>
                    <a:pt x="151" y="314"/>
                  </a:cubicBezTo>
                  <a:cubicBezTo>
                    <a:pt x="151" y="314"/>
                    <a:pt x="151" y="314"/>
                    <a:pt x="151" y="314"/>
                  </a:cubicBezTo>
                  <a:cubicBezTo>
                    <a:pt x="151" y="314"/>
                    <a:pt x="150" y="313"/>
                    <a:pt x="150" y="314"/>
                  </a:cubicBezTo>
                  <a:cubicBezTo>
                    <a:pt x="150" y="314"/>
                    <a:pt x="150" y="314"/>
                    <a:pt x="150" y="314"/>
                  </a:cubicBezTo>
                  <a:cubicBezTo>
                    <a:pt x="149" y="314"/>
                    <a:pt x="149" y="315"/>
                    <a:pt x="149" y="315"/>
                  </a:cubicBezTo>
                  <a:cubicBezTo>
                    <a:pt x="149" y="316"/>
                    <a:pt x="149" y="316"/>
                    <a:pt x="150" y="317"/>
                  </a:cubicBezTo>
                  <a:cubicBezTo>
                    <a:pt x="150" y="317"/>
                    <a:pt x="150" y="317"/>
                    <a:pt x="150" y="317"/>
                  </a:cubicBezTo>
                  <a:cubicBezTo>
                    <a:pt x="150" y="317"/>
                    <a:pt x="150" y="317"/>
                    <a:pt x="150" y="317"/>
                  </a:cubicBezTo>
                  <a:cubicBezTo>
                    <a:pt x="149" y="317"/>
                    <a:pt x="149" y="318"/>
                    <a:pt x="149" y="318"/>
                  </a:cubicBezTo>
                  <a:cubicBezTo>
                    <a:pt x="149" y="318"/>
                    <a:pt x="149" y="319"/>
                    <a:pt x="149" y="319"/>
                  </a:cubicBezTo>
                  <a:cubicBezTo>
                    <a:pt x="149" y="319"/>
                    <a:pt x="149" y="319"/>
                    <a:pt x="149" y="320"/>
                  </a:cubicBezTo>
                  <a:cubicBezTo>
                    <a:pt x="149" y="320"/>
                    <a:pt x="149" y="320"/>
                    <a:pt x="149" y="321"/>
                  </a:cubicBezTo>
                  <a:cubicBezTo>
                    <a:pt x="149" y="321"/>
                    <a:pt x="149" y="321"/>
                    <a:pt x="148" y="321"/>
                  </a:cubicBezTo>
                  <a:cubicBezTo>
                    <a:pt x="148" y="321"/>
                    <a:pt x="148" y="321"/>
                    <a:pt x="147" y="321"/>
                  </a:cubicBezTo>
                  <a:cubicBezTo>
                    <a:pt x="147" y="321"/>
                    <a:pt x="147" y="321"/>
                    <a:pt x="147" y="321"/>
                  </a:cubicBezTo>
                  <a:cubicBezTo>
                    <a:pt x="147" y="321"/>
                    <a:pt x="146" y="321"/>
                    <a:pt x="146" y="321"/>
                  </a:cubicBezTo>
                  <a:cubicBezTo>
                    <a:pt x="145" y="321"/>
                    <a:pt x="145" y="321"/>
                    <a:pt x="145" y="322"/>
                  </a:cubicBezTo>
                  <a:cubicBezTo>
                    <a:pt x="144" y="322"/>
                    <a:pt x="144" y="322"/>
                    <a:pt x="144" y="323"/>
                  </a:cubicBezTo>
                  <a:cubicBezTo>
                    <a:pt x="144" y="323"/>
                    <a:pt x="144" y="323"/>
                    <a:pt x="144" y="323"/>
                  </a:cubicBezTo>
                  <a:cubicBezTo>
                    <a:pt x="144" y="324"/>
                    <a:pt x="144" y="324"/>
                    <a:pt x="145" y="324"/>
                  </a:cubicBezTo>
                  <a:cubicBezTo>
                    <a:pt x="145" y="324"/>
                    <a:pt x="145" y="324"/>
                    <a:pt x="145" y="324"/>
                  </a:cubicBezTo>
                  <a:cubicBezTo>
                    <a:pt x="146" y="324"/>
                    <a:pt x="146" y="324"/>
                    <a:pt x="146" y="324"/>
                  </a:cubicBezTo>
                  <a:cubicBezTo>
                    <a:pt x="146" y="323"/>
                    <a:pt x="147" y="323"/>
                    <a:pt x="148" y="324"/>
                  </a:cubicBezTo>
                  <a:cubicBezTo>
                    <a:pt x="148" y="324"/>
                    <a:pt x="148" y="324"/>
                    <a:pt x="148" y="325"/>
                  </a:cubicBezTo>
                  <a:cubicBezTo>
                    <a:pt x="148" y="325"/>
                    <a:pt x="148" y="326"/>
                    <a:pt x="148" y="326"/>
                  </a:cubicBezTo>
                  <a:cubicBezTo>
                    <a:pt x="147" y="326"/>
                    <a:pt x="147" y="326"/>
                    <a:pt x="147" y="326"/>
                  </a:cubicBezTo>
                  <a:cubicBezTo>
                    <a:pt x="147" y="326"/>
                    <a:pt x="147" y="326"/>
                    <a:pt x="146" y="326"/>
                  </a:cubicBezTo>
                  <a:cubicBezTo>
                    <a:pt x="146" y="326"/>
                    <a:pt x="145" y="326"/>
                    <a:pt x="144" y="326"/>
                  </a:cubicBezTo>
                  <a:cubicBezTo>
                    <a:pt x="144" y="326"/>
                    <a:pt x="144" y="326"/>
                    <a:pt x="144" y="326"/>
                  </a:cubicBezTo>
                  <a:cubicBezTo>
                    <a:pt x="144" y="326"/>
                    <a:pt x="144" y="326"/>
                    <a:pt x="144" y="327"/>
                  </a:cubicBezTo>
                  <a:cubicBezTo>
                    <a:pt x="144" y="327"/>
                    <a:pt x="144" y="327"/>
                    <a:pt x="144" y="327"/>
                  </a:cubicBezTo>
                  <a:cubicBezTo>
                    <a:pt x="144" y="327"/>
                    <a:pt x="144" y="327"/>
                    <a:pt x="144" y="327"/>
                  </a:cubicBezTo>
                  <a:cubicBezTo>
                    <a:pt x="144" y="328"/>
                    <a:pt x="144" y="328"/>
                    <a:pt x="144" y="328"/>
                  </a:cubicBezTo>
                  <a:cubicBezTo>
                    <a:pt x="143" y="328"/>
                    <a:pt x="143" y="328"/>
                    <a:pt x="143" y="329"/>
                  </a:cubicBezTo>
                  <a:cubicBezTo>
                    <a:pt x="143" y="329"/>
                    <a:pt x="143" y="329"/>
                    <a:pt x="143" y="329"/>
                  </a:cubicBezTo>
                  <a:cubicBezTo>
                    <a:pt x="143" y="329"/>
                    <a:pt x="142" y="329"/>
                    <a:pt x="142" y="329"/>
                  </a:cubicBezTo>
                  <a:cubicBezTo>
                    <a:pt x="142" y="330"/>
                    <a:pt x="142" y="330"/>
                    <a:pt x="142" y="330"/>
                  </a:cubicBezTo>
                  <a:cubicBezTo>
                    <a:pt x="142" y="330"/>
                    <a:pt x="142" y="330"/>
                    <a:pt x="141" y="330"/>
                  </a:cubicBezTo>
                  <a:cubicBezTo>
                    <a:pt x="141" y="330"/>
                    <a:pt x="141" y="330"/>
                    <a:pt x="141" y="329"/>
                  </a:cubicBezTo>
                  <a:cubicBezTo>
                    <a:pt x="141" y="329"/>
                    <a:pt x="141" y="329"/>
                    <a:pt x="141" y="329"/>
                  </a:cubicBezTo>
                  <a:cubicBezTo>
                    <a:pt x="141" y="328"/>
                    <a:pt x="141" y="328"/>
                    <a:pt x="141" y="328"/>
                  </a:cubicBezTo>
                  <a:cubicBezTo>
                    <a:pt x="142" y="328"/>
                    <a:pt x="142" y="327"/>
                    <a:pt x="143" y="326"/>
                  </a:cubicBezTo>
                  <a:cubicBezTo>
                    <a:pt x="143" y="326"/>
                    <a:pt x="143" y="325"/>
                    <a:pt x="143" y="325"/>
                  </a:cubicBezTo>
                  <a:cubicBezTo>
                    <a:pt x="143" y="325"/>
                    <a:pt x="142" y="325"/>
                    <a:pt x="142" y="325"/>
                  </a:cubicBezTo>
                  <a:cubicBezTo>
                    <a:pt x="142" y="324"/>
                    <a:pt x="142" y="324"/>
                    <a:pt x="141" y="324"/>
                  </a:cubicBezTo>
                  <a:cubicBezTo>
                    <a:pt x="141" y="323"/>
                    <a:pt x="141" y="323"/>
                    <a:pt x="141" y="323"/>
                  </a:cubicBezTo>
                  <a:cubicBezTo>
                    <a:pt x="141" y="323"/>
                    <a:pt x="141" y="323"/>
                    <a:pt x="141" y="322"/>
                  </a:cubicBezTo>
                  <a:cubicBezTo>
                    <a:pt x="141" y="322"/>
                    <a:pt x="141" y="322"/>
                    <a:pt x="141" y="322"/>
                  </a:cubicBezTo>
                  <a:cubicBezTo>
                    <a:pt x="141" y="322"/>
                    <a:pt x="142" y="322"/>
                    <a:pt x="142" y="321"/>
                  </a:cubicBezTo>
                  <a:cubicBezTo>
                    <a:pt x="142" y="321"/>
                    <a:pt x="142" y="321"/>
                    <a:pt x="142" y="320"/>
                  </a:cubicBezTo>
                  <a:cubicBezTo>
                    <a:pt x="142" y="320"/>
                    <a:pt x="143" y="320"/>
                    <a:pt x="143" y="320"/>
                  </a:cubicBezTo>
                  <a:cubicBezTo>
                    <a:pt x="143" y="319"/>
                    <a:pt x="143" y="319"/>
                    <a:pt x="143" y="319"/>
                  </a:cubicBezTo>
                  <a:cubicBezTo>
                    <a:pt x="144" y="319"/>
                    <a:pt x="144" y="319"/>
                    <a:pt x="144" y="319"/>
                  </a:cubicBezTo>
                  <a:cubicBezTo>
                    <a:pt x="144" y="318"/>
                    <a:pt x="144" y="318"/>
                    <a:pt x="144" y="318"/>
                  </a:cubicBezTo>
                  <a:cubicBezTo>
                    <a:pt x="145" y="318"/>
                    <a:pt x="145" y="318"/>
                    <a:pt x="145" y="318"/>
                  </a:cubicBezTo>
                  <a:cubicBezTo>
                    <a:pt x="145" y="317"/>
                    <a:pt x="145" y="317"/>
                    <a:pt x="145" y="317"/>
                  </a:cubicBezTo>
                  <a:cubicBezTo>
                    <a:pt x="145" y="316"/>
                    <a:pt x="145" y="316"/>
                    <a:pt x="144" y="315"/>
                  </a:cubicBezTo>
                  <a:cubicBezTo>
                    <a:pt x="144" y="315"/>
                    <a:pt x="144" y="315"/>
                    <a:pt x="144" y="315"/>
                  </a:cubicBezTo>
                  <a:cubicBezTo>
                    <a:pt x="143" y="315"/>
                    <a:pt x="143" y="315"/>
                    <a:pt x="143" y="315"/>
                  </a:cubicBezTo>
                  <a:cubicBezTo>
                    <a:pt x="143" y="315"/>
                    <a:pt x="143" y="315"/>
                    <a:pt x="143" y="315"/>
                  </a:cubicBezTo>
                  <a:cubicBezTo>
                    <a:pt x="142" y="315"/>
                    <a:pt x="142" y="315"/>
                    <a:pt x="142" y="315"/>
                  </a:cubicBezTo>
                  <a:cubicBezTo>
                    <a:pt x="142" y="316"/>
                    <a:pt x="142" y="316"/>
                    <a:pt x="142" y="316"/>
                  </a:cubicBezTo>
                  <a:cubicBezTo>
                    <a:pt x="141" y="316"/>
                    <a:pt x="141" y="316"/>
                    <a:pt x="141" y="317"/>
                  </a:cubicBezTo>
                  <a:cubicBezTo>
                    <a:pt x="141" y="317"/>
                    <a:pt x="140" y="317"/>
                    <a:pt x="140" y="318"/>
                  </a:cubicBezTo>
                  <a:cubicBezTo>
                    <a:pt x="139" y="318"/>
                    <a:pt x="139" y="319"/>
                    <a:pt x="138" y="319"/>
                  </a:cubicBezTo>
                  <a:cubicBezTo>
                    <a:pt x="138" y="319"/>
                    <a:pt x="138" y="319"/>
                    <a:pt x="138" y="320"/>
                  </a:cubicBezTo>
                  <a:cubicBezTo>
                    <a:pt x="138" y="320"/>
                    <a:pt x="138" y="320"/>
                    <a:pt x="138" y="320"/>
                  </a:cubicBezTo>
                  <a:cubicBezTo>
                    <a:pt x="137" y="321"/>
                    <a:pt x="137" y="321"/>
                    <a:pt x="136" y="322"/>
                  </a:cubicBezTo>
                  <a:cubicBezTo>
                    <a:pt x="136" y="322"/>
                    <a:pt x="136" y="322"/>
                    <a:pt x="136" y="323"/>
                  </a:cubicBezTo>
                  <a:cubicBezTo>
                    <a:pt x="136" y="323"/>
                    <a:pt x="136" y="323"/>
                    <a:pt x="136" y="323"/>
                  </a:cubicBezTo>
                  <a:cubicBezTo>
                    <a:pt x="136" y="324"/>
                    <a:pt x="136" y="325"/>
                    <a:pt x="137" y="325"/>
                  </a:cubicBezTo>
                  <a:cubicBezTo>
                    <a:pt x="137" y="325"/>
                    <a:pt x="138" y="325"/>
                    <a:pt x="138" y="325"/>
                  </a:cubicBezTo>
                  <a:cubicBezTo>
                    <a:pt x="138" y="326"/>
                    <a:pt x="138" y="326"/>
                    <a:pt x="138" y="326"/>
                  </a:cubicBezTo>
                  <a:cubicBezTo>
                    <a:pt x="139" y="326"/>
                    <a:pt x="139" y="326"/>
                    <a:pt x="138" y="327"/>
                  </a:cubicBezTo>
                  <a:cubicBezTo>
                    <a:pt x="138" y="327"/>
                    <a:pt x="138" y="327"/>
                    <a:pt x="138" y="327"/>
                  </a:cubicBezTo>
                  <a:cubicBezTo>
                    <a:pt x="138" y="327"/>
                    <a:pt x="138" y="327"/>
                    <a:pt x="137" y="327"/>
                  </a:cubicBezTo>
                  <a:cubicBezTo>
                    <a:pt x="137" y="328"/>
                    <a:pt x="137" y="328"/>
                    <a:pt x="137" y="328"/>
                  </a:cubicBezTo>
                  <a:cubicBezTo>
                    <a:pt x="137" y="328"/>
                    <a:pt x="137" y="329"/>
                    <a:pt x="137" y="329"/>
                  </a:cubicBezTo>
                  <a:cubicBezTo>
                    <a:pt x="137" y="329"/>
                    <a:pt x="137" y="329"/>
                    <a:pt x="137" y="330"/>
                  </a:cubicBezTo>
                  <a:cubicBezTo>
                    <a:pt x="137" y="330"/>
                    <a:pt x="137" y="330"/>
                    <a:pt x="137" y="330"/>
                  </a:cubicBezTo>
                  <a:cubicBezTo>
                    <a:pt x="137" y="330"/>
                    <a:pt x="137" y="331"/>
                    <a:pt x="138" y="331"/>
                  </a:cubicBezTo>
                  <a:cubicBezTo>
                    <a:pt x="138" y="331"/>
                    <a:pt x="139" y="331"/>
                    <a:pt x="139" y="331"/>
                  </a:cubicBezTo>
                  <a:cubicBezTo>
                    <a:pt x="139" y="331"/>
                    <a:pt x="139" y="331"/>
                    <a:pt x="139" y="331"/>
                  </a:cubicBezTo>
                  <a:cubicBezTo>
                    <a:pt x="139" y="331"/>
                    <a:pt x="139" y="332"/>
                    <a:pt x="139" y="332"/>
                  </a:cubicBezTo>
                  <a:cubicBezTo>
                    <a:pt x="139" y="332"/>
                    <a:pt x="139" y="332"/>
                    <a:pt x="139" y="333"/>
                  </a:cubicBezTo>
                  <a:cubicBezTo>
                    <a:pt x="139" y="333"/>
                    <a:pt x="138" y="334"/>
                    <a:pt x="138" y="335"/>
                  </a:cubicBezTo>
                  <a:cubicBezTo>
                    <a:pt x="138" y="335"/>
                    <a:pt x="138" y="335"/>
                    <a:pt x="138" y="335"/>
                  </a:cubicBezTo>
                  <a:cubicBezTo>
                    <a:pt x="138" y="335"/>
                    <a:pt x="138" y="335"/>
                    <a:pt x="137" y="336"/>
                  </a:cubicBezTo>
                  <a:cubicBezTo>
                    <a:pt x="137" y="336"/>
                    <a:pt x="137" y="336"/>
                    <a:pt x="137" y="336"/>
                  </a:cubicBezTo>
                  <a:cubicBezTo>
                    <a:pt x="137" y="337"/>
                    <a:pt x="136" y="337"/>
                    <a:pt x="137" y="337"/>
                  </a:cubicBezTo>
                  <a:cubicBezTo>
                    <a:pt x="137" y="337"/>
                    <a:pt x="137" y="337"/>
                    <a:pt x="137" y="338"/>
                  </a:cubicBezTo>
                  <a:cubicBezTo>
                    <a:pt x="137" y="338"/>
                    <a:pt x="137" y="338"/>
                    <a:pt x="137" y="338"/>
                  </a:cubicBezTo>
                  <a:cubicBezTo>
                    <a:pt x="136" y="338"/>
                    <a:pt x="137" y="338"/>
                    <a:pt x="137" y="338"/>
                  </a:cubicBezTo>
                  <a:cubicBezTo>
                    <a:pt x="137" y="338"/>
                    <a:pt x="138" y="338"/>
                    <a:pt x="138" y="338"/>
                  </a:cubicBezTo>
                  <a:cubicBezTo>
                    <a:pt x="138" y="338"/>
                    <a:pt x="139" y="338"/>
                    <a:pt x="139" y="338"/>
                  </a:cubicBezTo>
                  <a:cubicBezTo>
                    <a:pt x="139" y="338"/>
                    <a:pt x="139" y="337"/>
                    <a:pt x="139" y="337"/>
                  </a:cubicBezTo>
                  <a:cubicBezTo>
                    <a:pt x="140" y="337"/>
                    <a:pt x="140" y="337"/>
                    <a:pt x="140" y="337"/>
                  </a:cubicBezTo>
                  <a:cubicBezTo>
                    <a:pt x="141" y="336"/>
                    <a:pt x="141" y="336"/>
                    <a:pt x="141" y="335"/>
                  </a:cubicBezTo>
                  <a:cubicBezTo>
                    <a:pt x="141" y="335"/>
                    <a:pt x="141" y="335"/>
                    <a:pt x="141" y="335"/>
                  </a:cubicBezTo>
                  <a:cubicBezTo>
                    <a:pt x="141" y="335"/>
                    <a:pt x="141" y="335"/>
                    <a:pt x="141" y="335"/>
                  </a:cubicBezTo>
                  <a:cubicBezTo>
                    <a:pt x="141" y="334"/>
                    <a:pt x="142" y="334"/>
                    <a:pt x="142" y="333"/>
                  </a:cubicBezTo>
                  <a:cubicBezTo>
                    <a:pt x="142" y="333"/>
                    <a:pt x="142" y="333"/>
                    <a:pt x="143" y="333"/>
                  </a:cubicBezTo>
                  <a:cubicBezTo>
                    <a:pt x="143" y="333"/>
                    <a:pt x="143" y="333"/>
                    <a:pt x="144" y="333"/>
                  </a:cubicBezTo>
                  <a:cubicBezTo>
                    <a:pt x="144" y="333"/>
                    <a:pt x="144" y="334"/>
                    <a:pt x="144" y="334"/>
                  </a:cubicBezTo>
                  <a:cubicBezTo>
                    <a:pt x="144" y="334"/>
                    <a:pt x="144" y="334"/>
                    <a:pt x="144" y="335"/>
                  </a:cubicBezTo>
                  <a:cubicBezTo>
                    <a:pt x="144" y="335"/>
                    <a:pt x="144" y="335"/>
                    <a:pt x="144" y="335"/>
                  </a:cubicBezTo>
                  <a:cubicBezTo>
                    <a:pt x="144" y="335"/>
                    <a:pt x="144" y="336"/>
                    <a:pt x="144" y="336"/>
                  </a:cubicBezTo>
                  <a:cubicBezTo>
                    <a:pt x="144" y="336"/>
                    <a:pt x="144" y="337"/>
                    <a:pt x="144" y="337"/>
                  </a:cubicBezTo>
                  <a:cubicBezTo>
                    <a:pt x="144" y="337"/>
                    <a:pt x="145" y="337"/>
                    <a:pt x="145" y="337"/>
                  </a:cubicBezTo>
                  <a:cubicBezTo>
                    <a:pt x="145" y="337"/>
                    <a:pt x="145" y="337"/>
                    <a:pt x="146" y="337"/>
                  </a:cubicBezTo>
                  <a:cubicBezTo>
                    <a:pt x="146" y="337"/>
                    <a:pt x="146" y="337"/>
                    <a:pt x="146" y="337"/>
                  </a:cubicBezTo>
                  <a:cubicBezTo>
                    <a:pt x="146" y="337"/>
                    <a:pt x="146" y="336"/>
                    <a:pt x="147" y="337"/>
                  </a:cubicBezTo>
                  <a:cubicBezTo>
                    <a:pt x="147" y="337"/>
                    <a:pt x="147" y="337"/>
                    <a:pt x="148" y="337"/>
                  </a:cubicBezTo>
                  <a:cubicBezTo>
                    <a:pt x="148" y="337"/>
                    <a:pt x="148" y="337"/>
                    <a:pt x="148" y="337"/>
                  </a:cubicBezTo>
                  <a:cubicBezTo>
                    <a:pt x="148" y="337"/>
                    <a:pt x="149" y="337"/>
                    <a:pt x="149" y="337"/>
                  </a:cubicBezTo>
                  <a:cubicBezTo>
                    <a:pt x="149" y="337"/>
                    <a:pt x="150" y="337"/>
                    <a:pt x="150" y="337"/>
                  </a:cubicBezTo>
                  <a:cubicBezTo>
                    <a:pt x="151" y="337"/>
                    <a:pt x="151" y="337"/>
                    <a:pt x="151" y="337"/>
                  </a:cubicBezTo>
                  <a:cubicBezTo>
                    <a:pt x="152" y="337"/>
                    <a:pt x="152" y="337"/>
                    <a:pt x="152" y="337"/>
                  </a:cubicBezTo>
                  <a:cubicBezTo>
                    <a:pt x="152" y="337"/>
                    <a:pt x="153" y="337"/>
                    <a:pt x="153" y="337"/>
                  </a:cubicBezTo>
                  <a:cubicBezTo>
                    <a:pt x="154" y="337"/>
                    <a:pt x="154" y="337"/>
                    <a:pt x="154" y="337"/>
                  </a:cubicBezTo>
                  <a:cubicBezTo>
                    <a:pt x="154" y="336"/>
                    <a:pt x="154" y="336"/>
                    <a:pt x="155" y="336"/>
                  </a:cubicBezTo>
                  <a:cubicBezTo>
                    <a:pt x="155" y="336"/>
                    <a:pt x="155" y="336"/>
                    <a:pt x="155" y="335"/>
                  </a:cubicBezTo>
                  <a:cubicBezTo>
                    <a:pt x="155" y="335"/>
                    <a:pt x="155" y="335"/>
                    <a:pt x="155" y="335"/>
                  </a:cubicBezTo>
                  <a:cubicBezTo>
                    <a:pt x="155" y="334"/>
                    <a:pt x="155" y="332"/>
                    <a:pt x="155" y="331"/>
                  </a:cubicBezTo>
                  <a:cubicBezTo>
                    <a:pt x="155" y="331"/>
                    <a:pt x="155" y="331"/>
                    <a:pt x="155" y="331"/>
                  </a:cubicBezTo>
                  <a:cubicBezTo>
                    <a:pt x="156" y="331"/>
                    <a:pt x="155" y="330"/>
                    <a:pt x="155" y="330"/>
                  </a:cubicBezTo>
                  <a:cubicBezTo>
                    <a:pt x="155" y="330"/>
                    <a:pt x="154" y="330"/>
                    <a:pt x="154" y="330"/>
                  </a:cubicBezTo>
                  <a:cubicBezTo>
                    <a:pt x="153" y="330"/>
                    <a:pt x="152" y="330"/>
                    <a:pt x="152" y="330"/>
                  </a:cubicBezTo>
                  <a:cubicBezTo>
                    <a:pt x="151" y="330"/>
                    <a:pt x="151" y="330"/>
                    <a:pt x="151" y="330"/>
                  </a:cubicBezTo>
                  <a:cubicBezTo>
                    <a:pt x="151" y="330"/>
                    <a:pt x="150" y="329"/>
                    <a:pt x="151" y="329"/>
                  </a:cubicBezTo>
                  <a:cubicBezTo>
                    <a:pt x="151" y="329"/>
                    <a:pt x="151" y="329"/>
                    <a:pt x="151" y="328"/>
                  </a:cubicBezTo>
                  <a:cubicBezTo>
                    <a:pt x="151" y="328"/>
                    <a:pt x="151" y="328"/>
                    <a:pt x="152" y="328"/>
                  </a:cubicBezTo>
                  <a:cubicBezTo>
                    <a:pt x="152" y="328"/>
                    <a:pt x="152" y="328"/>
                    <a:pt x="152" y="328"/>
                  </a:cubicBezTo>
                  <a:cubicBezTo>
                    <a:pt x="153" y="327"/>
                    <a:pt x="153" y="327"/>
                    <a:pt x="154" y="327"/>
                  </a:cubicBezTo>
                  <a:cubicBezTo>
                    <a:pt x="154" y="327"/>
                    <a:pt x="154" y="327"/>
                    <a:pt x="155" y="327"/>
                  </a:cubicBezTo>
                  <a:cubicBezTo>
                    <a:pt x="155" y="327"/>
                    <a:pt x="155" y="327"/>
                    <a:pt x="155" y="327"/>
                  </a:cubicBezTo>
                  <a:cubicBezTo>
                    <a:pt x="155" y="327"/>
                    <a:pt x="156" y="327"/>
                    <a:pt x="156" y="327"/>
                  </a:cubicBezTo>
                  <a:cubicBezTo>
                    <a:pt x="156" y="326"/>
                    <a:pt x="156" y="326"/>
                    <a:pt x="156" y="326"/>
                  </a:cubicBezTo>
                  <a:close/>
                  <a:moveTo>
                    <a:pt x="205" y="335"/>
                  </a:moveTo>
                  <a:cubicBezTo>
                    <a:pt x="205" y="335"/>
                    <a:pt x="204" y="334"/>
                    <a:pt x="204" y="334"/>
                  </a:cubicBezTo>
                  <a:cubicBezTo>
                    <a:pt x="203" y="334"/>
                    <a:pt x="203" y="333"/>
                    <a:pt x="202" y="333"/>
                  </a:cubicBezTo>
                  <a:cubicBezTo>
                    <a:pt x="202" y="333"/>
                    <a:pt x="202" y="332"/>
                    <a:pt x="201" y="332"/>
                  </a:cubicBezTo>
                  <a:cubicBezTo>
                    <a:pt x="201" y="332"/>
                    <a:pt x="201" y="331"/>
                    <a:pt x="200" y="331"/>
                  </a:cubicBezTo>
                  <a:cubicBezTo>
                    <a:pt x="200" y="331"/>
                    <a:pt x="200" y="331"/>
                    <a:pt x="200" y="331"/>
                  </a:cubicBezTo>
                  <a:cubicBezTo>
                    <a:pt x="200" y="331"/>
                    <a:pt x="200" y="331"/>
                    <a:pt x="200" y="330"/>
                  </a:cubicBezTo>
                  <a:cubicBezTo>
                    <a:pt x="200" y="330"/>
                    <a:pt x="200" y="330"/>
                    <a:pt x="200" y="329"/>
                  </a:cubicBezTo>
                  <a:cubicBezTo>
                    <a:pt x="200" y="329"/>
                    <a:pt x="200" y="329"/>
                    <a:pt x="201" y="328"/>
                  </a:cubicBezTo>
                  <a:cubicBezTo>
                    <a:pt x="201" y="328"/>
                    <a:pt x="201" y="328"/>
                    <a:pt x="201" y="328"/>
                  </a:cubicBezTo>
                  <a:cubicBezTo>
                    <a:pt x="201" y="327"/>
                    <a:pt x="201" y="327"/>
                    <a:pt x="201" y="327"/>
                  </a:cubicBezTo>
                  <a:cubicBezTo>
                    <a:pt x="201" y="327"/>
                    <a:pt x="201" y="326"/>
                    <a:pt x="201" y="326"/>
                  </a:cubicBezTo>
                  <a:cubicBezTo>
                    <a:pt x="201" y="326"/>
                    <a:pt x="201" y="326"/>
                    <a:pt x="201" y="326"/>
                  </a:cubicBezTo>
                  <a:cubicBezTo>
                    <a:pt x="202" y="325"/>
                    <a:pt x="203" y="324"/>
                    <a:pt x="203" y="324"/>
                  </a:cubicBezTo>
                  <a:cubicBezTo>
                    <a:pt x="204" y="324"/>
                    <a:pt x="204" y="324"/>
                    <a:pt x="204" y="323"/>
                  </a:cubicBezTo>
                  <a:cubicBezTo>
                    <a:pt x="203" y="323"/>
                    <a:pt x="203" y="323"/>
                    <a:pt x="203" y="322"/>
                  </a:cubicBezTo>
                  <a:cubicBezTo>
                    <a:pt x="203" y="322"/>
                    <a:pt x="202" y="322"/>
                    <a:pt x="202" y="322"/>
                  </a:cubicBezTo>
                  <a:cubicBezTo>
                    <a:pt x="202" y="322"/>
                    <a:pt x="202" y="322"/>
                    <a:pt x="202" y="322"/>
                  </a:cubicBezTo>
                  <a:cubicBezTo>
                    <a:pt x="201" y="322"/>
                    <a:pt x="201" y="322"/>
                    <a:pt x="201" y="322"/>
                  </a:cubicBezTo>
                  <a:cubicBezTo>
                    <a:pt x="201" y="321"/>
                    <a:pt x="201" y="321"/>
                    <a:pt x="201" y="320"/>
                  </a:cubicBezTo>
                  <a:cubicBezTo>
                    <a:pt x="201" y="320"/>
                    <a:pt x="201" y="320"/>
                    <a:pt x="201" y="319"/>
                  </a:cubicBezTo>
                  <a:cubicBezTo>
                    <a:pt x="201" y="319"/>
                    <a:pt x="201" y="318"/>
                    <a:pt x="201" y="318"/>
                  </a:cubicBezTo>
                  <a:cubicBezTo>
                    <a:pt x="201" y="318"/>
                    <a:pt x="201" y="317"/>
                    <a:pt x="201" y="317"/>
                  </a:cubicBezTo>
                  <a:cubicBezTo>
                    <a:pt x="201" y="316"/>
                    <a:pt x="201" y="316"/>
                    <a:pt x="201" y="315"/>
                  </a:cubicBezTo>
                  <a:cubicBezTo>
                    <a:pt x="201" y="315"/>
                    <a:pt x="201" y="315"/>
                    <a:pt x="201" y="314"/>
                  </a:cubicBezTo>
                  <a:cubicBezTo>
                    <a:pt x="201" y="314"/>
                    <a:pt x="201" y="314"/>
                    <a:pt x="201" y="314"/>
                  </a:cubicBezTo>
                  <a:cubicBezTo>
                    <a:pt x="201" y="314"/>
                    <a:pt x="201" y="314"/>
                    <a:pt x="200" y="314"/>
                  </a:cubicBezTo>
                  <a:cubicBezTo>
                    <a:pt x="200" y="314"/>
                    <a:pt x="200" y="314"/>
                    <a:pt x="200" y="314"/>
                  </a:cubicBezTo>
                  <a:cubicBezTo>
                    <a:pt x="200" y="314"/>
                    <a:pt x="199" y="314"/>
                    <a:pt x="199" y="315"/>
                  </a:cubicBezTo>
                  <a:cubicBezTo>
                    <a:pt x="199" y="315"/>
                    <a:pt x="199" y="315"/>
                    <a:pt x="199" y="315"/>
                  </a:cubicBezTo>
                  <a:cubicBezTo>
                    <a:pt x="199" y="315"/>
                    <a:pt x="199" y="315"/>
                    <a:pt x="199" y="316"/>
                  </a:cubicBezTo>
                  <a:cubicBezTo>
                    <a:pt x="199" y="316"/>
                    <a:pt x="199" y="316"/>
                    <a:pt x="199" y="316"/>
                  </a:cubicBezTo>
                  <a:cubicBezTo>
                    <a:pt x="199" y="317"/>
                    <a:pt x="199" y="317"/>
                    <a:pt x="199" y="317"/>
                  </a:cubicBezTo>
                  <a:cubicBezTo>
                    <a:pt x="199" y="317"/>
                    <a:pt x="199" y="317"/>
                    <a:pt x="199" y="318"/>
                  </a:cubicBezTo>
                  <a:cubicBezTo>
                    <a:pt x="199" y="318"/>
                    <a:pt x="199" y="318"/>
                    <a:pt x="199" y="319"/>
                  </a:cubicBezTo>
                  <a:cubicBezTo>
                    <a:pt x="199" y="319"/>
                    <a:pt x="199" y="319"/>
                    <a:pt x="199" y="319"/>
                  </a:cubicBezTo>
                  <a:cubicBezTo>
                    <a:pt x="199" y="320"/>
                    <a:pt x="199" y="320"/>
                    <a:pt x="199" y="321"/>
                  </a:cubicBezTo>
                  <a:cubicBezTo>
                    <a:pt x="199" y="321"/>
                    <a:pt x="199" y="322"/>
                    <a:pt x="199" y="322"/>
                  </a:cubicBezTo>
                  <a:cubicBezTo>
                    <a:pt x="199" y="323"/>
                    <a:pt x="199" y="323"/>
                    <a:pt x="198" y="324"/>
                  </a:cubicBezTo>
                  <a:cubicBezTo>
                    <a:pt x="198" y="324"/>
                    <a:pt x="198" y="324"/>
                    <a:pt x="198" y="324"/>
                  </a:cubicBezTo>
                  <a:cubicBezTo>
                    <a:pt x="197" y="325"/>
                    <a:pt x="197" y="325"/>
                    <a:pt x="196" y="325"/>
                  </a:cubicBezTo>
                  <a:cubicBezTo>
                    <a:pt x="196" y="325"/>
                    <a:pt x="196" y="325"/>
                    <a:pt x="196" y="325"/>
                  </a:cubicBezTo>
                  <a:cubicBezTo>
                    <a:pt x="196" y="325"/>
                    <a:pt x="195" y="325"/>
                    <a:pt x="195" y="325"/>
                  </a:cubicBezTo>
                  <a:cubicBezTo>
                    <a:pt x="194" y="325"/>
                    <a:pt x="194" y="325"/>
                    <a:pt x="194" y="325"/>
                  </a:cubicBezTo>
                  <a:cubicBezTo>
                    <a:pt x="194" y="325"/>
                    <a:pt x="194" y="325"/>
                    <a:pt x="194" y="325"/>
                  </a:cubicBezTo>
                  <a:cubicBezTo>
                    <a:pt x="194" y="326"/>
                    <a:pt x="194" y="326"/>
                    <a:pt x="194" y="326"/>
                  </a:cubicBezTo>
                  <a:cubicBezTo>
                    <a:pt x="194" y="326"/>
                    <a:pt x="194" y="327"/>
                    <a:pt x="194" y="327"/>
                  </a:cubicBezTo>
                  <a:cubicBezTo>
                    <a:pt x="195" y="327"/>
                    <a:pt x="195" y="327"/>
                    <a:pt x="195" y="327"/>
                  </a:cubicBezTo>
                  <a:cubicBezTo>
                    <a:pt x="196" y="327"/>
                    <a:pt x="196" y="327"/>
                    <a:pt x="196" y="327"/>
                  </a:cubicBezTo>
                  <a:cubicBezTo>
                    <a:pt x="196" y="327"/>
                    <a:pt x="196" y="327"/>
                    <a:pt x="196" y="327"/>
                  </a:cubicBezTo>
                  <a:cubicBezTo>
                    <a:pt x="197" y="327"/>
                    <a:pt x="197" y="327"/>
                    <a:pt x="197" y="327"/>
                  </a:cubicBezTo>
                  <a:cubicBezTo>
                    <a:pt x="198" y="328"/>
                    <a:pt x="198" y="328"/>
                    <a:pt x="198" y="328"/>
                  </a:cubicBezTo>
                  <a:cubicBezTo>
                    <a:pt x="198" y="328"/>
                    <a:pt x="198" y="329"/>
                    <a:pt x="198" y="329"/>
                  </a:cubicBezTo>
                  <a:cubicBezTo>
                    <a:pt x="198" y="329"/>
                    <a:pt x="198" y="329"/>
                    <a:pt x="198" y="329"/>
                  </a:cubicBezTo>
                  <a:cubicBezTo>
                    <a:pt x="198" y="330"/>
                    <a:pt x="198" y="330"/>
                    <a:pt x="197" y="330"/>
                  </a:cubicBezTo>
                  <a:cubicBezTo>
                    <a:pt x="197" y="330"/>
                    <a:pt x="197" y="330"/>
                    <a:pt x="197" y="330"/>
                  </a:cubicBezTo>
                  <a:cubicBezTo>
                    <a:pt x="197" y="330"/>
                    <a:pt x="196" y="329"/>
                    <a:pt x="196" y="329"/>
                  </a:cubicBezTo>
                  <a:cubicBezTo>
                    <a:pt x="196" y="329"/>
                    <a:pt x="196" y="329"/>
                    <a:pt x="195" y="329"/>
                  </a:cubicBezTo>
                  <a:cubicBezTo>
                    <a:pt x="195" y="328"/>
                    <a:pt x="195" y="328"/>
                    <a:pt x="194" y="328"/>
                  </a:cubicBezTo>
                  <a:cubicBezTo>
                    <a:pt x="194" y="328"/>
                    <a:pt x="194" y="328"/>
                    <a:pt x="194" y="328"/>
                  </a:cubicBezTo>
                  <a:cubicBezTo>
                    <a:pt x="193" y="328"/>
                    <a:pt x="193" y="328"/>
                    <a:pt x="192" y="328"/>
                  </a:cubicBezTo>
                  <a:cubicBezTo>
                    <a:pt x="192" y="328"/>
                    <a:pt x="192" y="328"/>
                    <a:pt x="192" y="328"/>
                  </a:cubicBezTo>
                  <a:cubicBezTo>
                    <a:pt x="192" y="328"/>
                    <a:pt x="192" y="328"/>
                    <a:pt x="192" y="328"/>
                  </a:cubicBezTo>
                  <a:cubicBezTo>
                    <a:pt x="191" y="328"/>
                    <a:pt x="191" y="328"/>
                    <a:pt x="191" y="328"/>
                  </a:cubicBezTo>
                  <a:cubicBezTo>
                    <a:pt x="190" y="329"/>
                    <a:pt x="190" y="329"/>
                    <a:pt x="189" y="329"/>
                  </a:cubicBezTo>
                  <a:cubicBezTo>
                    <a:pt x="189" y="329"/>
                    <a:pt x="189" y="329"/>
                    <a:pt x="189" y="329"/>
                  </a:cubicBezTo>
                  <a:cubicBezTo>
                    <a:pt x="189" y="329"/>
                    <a:pt x="188" y="329"/>
                    <a:pt x="188" y="329"/>
                  </a:cubicBezTo>
                  <a:cubicBezTo>
                    <a:pt x="188" y="329"/>
                    <a:pt x="187" y="329"/>
                    <a:pt x="187" y="329"/>
                  </a:cubicBezTo>
                  <a:cubicBezTo>
                    <a:pt x="187" y="329"/>
                    <a:pt x="187" y="329"/>
                    <a:pt x="188" y="329"/>
                  </a:cubicBezTo>
                  <a:cubicBezTo>
                    <a:pt x="188" y="329"/>
                    <a:pt x="188" y="328"/>
                    <a:pt x="189" y="328"/>
                  </a:cubicBezTo>
                  <a:cubicBezTo>
                    <a:pt x="189" y="328"/>
                    <a:pt x="189" y="328"/>
                    <a:pt x="189" y="328"/>
                  </a:cubicBezTo>
                  <a:cubicBezTo>
                    <a:pt x="189" y="328"/>
                    <a:pt x="189" y="328"/>
                    <a:pt x="189" y="328"/>
                  </a:cubicBezTo>
                  <a:cubicBezTo>
                    <a:pt x="189" y="328"/>
                    <a:pt x="190" y="328"/>
                    <a:pt x="190" y="328"/>
                  </a:cubicBezTo>
                  <a:cubicBezTo>
                    <a:pt x="191" y="328"/>
                    <a:pt x="191" y="327"/>
                    <a:pt x="191" y="327"/>
                  </a:cubicBezTo>
                  <a:cubicBezTo>
                    <a:pt x="191" y="327"/>
                    <a:pt x="192" y="327"/>
                    <a:pt x="192" y="327"/>
                  </a:cubicBezTo>
                  <a:cubicBezTo>
                    <a:pt x="192" y="327"/>
                    <a:pt x="192" y="327"/>
                    <a:pt x="193" y="326"/>
                  </a:cubicBezTo>
                  <a:cubicBezTo>
                    <a:pt x="193" y="326"/>
                    <a:pt x="193" y="326"/>
                    <a:pt x="193" y="326"/>
                  </a:cubicBezTo>
                  <a:cubicBezTo>
                    <a:pt x="193" y="326"/>
                    <a:pt x="193" y="325"/>
                    <a:pt x="193" y="325"/>
                  </a:cubicBezTo>
                  <a:cubicBezTo>
                    <a:pt x="192" y="325"/>
                    <a:pt x="192" y="325"/>
                    <a:pt x="192" y="325"/>
                  </a:cubicBezTo>
                  <a:cubicBezTo>
                    <a:pt x="191" y="325"/>
                    <a:pt x="191" y="325"/>
                    <a:pt x="191" y="325"/>
                  </a:cubicBezTo>
                  <a:cubicBezTo>
                    <a:pt x="191" y="325"/>
                    <a:pt x="191" y="325"/>
                    <a:pt x="191" y="325"/>
                  </a:cubicBezTo>
                  <a:cubicBezTo>
                    <a:pt x="191" y="324"/>
                    <a:pt x="191" y="324"/>
                    <a:pt x="192" y="324"/>
                  </a:cubicBezTo>
                  <a:cubicBezTo>
                    <a:pt x="192" y="324"/>
                    <a:pt x="192" y="324"/>
                    <a:pt x="192" y="324"/>
                  </a:cubicBezTo>
                  <a:cubicBezTo>
                    <a:pt x="192" y="324"/>
                    <a:pt x="192" y="324"/>
                    <a:pt x="192" y="323"/>
                  </a:cubicBezTo>
                  <a:cubicBezTo>
                    <a:pt x="192" y="323"/>
                    <a:pt x="192" y="323"/>
                    <a:pt x="192" y="323"/>
                  </a:cubicBezTo>
                  <a:cubicBezTo>
                    <a:pt x="192" y="323"/>
                    <a:pt x="192" y="322"/>
                    <a:pt x="192" y="322"/>
                  </a:cubicBezTo>
                  <a:cubicBezTo>
                    <a:pt x="192" y="322"/>
                    <a:pt x="192" y="322"/>
                    <a:pt x="191" y="322"/>
                  </a:cubicBezTo>
                  <a:cubicBezTo>
                    <a:pt x="191" y="322"/>
                    <a:pt x="190" y="322"/>
                    <a:pt x="190" y="322"/>
                  </a:cubicBezTo>
                  <a:cubicBezTo>
                    <a:pt x="190" y="322"/>
                    <a:pt x="190" y="322"/>
                    <a:pt x="190" y="322"/>
                  </a:cubicBezTo>
                  <a:cubicBezTo>
                    <a:pt x="190" y="322"/>
                    <a:pt x="190" y="322"/>
                    <a:pt x="190" y="322"/>
                  </a:cubicBezTo>
                  <a:cubicBezTo>
                    <a:pt x="190" y="322"/>
                    <a:pt x="190" y="321"/>
                    <a:pt x="190" y="321"/>
                  </a:cubicBezTo>
                  <a:cubicBezTo>
                    <a:pt x="190" y="321"/>
                    <a:pt x="190" y="321"/>
                    <a:pt x="190" y="321"/>
                  </a:cubicBezTo>
                  <a:cubicBezTo>
                    <a:pt x="190" y="321"/>
                    <a:pt x="191" y="321"/>
                    <a:pt x="191" y="321"/>
                  </a:cubicBezTo>
                  <a:cubicBezTo>
                    <a:pt x="191" y="321"/>
                    <a:pt x="191" y="321"/>
                    <a:pt x="192" y="321"/>
                  </a:cubicBezTo>
                  <a:cubicBezTo>
                    <a:pt x="192" y="321"/>
                    <a:pt x="192" y="320"/>
                    <a:pt x="193" y="320"/>
                  </a:cubicBezTo>
                  <a:cubicBezTo>
                    <a:pt x="193" y="320"/>
                    <a:pt x="193" y="320"/>
                    <a:pt x="194" y="320"/>
                  </a:cubicBezTo>
                  <a:cubicBezTo>
                    <a:pt x="194" y="320"/>
                    <a:pt x="194" y="320"/>
                    <a:pt x="194" y="320"/>
                  </a:cubicBezTo>
                  <a:cubicBezTo>
                    <a:pt x="195" y="320"/>
                    <a:pt x="195" y="320"/>
                    <a:pt x="196" y="320"/>
                  </a:cubicBezTo>
                  <a:cubicBezTo>
                    <a:pt x="196" y="320"/>
                    <a:pt x="196" y="320"/>
                    <a:pt x="196" y="321"/>
                  </a:cubicBezTo>
                  <a:cubicBezTo>
                    <a:pt x="197" y="321"/>
                    <a:pt x="197" y="321"/>
                    <a:pt x="196" y="321"/>
                  </a:cubicBezTo>
                  <a:cubicBezTo>
                    <a:pt x="196" y="322"/>
                    <a:pt x="196" y="322"/>
                    <a:pt x="196" y="322"/>
                  </a:cubicBezTo>
                  <a:cubicBezTo>
                    <a:pt x="195" y="322"/>
                    <a:pt x="195" y="322"/>
                    <a:pt x="195" y="322"/>
                  </a:cubicBezTo>
                  <a:cubicBezTo>
                    <a:pt x="194" y="322"/>
                    <a:pt x="194" y="323"/>
                    <a:pt x="193" y="323"/>
                  </a:cubicBezTo>
                  <a:cubicBezTo>
                    <a:pt x="193" y="323"/>
                    <a:pt x="193" y="323"/>
                    <a:pt x="193" y="323"/>
                  </a:cubicBezTo>
                  <a:cubicBezTo>
                    <a:pt x="193" y="324"/>
                    <a:pt x="193" y="324"/>
                    <a:pt x="193" y="324"/>
                  </a:cubicBezTo>
                  <a:cubicBezTo>
                    <a:pt x="193" y="324"/>
                    <a:pt x="194" y="324"/>
                    <a:pt x="194" y="324"/>
                  </a:cubicBezTo>
                  <a:cubicBezTo>
                    <a:pt x="194" y="324"/>
                    <a:pt x="194" y="324"/>
                    <a:pt x="194" y="324"/>
                  </a:cubicBezTo>
                  <a:cubicBezTo>
                    <a:pt x="195" y="324"/>
                    <a:pt x="195" y="323"/>
                    <a:pt x="195" y="323"/>
                  </a:cubicBezTo>
                  <a:cubicBezTo>
                    <a:pt x="196" y="323"/>
                    <a:pt x="196" y="323"/>
                    <a:pt x="196" y="323"/>
                  </a:cubicBezTo>
                  <a:cubicBezTo>
                    <a:pt x="197" y="323"/>
                    <a:pt x="197" y="322"/>
                    <a:pt x="197" y="322"/>
                  </a:cubicBezTo>
                  <a:cubicBezTo>
                    <a:pt x="197" y="322"/>
                    <a:pt x="198" y="321"/>
                    <a:pt x="197" y="320"/>
                  </a:cubicBezTo>
                  <a:cubicBezTo>
                    <a:pt x="197" y="320"/>
                    <a:pt x="197" y="320"/>
                    <a:pt x="197" y="319"/>
                  </a:cubicBezTo>
                  <a:cubicBezTo>
                    <a:pt x="197" y="319"/>
                    <a:pt x="196" y="319"/>
                    <a:pt x="196" y="319"/>
                  </a:cubicBezTo>
                  <a:cubicBezTo>
                    <a:pt x="195" y="319"/>
                    <a:pt x="195" y="319"/>
                    <a:pt x="195" y="318"/>
                  </a:cubicBezTo>
                  <a:cubicBezTo>
                    <a:pt x="195" y="318"/>
                    <a:pt x="195" y="318"/>
                    <a:pt x="194" y="318"/>
                  </a:cubicBezTo>
                  <a:cubicBezTo>
                    <a:pt x="194" y="318"/>
                    <a:pt x="194" y="318"/>
                    <a:pt x="194" y="318"/>
                  </a:cubicBezTo>
                  <a:cubicBezTo>
                    <a:pt x="194" y="318"/>
                    <a:pt x="193" y="318"/>
                    <a:pt x="193" y="318"/>
                  </a:cubicBezTo>
                  <a:cubicBezTo>
                    <a:pt x="193" y="318"/>
                    <a:pt x="193" y="318"/>
                    <a:pt x="193" y="319"/>
                  </a:cubicBezTo>
                  <a:cubicBezTo>
                    <a:pt x="192" y="319"/>
                    <a:pt x="192" y="319"/>
                    <a:pt x="192" y="319"/>
                  </a:cubicBezTo>
                  <a:cubicBezTo>
                    <a:pt x="191" y="319"/>
                    <a:pt x="191" y="319"/>
                    <a:pt x="191" y="318"/>
                  </a:cubicBezTo>
                  <a:cubicBezTo>
                    <a:pt x="191" y="318"/>
                    <a:pt x="191" y="318"/>
                    <a:pt x="191" y="318"/>
                  </a:cubicBezTo>
                  <a:cubicBezTo>
                    <a:pt x="192" y="318"/>
                    <a:pt x="192" y="318"/>
                    <a:pt x="192" y="318"/>
                  </a:cubicBezTo>
                  <a:cubicBezTo>
                    <a:pt x="192" y="318"/>
                    <a:pt x="192" y="318"/>
                    <a:pt x="192" y="317"/>
                  </a:cubicBezTo>
                  <a:cubicBezTo>
                    <a:pt x="192" y="317"/>
                    <a:pt x="193" y="317"/>
                    <a:pt x="193" y="317"/>
                  </a:cubicBezTo>
                  <a:cubicBezTo>
                    <a:pt x="193" y="317"/>
                    <a:pt x="193" y="317"/>
                    <a:pt x="193" y="316"/>
                  </a:cubicBezTo>
                  <a:cubicBezTo>
                    <a:pt x="193" y="316"/>
                    <a:pt x="193" y="316"/>
                    <a:pt x="193" y="316"/>
                  </a:cubicBezTo>
                  <a:cubicBezTo>
                    <a:pt x="193" y="316"/>
                    <a:pt x="193" y="316"/>
                    <a:pt x="193" y="315"/>
                  </a:cubicBezTo>
                  <a:cubicBezTo>
                    <a:pt x="193" y="315"/>
                    <a:pt x="193" y="315"/>
                    <a:pt x="193" y="315"/>
                  </a:cubicBezTo>
                  <a:cubicBezTo>
                    <a:pt x="193" y="315"/>
                    <a:pt x="193" y="315"/>
                    <a:pt x="193" y="315"/>
                  </a:cubicBezTo>
                  <a:cubicBezTo>
                    <a:pt x="193" y="315"/>
                    <a:pt x="193" y="315"/>
                    <a:pt x="193" y="315"/>
                  </a:cubicBezTo>
                  <a:cubicBezTo>
                    <a:pt x="193" y="314"/>
                    <a:pt x="193" y="314"/>
                    <a:pt x="193" y="314"/>
                  </a:cubicBezTo>
                  <a:cubicBezTo>
                    <a:pt x="193" y="314"/>
                    <a:pt x="193" y="314"/>
                    <a:pt x="193" y="314"/>
                  </a:cubicBezTo>
                  <a:cubicBezTo>
                    <a:pt x="193" y="314"/>
                    <a:pt x="192" y="314"/>
                    <a:pt x="192" y="314"/>
                  </a:cubicBezTo>
                  <a:cubicBezTo>
                    <a:pt x="192" y="314"/>
                    <a:pt x="192" y="314"/>
                    <a:pt x="192" y="314"/>
                  </a:cubicBezTo>
                  <a:cubicBezTo>
                    <a:pt x="191" y="314"/>
                    <a:pt x="190" y="314"/>
                    <a:pt x="190" y="315"/>
                  </a:cubicBezTo>
                  <a:cubicBezTo>
                    <a:pt x="190" y="315"/>
                    <a:pt x="190" y="315"/>
                    <a:pt x="190" y="315"/>
                  </a:cubicBezTo>
                  <a:cubicBezTo>
                    <a:pt x="190" y="315"/>
                    <a:pt x="189" y="314"/>
                    <a:pt x="189" y="314"/>
                  </a:cubicBezTo>
                  <a:cubicBezTo>
                    <a:pt x="189" y="314"/>
                    <a:pt x="189" y="314"/>
                    <a:pt x="189" y="314"/>
                  </a:cubicBezTo>
                  <a:cubicBezTo>
                    <a:pt x="188" y="314"/>
                    <a:pt x="188" y="314"/>
                    <a:pt x="187" y="314"/>
                  </a:cubicBezTo>
                  <a:cubicBezTo>
                    <a:pt x="187" y="314"/>
                    <a:pt x="187" y="314"/>
                    <a:pt x="187" y="314"/>
                  </a:cubicBezTo>
                  <a:cubicBezTo>
                    <a:pt x="186" y="314"/>
                    <a:pt x="186" y="315"/>
                    <a:pt x="186" y="315"/>
                  </a:cubicBezTo>
                  <a:cubicBezTo>
                    <a:pt x="186" y="316"/>
                    <a:pt x="187" y="316"/>
                    <a:pt x="187" y="316"/>
                  </a:cubicBezTo>
                  <a:cubicBezTo>
                    <a:pt x="187" y="316"/>
                    <a:pt x="188" y="317"/>
                    <a:pt x="188" y="317"/>
                  </a:cubicBezTo>
                  <a:cubicBezTo>
                    <a:pt x="188" y="317"/>
                    <a:pt x="188" y="318"/>
                    <a:pt x="189" y="318"/>
                  </a:cubicBezTo>
                  <a:cubicBezTo>
                    <a:pt x="189" y="318"/>
                    <a:pt x="189" y="318"/>
                    <a:pt x="190" y="318"/>
                  </a:cubicBezTo>
                  <a:cubicBezTo>
                    <a:pt x="190" y="318"/>
                    <a:pt x="190" y="318"/>
                    <a:pt x="190" y="318"/>
                  </a:cubicBezTo>
                  <a:cubicBezTo>
                    <a:pt x="190" y="319"/>
                    <a:pt x="190" y="319"/>
                    <a:pt x="190" y="319"/>
                  </a:cubicBezTo>
                  <a:cubicBezTo>
                    <a:pt x="190" y="319"/>
                    <a:pt x="190" y="319"/>
                    <a:pt x="189" y="319"/>
                  </a:cubicBezTo>
                  <a:cubicBezTo>
                    <a:pt x="189" y="319"/>
                    <a:pt x="189" y="320"/>
                    <a:pt x="188" y="320"/>
                  </a:cubicBezTo>
                  <a:cubicBezTo>
                    <a:pt x="188" y="320"/>
                    <a:pt x="188" y="320"/>
                    <a:pt x="188" y="320"/>
                  </a:cubicBezTo>
                  <a:cubicBezTo>
                    <a:pt x="187" y="320"/>
                    <a:pt x="187" y="320"/>
                    <a:pt x="187" y="320"/>
                  </a:cubicBezTo>
                  <a:cubicBezTo>
                    <a:pt x="187" y="320"/>
                    <a:pt x="186" y="320"/>
                    <a:pt x="186" y="320"/>
                  </a:cubicBezTo>
                  <a:cubicBezTo>
                    <a:pt x="186" y="321"/>
                    <a:pt x="185" y="321"/>
                    <a:pt x="185" y="321"/>
                  </a:cubicBezTo>
                  <a:cubicBezTo>
                    <a:pt x="185" y="321"/>
                    <a:pt x="185" y="321"/>
                    <a:pt x="184" y="321"/>
                  </a:cubicBezTo>
                  <a:cubicBezTo>
                    <a:pt x="184" y="321"/>
                    <a:pt x="183" y="321"/>
                    <a:pt x="183" y="322"/>
                  </a:cubicBezTo>
                  <a:cubicBezTo>
                    <a:pt x="182" y="322"/>
                    <a:pt x="182" y="322"/>
                    <a:pt x="182" y="322"/>
                  </a:cubicBezTo>
                  <a:cubicBezTo>
                    <a:pt x="183" y="322"/>
                    <a:pt x="183" y="323"/>
                    <a:pt x="183" y="323"/>
                  </a:cubicBezTo>
                  <a:cubicBezTo>
                    <a:pt x="183" y="323"/>
                    <a:pt x="184" y="323"/>
                    <a:pt x="184" y="323"/>
                  </a:cubicBezTo>
                  <a:cubicBezTo>
                    <a:pt x="184" y="323"/>
                    <a:pt x="185" y="323"/>
                    <a:pt x="185" y="323"/>
                  </a:cubicBezTo>
                  <a:cubicBezTo>
                    <a:pt x="185" y="323"/>
                    <a:pt x="185" y="323"/>
                    <a:pt x="185" y="324"/>
                  </a:cubicBezTo>
                  <a:cubicBezTo>
                    <a:pt x="185" y="324"/>
                    <a:pt x="185" y="324"/>
                    <a:pt x="185" y="324"/>
                  </a:cubicBezTo>
                  <a:cubicBezTo>
                    <a:pt x="185" y="325"/>
                    <a:pt x="185" y="325"/>
                    <a:pt x="185" y="325"/>
                  </a:cubicBezTo>
                  <a:cubicBezTo>
                    <a:pt x="185" y="326"/>
                    <a:pt x="185" y="326"/>
                    <a:pt x="185" y="326"/>
                  </a:cubicBezTo>
                  <a:cubicBezTo>
                    <a:pt x="185" y="327"/>
                    <a:pt x="184" y="327"/>
                    <a:pt x="184" y="328"/>
                  </a:cubicBezTo>
                  <a:cubicBezTo>
                    <a:pt x="184" y="328"/>
                    <a:pt x="184" y="328"/>
                    <a:pt x="184" y="328"/>
                  </a:cubicBezTo>
                  <a:cubicBezTo>
                    <a:pt x="184" y="329"/>
                    <a:pt x="184" y="329"/>
                    <a:pt x="184" y="329"/>
                  </a:cubicBezTo>
                  <a:cubicBezTo>
                    <a:pt x="184" y="330"/>
                    <a:pt x="184" y="330"/>
                    <a:pt x="184" y="331"/>
                  </a:cubicBezTo>
                  <a:cubicBezTo>
                    <a:pt x="184" y="331"/>
                    <a:pt x="183" y="332"/>
                    <a:pt x="183" y="332"/>
                  </a:cubicBezTo>
                  <a:cubicBezTo>
                    <a:pt x="183" y="332"/>
                    <a:pt x="183" y="332"/>
                    <a:pt x="183" y="332"/>
                  </a:cubicBezTo>
                  <a:cubicBezTo>
                    <a:pt x="183" y="333"/>
                    <a:pt x="182" y="334"/>
                    <a:pt x="182" y="335"/>
                  </a:cubicBezTo>
                  <a:cubicBezTo>
                    <a:pt x="182" y="335"/>
                    <a:pt x="182" y="335"/>
                    <a:pt x="182" y="335"/>
                  </a:cubicBezTo>
                  <a:cubicBezTo>
                    <a:pt x="182" y="335"/>
                    <a:pt x="182" y="335"/>
                    <a:pt x="182" y="335"/>
                  </a:cubicBezTo>
                  <a:cubicBezTo>
                    <a:pt x="181" y="336"/>
                    <a:pt x="181" y="336"/>
                    <a:pt x="181" y="336"/>
                  </a:cubicBezTo>
                  <a:cubicBezTo>
                    <a:pt x="182" y="336"/>
                    <a:pt x="182" y="337"/>
                    <a:pt x="182" y="337"/>
                  </a:cubicBezTo>
                  <a:cubicBezTo>
                    <a:pt x="182" y="337"/>
                    <a:pt x="182" y="337"/>
                    <a:pt x="183" y="337"/>
                  </a:cubicBezTo>
                  <a:cubicBezTo>
                    <a:pt x="183" y="337"/>
                    <a:pt x="183" y="336"/>
                    <a:pt x="184" y="336"/>
                  </a:cubicBezTo>
                  <a:cubicBezTo>
                    <a:pt x="184" y="336"/>
                    <a:pt x="184" y="335"/>
                    <a:pt x="184" y="335"/>
                  </a:cubicBezTo>
                  <a:cubicBezTo>
                    <a:pt x="184" y="334"/>
                    <a:pt x="184" y="334"/>
                    <a:pt x="184" y="333"/>
                  </a:cubicBezTo>
                  <a:cubicBezTo>
                    <a:pt x="185" y="333"/>
                    <a:pt x="185" y="333"/>
                    <a:pt x="185" y="332"/>
                  </a:cubicBezTo>
                  <a:cubicBezTo>
                    <a:pt x="185" y="332"/>
                    <a:pt x="185" y="332"/>
                    <a:pt x="185" y="332"/>
                  </a:cubicBezTo>
                  <a:cubicBezTo>
                    <a:pt x="186" y="333"/>
                    <a:pt x="186" y="333"/>
                    <a:pt x="186" y="333"/>
                  </a:cubicBezTo>
                  <a:cubicBezTo>
                    <a:pt x="186" y="334"/>
                    <a:pt x="186" y="334"/>
                    <a:pt x="186" y="334"/>
                  </a:cubicBezTo>
                  <a:cubicBezTo>
                    <a:pt x="186" y="335"/>
                    <a:pt x="186" y="335"/>
                    <a:pt x="186" y="336"/>
                  </a:cubicBezTo>
                  <a:cubicBezTo>
                    <a:pt x="186" y="336"/>
                    <a:pt x="186" y="336"/>
                    <a:pt x="186" y="336"/>
                  </a:cubicBezTo>
                  <a:cubicBezTo>
                    <a:pt x="185" y="336"/>
                    <a:pt x="186" y="337"/>
                    <a:pt x="186" y="337"/>
                  </a:cubicBezTo>
                  <a:cubicBezTo>
                    <a:pt x="186" y="337"/>
                    <a:pt x="186" y="337"/>
                    <a:pt x="186" y="337"/>
                  </a:cubicBezTo>
                  <a:cubicBezTo>
                    <a:pt x="186" y="337"/>
                    <a:pt x="187" y="337"/>
                    <a:pt x="187" y="337"/>
                  </a:cubicBezTo>
                  <a:cubicBezTo>
                    <a:pt x="187" y="336"/>
                    <a:pt x="187" y="336"/>
                    <a:pt x="188" y="336"/>
                  </a:cubicBezTo>
                  <a:cubicBezTo>
                    <a:pt x="188" y="336"/>
                    <a:pt x="188" y="336"/>
                    <a:pt x="188" y="336"/>
                  </a:cubicBezTo>
                  <a:cubicBezTo>
                    <a:pt x="189" y="336"/>
                    <a:pt x="189" y="336"/>
                    <a:pt x="190" y="336"/>
                  </a:cubicBezTo>
                  <a:cubicBezTo>
                    <a:pt x="190" y="336"/>
                    <a:pt x="190" y="336"/>
                    <a:pt x="190" y="337"/>
                  </a:cubicBezTo>
                  <a:cubicBezTo>
                    <a:pt x="190" y="337"/>
                    <a:pt x="190" y="337"/>
                    <a:pt x="190" y="337"/>
                  </a:cubicBezTo>
                  <a:cubicBezTo>
                    <a:pt x="190" y="337"/>
                    <a:pt x="190" y="337"/>
                    <a:pt x="190" y="337"/>
                  </a:cubicBezTo>
                  <a:cubicBezTo>
                    <a:pt x="190" y="337"/>
                    <a:pt x="190" y="337"/>
                    <a:pt x="191" y="337"/>
                  </a:cubicBezTo>
                  <a:cubicBezTo>
                    <a:pt x="191" y="337"/>
                    <a:pt x="191" y="337"/>
                    <a:pt x="191" y="337"/>
                  </a:cubicBezTo>
                  <a:cubicBezTo>
                    <a:pt x="191" y="337"/>
                    <a:pt x="191" y="337"/>
                    <a:pt x="191" y="337"/>
                  </a:cubicBezTo>
                  <a:cubicBezTo>
                    <a:pt x="191" y="337"/>
                    <a:pt x="192" y="336"/>
                    <a:pt x="191" y="336"/>
                  </a:cubicBezTo>
                  <a:cubicBezTo>
                    <a:pt x="191" y="336"/>
                    <a:pt x="192" y="335"/>
                    <a:pt x="192" y="335"/>
                  </a:cubicBezTo>
                  <a:cubicBezTo>
                    <a:pt x="192" y="335"/>
                    <a:pt x="193" y="335"/>
                    <a:pt x="193" y="335"/>
                  </a:cubicBezTo>
                  <a:cubicBezTo>
                    <a:pt x="194" y="335"/>
                    <a:pt x="194" y="335"/>
                    <a:pt x="194" y="336"/>
                  </a:cubicBezTo>
                  <a:cubicBezTo>
                    <a:pt x="194" y="336"/>
                    <a:pt x="194" y="336"/>
                    <a:pt x="194" y="336"/>
                  </a:cubicBezTo>
                  <a:cubicBezTo>
                    <a:pt x="194" y="336"/>
                    <a:pt x="194" y="336"/>
                    <a:pt x="194" y="336"/>
                  </a:cubicBezTo>
                  <a:cubicBezTo>
                    <a:pt x="194" y="337"/>
                    <a:pt x="194" y="337"/>
                    <a:pt x="194" y="337"/>
                  </a:cubicBezTo>
                  <a:cubicBezTo>
                    <a:pt x="194" y="338"/>
                    <a:pt x="194" y="338"/>
                    <a:pt x="195" y="338"/>
                  </a:cubicBezTo>
                  <a:cubicBezTo>
                    <a:pt x="195" y="337"/>
                    <a:pt x="195" y="337"/>
                    <a:pt x="195" y="337"/>
                  </a:cubicBezTo>
                  <a:cubicBezTo>
                    <a:pt x="195" y="337"/>
                    <a:pt x="195" y="337"/>
                    <a:pt x="195" y="336"/>
                  </a:cubicBezTo>
                  <a:cubicBezTo>
                    <a:pt x="195" y="336"/>
                    <a:pt x="195" y="335"/>
                    <a:pt x="195" y="335"/>
                  </a:cubicBezTo>
                  <a:cubicBezTo>
                    <a:pt x="195" y="335"/>
                    <a:pt x="195" y="335"/>
                    <a:pt x="195" y="335"/>
                  </a:cubicBezTo>
                  <a:cubicBezTo>
                    <a:pt x="195" y="334"/>
                    <a:pt x="196" y="334"/>
                    <a:pt x="196" y="334"/>
                  </a:cubicBezTo>
                  <a:cubicBezTo>
                    <a:pt x="196" y="334"/>
                    <a:pt x="196" y="334"/>
                    <a:pt x="197" y="334"/>
                  </a:cubicBezTo>
                  <a:cubicBezTo>
                    <a:pt x="197" y="334"/>
                    <a:pt x="197" y="334"/>
                    <a:pt x="197" y="334"/>
                  </a:cubicBezTo>
                  <a:cubicBezTo>
                    <a:pt x="198" y="334"/>
                    <a:pt x="198" y="334"/>
                    <a:pt x="199" y="333"/>
                  </a:cubicBezTo>
                  <a:cubicBezTo>
                    <a:pt x="199" y="333"/>
                    <a:pt x="199" y="334"/>
                    <a:pt x="199" y="334"/>
                  </a:cubicBezTo>
                  <a:cubicBezTo>
                    <a:pt x="200" y="334"/>
                    <a:pt x="200" y="334"/>
                    <a:pt x="201" y="334"/>
                  </a:cubicBezTo>
                  <a:cubicBezTo>
                    <a:pt x="201" y="335"/>
                    <a:pt x="201" y="335"/>
                    <a:pt x="201" y="335"/>
                  </a:cubicBezTo>
                  <a:cubicBezTo>
                    <a:pt x="201" y="335"/>
                    <a:pt x="201" y="335"/>
                    <a:pt x="202" y="335"/>
                  </a:cubicBezTo>
                  <a:cubicBezTo>
                    <a:pt x="202" y="335"/>
                    <a:pt x="202" y="336"/>
                    <a:pt x="202" y="336"/>
                  </a:cubicBezTo>
                  <a:cubicBezTo>
                    <a:pt x="203" y="336"/>
                    <a:pt x="203" y="337"/>
                    <a:pt x="203" y="337"/>
                  </a:cubicBezTo>
                  <a:cubicBezTo>
                    <a:pt x="203" y="337"/>
                    <a:pt x="203" y="337"/>
                    <a:pt x="203" y="337"/>
                  </a:cubicBezTo>
                  <a:cubicBezTo>
                    <a:pt x="203" y="337"/>
                    <a:pt x="204" y="338"/>
                    <a:pt x="204" y="338"/>
                  </a:cubicBezTo>
                  <a:cubicBezTo>
                    <a:pt x="204" y="338"/>
                    <a:pt x="204" y="338"/>
                    <a:pt x="204" y="338"/>
                  </a:cubicBezTo>
                  <a:cubicBezTo>
                    <a:pt x="205" y="338"/>
                    <a:pt x="205" y="337"/>
                    <a:pt x="205" y="337"/>
                  </a:cubicBezTo>
                  <a:cubicBezTo>
                    <a:pt x="205" y="337"/>
                    <a:pt x="205" y="336"/>
                    <a:pt x="205" y="335"/>
                  </a:cubicBezTo>
                  <a:close/>
                  <a:moveTo>
                    <a:pt x="235" y="321"/>
                  </a:moveTo>
                  <a:cubicBezTo>
                    <a:pt x="235" y="321"/>
                    <a:pt x="235" y="321"/>
                    <a:pt x="235" y="321"/>
                  </a:cubicBezTo>
                  <a:cubicBezTo>
                    <a:pt x="235" y="320"/>
                    <a:pt x="234" y="320"/>
                    <a:pt x="234" y="320"/>
                  </a:cubicBezTo>
                  <a:cubicBezTo>
                    <a:pt x="234" y="320"/>
                    <a:pt x="234" y="321"/>
                    <a:pt x="233" y="321"/>
                  </a:cubicBezTo>
                  <a:cubicBezTo>
                    <a:pt x="233" y="321"/>
                    <a:pt x="233" y="321"/>
                    <a:pt x="233" y="321"/>
                  </a:cubicBezTo>
                  <a:cubicBezTo>
                    <a:pt x="233" y="322"/>
                    <a:pt x="232" y="322"/>
                    <a:pt x="232" y="323"/>
                  </a:cubicBezTo>
                  <a:cubicBezTo>
                    <a:pt x="231" y="323"/>
                    <a:pt x="231" y="324"/>
                    <a:pt x="230" y="324"/>
                  </a:cubicBezTo>
                  <a:cubicBezTo>
                    <a:pt x="230" y="324"/>
                    <a:pt x="230" y="324"/>
                    <a:pt x="230" y="324"/>
                  </a:cubicBezTo>
                  <a:cubicBezTo>
                    <a:pt x="229" y="324"/>
                    <a:pt x="229" y="323"/>
                    <a:pt x="229" y="323"/>
                  </a:cubicBezTo>
                  <a:cubicBezTo>
                    <a:pt x="229" y="323"/>
                    <a:pt x="229" y="323"/>
                    <a:pt x="229" y="322"/>
                  </a:cubicBezTo>
                  <a:cubicBezTo>
                    <a:pt x="229" y="322"/>
                    <a:pt x="229" y="322"/>
                    <a:pt x="229" y="321"/>
                  </a:cubicBezTo>
                  <a:cubicBezTo>
                    <a:pt x="229" y="321"/>
                    <a:pt x="229" y="320"/>
                    <a:pt x="229" y="320"/>
                  </a:cubicBezTo>
                  <a:cubicBezTo>
                    <a:pt x="229" y="319"/>
                    <a:pt x="230" y="319"/>
                    <a:pt x="230" y="318"/>
                  </a:cubicBezTo>
                  <a:cubicBezTo>
                    <a:pt x="230" y="318"/>
                    <a:pt x="230" y="318"/>
                    <a:pt x="230" y="318"/>
                  </a:cubicBezTo>
                  <a:cubicBezTo>
                    <a:pt x="230" y="318"/>
                    <a:pt x="230" y="317"/>
                    <a:pt x="230" y="317"/>
                  </a:cubicBezTo>
                  <a:cubicBezTo>
                    <a:pt x="230" y="317"/>
                    <a:pt x="230" y="317"/>
                    <a:pt x="229" y="317"/>
                  </a:cubicBezTo>
                  <a:cubicBezTo>
                    <a:pt x="229" y="317"/>
                    <a:pt x="228" y="316"/>
                    <a:pt x="228" y="316"/>
                  </a:cubicBezTo>
                  <a:cubicBezTo>
                    <a:pt x="227" y="316"/>
                    <a:pt x="227" y="316"/>
                    <a:pt x="227" y="316"/>
                  </a:cubicBezTo>
                  <a:cubicBezTo>
                    <a:pt x="227" y="316"/>
                    <a:pt x="227" y="316"/>
                    <a:pt x="226" y="316"/>
                  </a:cubicBezTo>
                  <a:cubicBezTo>
                    <a:pt x="226" y="317"/>
                    <a:pt x="226" y="317"/>
                    <a:pt x="226" y="316"/>
                  </a:cubicBezTo>
                  <a:cubicBezTo>
                    <a:pt x="225" y="316"/>
                    <a:pt x="225" y="316"/>
                    <a:pt x="224" y="316"/>
                  </a:cubicBezTo>
                  <a:cubicBezTo>
                    <a:pt x="223" y="317"/>
                    <a:pt x="223" y="317"/>
                    <a:pt x="222" y="317"/>
                  </a:cubicBezTo>
                  <a:cubicBezTo>
                    <a:pt x="222" y="317"/>
                    <a:pt x="222" y="317"/>
                    <a:pt x="222" y="317"/>
                  </a:cubicBezTo>
                  <a:cubicBezTo>
                    <a:pt x="222" y="316"/>
                    <a:pt x="222" y="317"/>
                    <a:pt x="221" y="317"/>
                  </a:cubicBezTo>
                  <a:cubicBezTo>
                    <a:pt x="221" y="317"/>
                    <a:pt x="221" y="317"/>
                    <a:pt x="220" y="318"/>
                  </a:cubicBezTo>
                  <a:cubicBezTo>
                    <a:pt x="220" y="318"/>
                    <a:pt x="220" y="318"/>
                    <a:pt x="220" y="318"/>
                  </a:cubicBezTo>
                  <a:cubicBezTo>
                    <a:pt x="220" y="318"/>
                    <a:pt x="220" y="318"/>
                    <a:pt x="219" y="318"/>
                  </a:cubicBezTo>
                  <a:cubicBezTo>
                    <a:pt x="219" y="318"/>
                    <a:pt x="219" y="319"/>
                    <a:pt x="219" y="319"/>
                  </a:cubicBezTo>
                  <a:cubicBezTo>
                    <a:pt x="219" y="319"/>
                    <a:pt x="219" y="319"/>
                    <a:pt x="219" y="320"/>
                  </a:cubicBezTo>
                  <a:cubicBezTo>
                    <a:pt x="219" y="320"/>
                    <a:pt x="218" y="320"/>
                    <a:pt x="218" y="320"/>
                  </a:cubicBezTo>
                  <a:cubicBezTo>
                    <a:pt x="218" y="320"/>
                    <a:pt x="218" y="321"/>
                    <a:pt x="219" y="321"/>
                  </a:cubicBezTo>
                  <a:cubicBezTo>
                    <a:pt x="219" y="321"/>
                    <a:pt x="219" y="321"/>
                    <a:pt x="219" y="321"/>
                  </a:cubicBezTo>
                  <a:cubicBezTo>
                    <a:pt x="219" y="321"/>
                    <a:pt x="219" y="321"/>
                    <a:pt x="219" y="322"/>
                  </a:cubicBezTo>
                  <a:cubicBezTo>
                    <a:pt x="219" y="322"/>
                    <a:pt x="219" y="322"/>
                    <a:pt x="219" y="322"/>
                  </a:cubicBezTo>
                  <a:cubicBezTo>
                    <a:pt x="219" y="323"/>
                    <a:pt x="219" y="324"/>
                    <a:pt x="219" y="325"/>
                  </a:cubicBezTo>
                  <a:cubicBezTo>
                    <a:pt x="219" y="325"/>
                    <a:pt x="219" y="325"/>
                    <a:pt x="219" y="325"/>
                  </a:cubicBezTo>
                  <a:cubicBezTo>
                    <a:pt x="219" y="326"/>
                    <a:pt x="219" y="326"/>
                    <a:pt x="219" y="327"/>
                  </a:cubicBezTo>
                  <a:cubicBezTo>
                    <a:pt x="219" y="327"/>
                    <a:pt x="218" y="327"/>
                    <a:pt x="218" y="327"/>
                  </a:cubicBezTo>
                  <a:cubicBezTo>
                    <a:pt x="218" y="327"/>
                    <a:pt x="218" y="328"/>
                    <a:pt x="218" y="328"/>
                  </a:cubicBezTo>
                  <a:cubicBezTo>
                    <a:pt x="218" y="328"/>
                    <a:pt x="218" y="329"/>
                    <a:pt x="218" y="329"/>
                  </a:cubicBezTo>
                  <a:cubicBezTo>
                    <a:pt x="218" y="329"/>
                    <a:pt x="218" y="330"/>
                    <a:pt x="219" y="330"/>
                  </a:cubicBezTo>
                  <a:cubicBezTo>
                    <a:pt x="219" y="330"/>
                    <a:pt x="219" y="330"/>
                    <a:pt x="219" y="330"/>
                  </a:cubicBezTo>
                  <a:cubicBezTo>
                    <a:pt x="219" y="330"/>
                    <a:pt x="220" y="329"/>
                    <a:pt x="220" y="329"/>
                  </a:cubicBezTo>
                  <a:cubicBezTo>
                    <a:pt x="220" y="329"/>
                    <a:pt x="221" y="329"/>
                    <a:pt x="221" y="329"/>
                  </a:cubicBezTo>
                  <a:cubicBezTo>
                    <a:pt x="222" y="329"/>
                    <a:pt x="222" y="328"/>
                    <a:pt x="223" y="328"/>
                  </a:cubicBezTo>
                  <a:cubicBezTo>
                    <a:pt x="223" y="328"/>
                    <a:pt x="223" y="328"/>
                    <a:pt x="223" y="328"/>
                  </a:cubicBezTo>
                  <a:cubicBezTo>
                    <a:pt x="223" y="328"/>
                    <a:pt x="224" y="328"/>
                    <a:pt x="224" y="328"/>
                  </a:cubicBezTo>
                  <a:cubicBezTo>
                    <a:pt x="224" y="328"/>
                    <a:pt x="224" y="328"/>
                    <a:pt x="225" y="328"/>
                  </a:cubicBezTo>
                  <a:cubicBezTo>
                    <a:pt x="225" y="328"/>
                    <a:pt x="225" y="328"/>
                    <a:pt x="225" y="329"/>
                  </a:cubicBezTo>
                  <a:cubicBezTo>
                    <a:pt x="225" y="329"/>
                    <a:pt x="224" y="329"/>
                    <a:pt x="224" y="330"/>
                  </a:cubicBezTo>
                  <a:cubicBezTo>
                    <a:pt x="224" y="330"/>
                    <a:pt x="223" y="330"/>
                    <a:pt x="223" y="330"/>
                  </a:cubicBezTo>
                  <a:cubicBezTo>
                    <a:pt x="223" y="331"/>
                    <a:pt x="222" y="331"/>
                    <a:pt x="222" y="331"/>
                  </a:cubicBezTo>
                  <a:cubicBezTo>
                    <a:pt x="222" y="331"/>
                    <a:pt x="222" y="331"/>
                    <a:pt x="222" y="331"/>
                  </a:cubicBezTo>
                  <a:cubicBezTo>
                    <a:pt x="222" y="331"/>
                    <a:pt x="221" y="332"/>
                    <a:pt x="221" y="332"/>
                  </a:cubicBezTo>
                  <a:cubicBezTo>
                    <a:pt x="221" y="332"/>
                    <a:pt x="221" y="332"/>
                    <a:pt x="221" y="332"/>
                  </a:cubicBezTo>
                  <a:cubicBezTo>
                    <a:pt x="220" y="333"/>
                    <a:pt x="220" y="333"/>
                    <a:pt x="220" y="333"/>
                  </a:cubicBezTo>
                  <a:cubicBezTo>
                    <a:pt x="220" y="333"/>
                    <a:pt x="219" y="333"/>
                    <a:pt x="219" y="334"/>
                  </a:cubicBezTo>
                  <a:cubicBezTo>
                    <a:pt x="218" y="334"/>
                    <a:pt x="218" y="335"/>
                    <a:pt x="218" y="335"/>
                  </a:cubicBezTo>
                  <a:cubicBezTo>
                    <a:pt x="217" y="335"/>
                    <a:pt x="217" y="335"/>
                    <a:pt x="217" y="335"/>
                  </a:cubicBezTo>
                  <a:cubicBezTo>
                    <a:pt x="217" y="335"/>
                    <a:pt x="216" y="336"/>
                    <a:pt x="216" y="336"/>
                  </a:cubicBezTo>
                  <a:cubicBezTo>
                    <a:pt x="215" y="336"/>
                    <a:pt x="215" y="337"/>
                    <a:pt x="215" y="337"/>
                  </a:cubicBezTo>
                  <a:cubicBezTo>
                    <a:pt x="215" y="337"/>
                    <a:pt x="215" y="338"/>
                    <a:pt x="215" y="338"/>
                  </a:cubicBezTo>
                  <a:cubicBezTo>
                    <a:pt x="216" y="338"/>
                    <a:pt x="216" y="338"/>
                    <a:pt x="216" y="338"/>
                  </a:cubicBezTo>
                  <a:cubicBezTo>
                    <a:pt x="217" y="338"/>
                    <a:pt x="217" y="338"/>
                    <a:pt x="218" y="338"/>
                  </a:cubicBezTo>
                  <a:cubicBezTo>
                    <a:pt x="218" y="338"/>
                    <a:pt x="218" y="338"/>
                    <a:pt x="218" y="337"/>
                  </a:cubicBezTo>
                  <a:cubicBezTo>
                    <a:pt x="218" y="337"/>
                    <a:pt x="218" y="337"/>
                    <a:pt x="219" y="337"/>
                  </a:cubicBezTo>
                  <a:cubicBezTo>
                    <a:pt x="219" y="337"/>
                    <a:pt x="219" y="337"/>
                    <a:pt x="219" y="336"/>
                  </a:cubicBezTo>
                  <a:cubicBezTo>
                    <a:pt x="220" y="336"/>
                    <a:pt x="220" y="336"/>
                    <a:pt x="220" y="336"/>
                  </a:cubicBezTo>
                  <a:cubicBezTo>
                    <a:pt x="220" y="336"/>
                    <a:pt x="220" y="336"/>
                    <a:pt x="220" y="335"/>
                  </a:cubicBezTo>
                  <a:cubicBezTo>
                    <a:pt x="221" y="335"/>
                    <a:pt x="222" y="335"/>
                    <a:pt x="222" y="334"/>
                  </a:cubicBezTo>
                  <a:cubicBezTo>
                    <a:pt x="223" y="334"/>
                    <a:pt x="223" y="333"/>
                    <a:pt x="224" y="333"/>
                  </a:cubicBezTo>
                  <a:cubicBezTo>
                    <a:pt x="224" y="333"/>
                    <a:pt x="224" y="333"/>
                    <a:pt x="224" y="333"/>
                  </a:cubicBezTo>
                  <a:cubicBezTo>
                    <a:pt x="225" y="332"/>
                    <a:pt x="225" y="332"/>
                    <a:pt x="225" y="332"/>
                  </a:cubicBezTo>
                  <a:cubicBezTo>
                    <a:pt x="225" y="332"/>
                    <a:pt x="225" y="332"/>
                    <a:pt x="225" y="332"/>
                  </a:cubicBezTo>
                  <a:cubicBezTo>
                    <a:pt x="225" y="332"/>
                    <a:pt x="225" y="332"/>
                    <a:pt x="225" y="332"/>
                  </a:cubicBezTo>
                  <a:cubicBezTo>
                    <a:pt x="226" y="332"/>
                    <a:pt x="226" y="332"/>
                    <a:pt x="226" y="331"/>
                  </a:cubicBezTo>
                  <a:cubicBezTo>
                    <a:pt x="226" y="331"/>
                    <a:pt x="226" y="332"/>
                    <a:pt x="227" y="332"/>
                  </a:cubicBezTo>
                  <a:cubicBezTo>
                    <a:pt x="227" y="332"/>
                    <a:pt x="227" y="332"/>
                    <a:pt x="227" y="332"/>
                  </a:cubicBezTo>
                  <a:cubicBezTo>
                    <a:pt x="227" y="333"/>
                    <a:pt x="227" y="333"/>
                    <a:pt x="227" y="333"/>
                  </a:cubicBezTo>
                  <a:cubicBezTo>
                    <a:pt x="227" y="333"/>
                    <a:pt x="227" y="334"/>
                    <a:pt x="227" y="335"/>
                  </a:cubicBezTo>
                  <a:cubicBezTo>
                    <a:pt x="227" y="335"/>
                    <a:pt x="227" y="335"/>
                    <a:pt x="227" y="335"/>
                  </a:cubicBezTo>
                  <a:cubicBezTo>
                    <a:pt x="227" y="336"/>
                    <a:pt x="227" y="336"/>
                    <a:pt x="227" y="336"/>
                  </a:cubicBezTo>
                  <a:cubicBezTo>
                    <a:pt x="227" y="337"/>
                    <a:pt x="227" y="337"/>
                    <a:pt x="227" y="337"/>
                  </a:cubicBezTo>
                  <a:cubicBezTo>
                    <a:pt x="227" y="337"/>
                    <a:pt x="227" y="338"/>
                    <a:pt x="227" y="338"/>
                  </a:cubicBezTo>
                  <a:cubicBezTo>
                    <a:pt x="227" y="338"/>
                    <a:pt x="226" y="338"/>
                    <a:pt x="226" y="338"/>
                  </a:cubicBezTo>
                  <a:cubicBezTo>
                    <a:pt x="226" y="338"/>
                    <a:pt x="226" y="338"/>
                    <a:pt x="226" y="338"/>
                  </a:cubicBezTo>
                  <a:cubicBezTo>
                    <a:pt x="225" y="338"/>
                    <a:pt x="225" y="338"/>
                    <a:pt x="225" y="337"/>
                  </a:cubicBezTo>
                  <a:cubicBezTo>
                    <a:pt x="225" y="337"/>
                    <a:pt x="224" y="337"/>
                    <a:pt x="224" y="337"/>
                  </a:cubicBezTo>
                  <a:cubicBezTo>
                    <a:pt x="224" y="336"/>
                    <a:pt x="224" y="336"/>
                    <a:pt x="224" y="337"/>
                  </a:cubicBezTo>
                  <a:cubicBezTo>
                    <a:pt x="223" y="337"/>
                    <a:pt x="223" y="337"/>
                    <a:pt x="223" y="338"/>
                  </a:cubicBezTo>
                  <a:cubicBezTo>
                    <a:pt x="223" y="338"/>
                    <a:pt x="223" y="338"/>
                    <a:pt x="224" y="338"/>
                  </a:cubicBezTo>
                  <a:cubicBezTo>
                    <a:pt x="224" y="338"/>
                    <a:pt x="224" y="338"/>
                    <a:pt x="224" y="338"/>
                  </a:cubicBezTo>
                  <a:cubicBezTo>
                    <a:pt x="224" y="339"/>
                    <a:pt x="224" y="339"/>
                    <a:pt x="224" y="339"/>
                  </a:cubicBezTo>
                  <a:cubicBezTo>
                    <a:pt x="225" y="339"/>
                    <a:pt x="225" y="340"/>
                    <a:pt x="226" y="340"/>
                  </a:cubicBezTo>
                  <a:cubicBezTo>
                    <a:pt x="226" y="340"/>
                    <a:pt x="226" y="340"/>
                    <a:pt x="226" y="340"/>
                  </a:cubicBezTo>
                  <a:cubicBezTo>
                    <a:pt x="226" y="341"/>
                    <a:pt x="226" y="341"/>
                    <a:pt x="227" y="341"/>
                  </a:cubicBezTo>
                  <a:cubicBezTo>
                    <a:pt x="227" y="341"/>
                    <a:pt x="227" y="341"/>
                    <a:pt x="227" y="341"/>
                  </a:cubicBezTo>
                  <a:cubicBezTo>
                    <a:pt x="227" y="341"/>
                    <a:pt x="228" y="341"/>
                    <a:pt x="228" y="340"/>
                  </a:cubicBezTo>
                  <a:cubicBezTo>
                    <a:pt x="228" y="340"/>
                    <a:pt x="228" y="340"/>
                    <a:pt x="228" y="340"/>
                  </a:cubicBezTo>
                  <a:cubicBezTo>
                    <a:pt x="228" y="339"/>
                    <a:pt x="228" y="339"/>
                    <a:pt x="228" y="338"/>
                  </a:cubicBezTo>
                  <a:cubicBezTo>
                    <a:pt x="228" y="338"/>
                    <a:pt x="228" y="337"/>
                    <a:pt x="228" y="337"/>
                  </a:cubicBezTo>
                  <a:cubicBezTo>
                    <a:pt x="229" y="337"/>
                    <a:pt x="229" y="336"/>
                    <a:pt x="229" y="336"/>
                  </a:cubicBezTo>
                  <a:cubicBezTo>
                    <a:pt x="229" y="336"/>
                    <a:pt x="229" y="336"/>
                    <a:pt x="229" y="335"/>
                  </a:cubicBezTo>
                  <a:cubicBezTo>
                    <a:pt x="229" y="335"/>
                    <a:pt x="229" y="334"/>
                    <a:pt x="229" y="333"/>
                  </a:cubicBezTo>
                  <a:cubicBezTo>
                    <a:pt x="229" y="333"/>
                    <a:pt x="229" y="333"/>
                    <a:pt x="229" y="333"/>
                  </a:cubicBezTo>
                  <a:cubicBezTo>
                    <a:pt x="229" y="332"/>
                    <a:pt x="229" y="332"/>
                    <a:pt x="229" y="332"/>
                  </a:cubicBezTo>
                  <a:cubicBezTo>
                    <a:pt x="229" y="332"/>
                    <a:pt x="229" y="332"/>
                    <a:pt x="229" y="331"/>
                  </a:cubicBezTo>
                  <a:cubicBezTo>
                    <a:pt x="229" y="331"/>
                    <a:pt x="229" y="330"/>
                    <a:pt x="229" y="329"/>
                  </a:cubicBezTo>
                  <a:cubicBezTo>
                    <a:pt x="229" y="329"/>
                    <a:pt x="229" y="329"/>
                    <a:pt x="229" y="329"/>
                  </a:cubicBezTo>
                  <a:cubicBezTo>
                    <a:pt x="229" y="328"/>
                    <a:pt x="229" y="328"/>
                    <a:pt x="229" y="328"/>
                  </a:cubicBezTo>
                  <a:cubicBezTo>
                    <a:pt x="230" y="327"/>
                    <a:pt x="230" y="327"/>
                    <a:pt x="231" y="326"/>
                  </a:cubicBezTo>
                  <a:cubicBezTo>
                    <a:pt x="231" y="326"/>
                    <a:pt x="231" y="326"/>
                    <a:pt x="231" y="326"/>
                  </a:cubicBezTo>
                  <a:cubicBezTo>
                    <a:pt x="232" y="325"/>
                    <a:pt x="233" y="324"/>
                    <a:pt x="234" y="323"/>
                  </a:cubicBezTo>
                  <a:cubicBezTo>
                    <a:pt x="234" y="323"/>
                    <a:pt x="234" y="323"/>
                    <a:pt x="234" y="323"/>
                  </a:cubicBezTo>
                  <a:cubicBezTo>
                    <a:pt x="234" y="323"/>
                    <a:pt x="234" y="322"/>
                    <a:pt x="234" y="322"/>
                  </a:cubicBezTo>
                  <a:cubicBezTo>
                    <a:pt x="235" y="322"/>
                    <a:pt x="235" y="322"/>
                    <a:pt x="235" y="322"/>
                  </a:cubicBezTo>
                  <a:cubicBezTo>
                    <a:pt x="235" y="322"/>
                    <a:pt x="235" y="321"/>
                    <a:pt x="235" y="321"/>
                  </a:cubicBezTo>
                  <a:close/>
                  <a:moveTo>
                    <a:pt x="278" y="332"/>
                  </a:moveTo>
                  <a:cubicBezTo>
                    <a:pt x="278" y="332"/>
                    <a:pt x="278" y="332"/>
                    <a:pt x="278" y="332"/>
                  </a:cubicBezTo>
                  <a:cubicBezTo>
                    <a:pt x="278" y="332"/>
                    <a:pt x="278" y="332"/>
                    <a:pt x="278" y="331"/>
                  </a:cubicBezTo>
                  <a:cubicBezTo>
                    <a:pt x="277" y="331"/>
                    <a:pt x="277" y="331"/>
                    <a:pt x="277" y="331"/>
                  </a:cubicBezTo>
                  <a:cubicBezTo>
                    <a:pt x="277" y="331"/>
                    <a:pt x="277" y="331"/>
                    <a:pt x="276" y="331"/>
                  </a:cubicBezTo>
                  <a:cubicBezTo>
                    <a:pt x="276" y="331"/>
                    <a:pt x="275" y="331"/>
                    <a:pt x="275" y="330"/>
                  </a:cubicBezTo>
                  <a:cubicBezTo>
                    <a:pt x="274" y="330"/>
                    <a:pt x="274" y="329"/>
                    <a:pt x="273" y="329"/>
                  </a:cubicBezTo>
                  <a:cubicBezTo>
                    <a:pt x="272" y="330"/>
                    <a:pt x="272" y="329"/>
                    <a:pt x="272" y="329"/>
                  </a:cubicBezTo>
                  <a:cubicBezTo>
                    <a:pt x="272" y="328"/>
                    <a:pt x="271" y="328"/>
                    <a:pt x="271" y="328"/>
                  </a:cubicBezTo>
                  <a:cubicBezTo>
                    <a:pt x="271" y="328"/>
                    <a:pt x="271" y="328"/>
                    <a:pt x="271" y="328"/>
                  </a:cubicBezTo>
                  <a:cubicBezTo>
                    <a:pt x="270" y="328"/>
                    <a:pt x="270" y="327"/>
                    <a:pt x="270" y="327"/>
                  </a:cubicBezTo>
                  <a:cubicBezTo>
                    <a:pt x="270" y="326"/>
                    <a:pt x="270" y="325"/>
                    <a:pt x="270" y="325"/>
                  </a:cubicBezTo>
                  <a:cubicBezTo>
                    <a:pt x="270" y="325"/>
                    <a:pt x="270" y="325"/>
                    <a:pt x="270" y="325"/>
                  </a:cubicBezTo>
                  <a:cubicBezTo>
                    <a:pt x="270" y="324"/>
                    <a:pt x="270" y="324"/>
                    <a:pt x="270" y="324"/>
                  </a:cubicBezTo>
                  <a:cubicBezTo>
                    <a:pt x="270" y="323"/>
                    <a:pt x="270" y="323"/>
                    <a:pt x="270" y="323"/>
                  </a:cubicBezTo>
                  <a:cubicBezTo>
                    <a:pt x="270" y="323"/>
                    <a:pt x="270" y="322"/>
                    <a:pt x="270" y="322"/>
                  </a:cubicBezTo>
                  <a:cubicBezTo>
                    <a:pt x="270" y="322"/>
                    <a:pt x="270" y="322"/>
                    <a:pt x="271" y="321"/>
                  </a:cubicBezTo>
                  <a:cubicBezTo>
                    <a:pt x="271" y="321"/>
                    <a:pt x="271" y="321"/>
                    <a:pt x="271" y="321"/>
                  </a:cubicBezTo>
                  <a:cubicBezTo>
                    <a:pt x="272" y="321"/>
                    <a:pt x="272" y="320"/>
                    <a:pt x="273" y="320"/>
                  </a:cubicBezTo>
                  <a:cubicBezTo>
                    <a:pt x="273" y="320"/>
                    <a:pt x="273" y="319"/>
                    <a:pt x="274" y="319"/>
                  </a:cubicBezTo>
                  <a:cubicBezTo>
                    <a:pt x="274" y="319"/>
                    <a:pt x="274" y="319"/>
                    <a:pt x="274" y="318"/>
                  </a:cubicBezTo>
                  <a:cubicBezTo>
                    <a:pt x="274" y="318"/>
                    <a:pt x="275" y="318"/>
                    <a:pt x="275" y="317"/>
                  </a:cubicBezTo>
                  <a:cubicBezTo>
                    <a:pt x="274" y="317"/>
                    <a:pt x="274" y="316"/>
                    <a:pt x="274" y="316"/>
                  </a:cubicBezTo>
                  <a:cubicBezTo>
                    <a:pt x="274" y="316"/>
                    <a:pt x="274" y="316"/>
                    <a:pt x="273" y="316"/>
                  </a:cubicBezTo>
                  <a:cubicBezTo>
                    <a:pt x="273" y="316"/>
                    <a:pt x="273" y="316"/>
                    <a:pt x="273" y="316"/>
                  </a:cubicBezTo>
                  <a:cubicBezTo>
                    <a:pt x="272" y="316"/>
                    <a:pt x="272" y="316"/>
                    <a:pt x="272" y="316"/>
                  </a:cubicBezTo>
                  <a:cubicBezTo>
                    <a:pt x="272" y="316"/>
                    <a:pt x="271" y="316"/>
                    <a:pt x="271" y="316"/>
                  </a:cubicBezTo>
                  <a:cubicBezTo>
                    <a:pt x="271" y="317"/>
                    <a:pt x="270" y="317"/>
                    <a:pt x="270" y="317"/>
                  </a:cubicBezTo>
                  <a:cubicBezTo>
                    <a:pt x="270" y="317"/>
                    <a:pt x="270" y="316"/>
                    <a:pt x="270" y="316"/>
                  </a:cubicBezTo>
                  <a:cubicBezTo>
                    <a:pt x="270" y="316"/>
                    <a:pt x="270" y="316"/>
                    <a:pt x="270" y="316"/>
                  </a:cubicBezTo>
                  <a:cubicBezTo>
                    <a:pt x="270" y="316"/>
                    <a:pt x="270" y="315"/>
                    <a:pt x="269" y="315"/>
                  </a:cubicBezTo>
                  <a:cubicBezTo>
                    <a:pt x="269" y="315"/>
                    <a:pt x="269" y="315"/>
                    <a:pt x="269" y="315"/>
                  </a:cubicBezTo>
                  <a:cubicBezTo>
                    <a:pt x="269" y="315"/>
                    <a:pt x="269" y="315"/>
                    <a:pt x="269" y="314"/>
                  </a:cubicBezTo>
                  <a:cubicBezTo>
                    <a:pt x="269" y="314"/>
                    <a:pt x="269" y="314"/>
                    <a:pt x="269" y="313"/>
                  </a:cubicBezTo>
                  <a:cubicBezTo>
                    <a:pt x="268" y="313"/>
                    <a:pt x="268" y="313"/>
                    <a:pt x="268" y="312"/>
                  </a:cubicBezTo>
                  <a:cubicBezTo>
                    <a:pt x="268" y="312"/>
                    <a:pt x="267" y="312"/>
                    <a:pt x="267" y="312"/>
                  </a:cubicBezTo>
                  <a:cubicBezTo>
                    <a:pt x="267" y="311"/>
                    <a:pt x="267" y="311"/>
                    <a:pt x="267" y="311"/>
                  </a:cubicBezTo>
                  <a:cubicBezTo>
                    <a:pt x="266" y="311"/>
                    <a:pt x="266" y="311"/>
                    <a:pt x="266" y="311"/>
                  </a:cubicBezTo>
                  <a:cubicBezTo>
                    <a:pt x="265" y="311"/>
                    <a:pt x="265" y="312"/>
                    <a:pt x="265" y="312"/>
                  </a:cubicBezTo>
                  <a:cubicBezTo>
                    <a:pt x="265" y="312"/>
                    <a:pt x="265" y="312"/>
                    <a:pt x="265" y="312"/>
                  </a:cubicBezTo>
                  <a:cubicBezTo>
                    <a:pt x="266" y="312"/>
                    <a:pt x="266" y="313"/>
                    <a:pt x="266" y="313"/>
                  </a:cubicBezTo>
                  <a:cubicBezTo>
                    <a:pt x="266" y="313"/>
                    <a:pt x="266" y="313"/>
                    <a:pt x="266" y="314"/>
                  </a:cubicBezTo>
                  <a:cubicBezTo>
                    <a:pt x="266" y="314"/>
                    <a:pt x="266" y="314"/>
                    <a:pt x="266" y="315"/>
                  </a:cubicBezTo>
                  <a:cubicBezTo>
                    <a:pt x="267" y="315"/>
                    <a:pt x="267" y="316"/>
                    <a:pt x="266" y="317"/>
                  </a:cubicBezTo>
                  <a:cubicBezTo>
                    <a:pt x="266" y="317"/>
                    <a:pt x="266" y="317"/>
                    <a:pt x="266" y="317"/>
                  </a:cubicBezTo>
                  <a:cubicBezTo>
                    <a:pt x="266" y="317"/>
                    <a:pt x="266" y="318"/>
                    <a:pt x="266" y="318"/>
                  </a:cubicBezTo>
                  <a:cubicBezTo>
                    <a:pt x="266" y="318"/>
                    <a:pt x="266" y="317"/>
                    <a:pt x="266" y="317"/>
                  </a:cubicBezTo>
                  <a:cubicBezTo>
                    <a:pt x="266" y="317"/>
                    <a:pt x="265" y="317"/>
                    <a:pt x="265" y="317"/>
                  </a:cubicBezTo>
                  <a:cubicBezTo>
                    <a:pt x="265" y="317"/>
                    <a:pt x="265" y="317"/>
                    <a:pt x="264" y="317"/>
                  </a:cubicBezTo>
                  <a:cubicBezTo>
                    <a:pt x="264" y="317"/>
                    <a:pt x="264" y="317"/>
                    <a:pt x="263" y="317"/>
                  </a:cubicBezTo>
                  <a:cubicBezTo>
                    <a:pt x="263" y="317"/>
                    <a:pt x="262" y="317"/>
                    <a:pt x="262" y="317"/>
                  </a:cubicBezTo>
                  <a:cubicBezTo>
                    <a:pt x="261" y="317"/>
                    <a:pt x="261" y="317"/>
                    <a:pt x="261" y="317"/>
                  </a:cubicBezTo>
                  <a:cubicBezTo>
                    <a:pt x="260" y="317"/>
                    <a:pt x="260" y="317"/>
                    <a:pt x="260" y="318"/>
                  </a:cubicBezTo>
                  <a:cubicBezTo>
                    <a:pt x="260" y="318"/>
                    <a:pt x="260" y="318"/>
                    <a:pt x="259" y="318"/>
                  </a:cubicBezTo>
                  <a:cubicBezTo>
                    <a:pt x="259" y="319"/>
                    <a:pt x="259" y="319"/>
                    <a:pt x="259" y="319"/>
                  </a:cubicBezTo>
                  <a:cubicBezTo>
                    <a:pt x="259" y="319"/>
                    <a:pt x="259" y="319"/>
                    <a:pt x="259" y="319"/>
                  </a:cubicBezTo>
                  <a:cubicBezTo>
                    <a:pt x="259" y="319"/>
                    <a:pt x="260" y="320"/>
                    <a:pt x="260" y="319"/>
                  </a:cubicBezTo>
                  <a:cubicBezTo>
                    <a:pt x="260" y="319"/>
                    <a:pt x="261" y="320"/>
                    <a:pt x="261" y="320"/>
                  </a:cubicBezTo>
                  <a:cubicBezTo>
                    <a:pt x="262" y="320"/>
                    <a:pt x="262" y="321"/>
                    <a:pt x="263" y="321"/>
                  </a:cubicBezTo>
                  <a:cubicBezTo>
                    <a:pt x="263" y="321"/>
                    <a:pt x="263" y="321"/>
                    <a:pt x="263" y="321"/>
                  </a:cubicBezTo>
                  <a:cubicBezTo>
                    <a:pt x="263" y="321"/>
                    <a:pt x="263" y="321"/>
                    <a:pt x="263" y="321"/>
                  </a:cubicBezTo>
                  <a:cubicBezTo>
                    <a:pt x="264" y="321"/>
                    <a:pt x="264" y="321"/>
                    <a:pt x="265" y="321"/>
                  </a:cubicBezTo>
                  <a:cubicBezTo>
                    <a:pt x="265" y="322"/>
                    <a:pt x="265" y="322"/>
                    <a:pt x="266" y="322"/>
                  </a:cubicBezTo>
                  <a:cubicBezTo>
                    <a:pt x="266" y="322"/>
                    <a:pt x="266" y="322"/>
                    <a:pt x="266" y="322"/>
                  </a:cubicBezTo>
                  <a:cubicBezTo>
                    <a:pt x="266" y="322"/>
                    <a:pt x="266" y="322"/>
                    <a:pt x="266" y="322"/>
                  </a:cubicBezTo>
                  <a:cubicBezTo>
                    <a:pt x="266" y="323"/>
                    <a:pt x="266" y="323"/>
                    <a:pt x="266" y="324"/>
                  </a:cubicBezTo>
                  <a:cubicBezTo>
                    <a:pt x="266" y="324"/>
                    <a:pt x="266" y="325"/>
                    <a:pt x="267" y="325"/>
                  </a:cubicBezTo>
                  <a:cubicBezTo>
                    <a:pt x="267" y="325"/>
                    <a:pt x="267" y="325"/>
                    <a:pt x="267" y="325"/>
                  </a:cubicBezTo>
                  <a:cubicBezTo>
                    <a:pt x="267" y="325"/>
                    <a:pt x="266" y="326"/>
                    <a:pt x="266" y="326"/>
                  </a:cubicBezTo>
                  <a:cubicBezTo>
                    <a:pt x="266" y="326"/>
                    <a:pt x="266" y="326"/>
                    <a:pt x="266" y="326"/>
                  </a:cubicBezTo>
                  <a:cubicBezTo>
                    <a:pt x="266" y="326"/>
                    <a:pt x="266" y="327"/>
                    <a:pt x="266" y="327"/>
                  </a:cubicBezTo>
                  <a:cubicBezTo>
                    <a:pt x="266" y="327"/>
                    <a:pt x="266" y="327"/>
                    <a:pt x="265" y="327"/>
                  </a:cubicBezTo>
                  <a:cubicBezTo>
                    <a:pt x="265" y="328"/>
                    <a:pt x="264" y="329"/>
                    <a:pt x="264" y="330"/>
                  </a:cubicBezTo>
                  <a:cubicBezTo>
                    <a:pt x="264" y="330"/>
                    <a:pt x="264" y="330"/>
                    <a:pt x="264" y="330"/>
                  </a:cubicBezTo>
                  <a:cubicBezTo>
                    <a:pt x="263" y="330"/>
                    <a:pt x="263" y="331"/>
                    <a:pt x="263" y="331"/>
                  </a:cubicBezTo>
                  <a:cubicBezTo>
                    <a:pt x="263" y="331"/>
                    <a:pt x="262" y="331"/>
                    <a:pt x="262" y="331"/>
                  </a:cubicBezTo>
                  <a:cubicBezTo>
                    <a:pt x="262" y="331"/>
                    <a:pt x="262" y="331"/>
                    <a:pt x="262" y="331"/>
                  </a:cubicBezTo>
                  <a:cubicBezTo>
                    <a:pt x="262" y="331"/>
                    <a:pt x="262" y="331"/>
                    <a:pt x="262" y="331"/>
                  </a:cubicBezTo>
                  <a:cubicBezTo>
                    <a:pt x="262" y="330"/>
                    <a:pt x="263" y="329"/>
                    <a:pt x="263" y="329"/>
                  </a:cubicBezTo>
                  <a:cubicBezTo>
                    <a:pt x="263" y="328"/>
                    <a:pt x="263" y="328"/>
                    <a:pt x="263" y="328"/>
                  </a:cubicBezTo>
                  <a:cubicBezTo>
                    <a:pt x="263" y="328"/>
                    <a:pt x="263" y="327"/>
                    <a:pt x="263" y="327"/>
                  </a:cubicBezTo>
                  <a:cubicBezTo>
                    <a:pt x="263" y="327"/>
                    <a:pt x="263" y="327"/>
                    <a:pt x="264" y="327"/>
                  </a:cubicBezTo>
                  <a:cubicBezTo>
                    <a:pt x="264" y="327"/>
                    <a:pt x="264" y="326"/>
                    <a:pt x="264" y="326"/>
                  </a:cubicBezTo>
                  <a:cubicBezTo>
                    <a:pt x="264" y="326"/>
                    <a:pt x="264" y="325"/>
                    <a:pt x="263" y="325"/>
                  </a:cubicBezTo>
                  <a:cubicBezTo>
                    <a:pt x="263" y="325"/>
                    <a:pt x="263" y="325"/>
                    <a:pt x="263" y="325"/>
                  </a:cubicBezTo>
                  <a:cubicBezTo>
                    <a:pt x="263" y="325"/>
                    <a:pt x="262" y="325"/>
                    <a:pt x="262" y="325"/>
                  </a:cubicBezTo>
                  <a:cubicBezTo>
                    <a:pt x="262" y="325"/>
                    <a:pt x="262" y="324"/>
                    <a:pt x="261" y="324"/>
                  </a:cubicBezTo>
                  <a:cubicBezTo>
                    <a:pt x="261" y="324"/>
                    <a:pt x="261" y="324"/>
                    <a:pt x="261" y="324"/>
                  </a:cubicBezTo>
                  <a:cubicBezTo>
                    <a:pt x="261" y="324"/>
                    <a:pt x="261" y="324"/>
                    <a:pt x="260" y="324"/>
                  </a:cubicBezTo>
                  <a:cubicBezTo>
                    <a:pt x="260" y="324"/>
                    <a:pt x="260" y="324"/>
                    <a:pt x="260" y="323"/>
                  </a:cubicBezTo>
                  <a:cubicBezTo>
                    <a:pt x="260" y="323"/>
                    <a:pt x="260" y="323"/>
                    <a:pt x="260" y="323"/>
                  </a:cubicBezTo>
                  <a:cubicBezTo>
                    <a:pt x="260" y="323"/>
                    <a:pt x="260" y="323"/>
                    <a:pt x="260" y="323"/>
                  </a:cubicBezTo>
                  <a:cubicBezTo>
                    <a:pt x="260" y="323"/>
                    <a:pt x="260" y="323"/>
                    <a:pt x="259" y="323"/>
                  </a:cubicBezTo>
                  <a:cubicBezTo>
                    <a:pt x="259" y="323"/>
                    <a:pt x="259" y="324"/>
                    <a:pt x="259" y="324"/>
                  </a:cubicBezTo>
                  <a:cubicBezTo>
                    <a:pt x="259" y="324"/>
                    <a:pt x="259" y="324"/>
                    <a:pt x="259" y="324"/>
                  </a:cubicBezTo>
                  <a:cubicBezTo>
                    <a:pt x="260" y="325"/>
                    <a:pt x="260" y="325"/>
                    <a:pt x="260" y="325"/>
                  </a:cubicBezTo>
                  <a:cubicBezTo>
                    <a:pt x="261" y="326"/>
                    <a:pt x="261" y="326"/>
                    <a:pt x="261" y="326"/>
                  </a:cubicBezTo>
                  <a:cubicBezTo>
                    <a:pt x="261" y="326"/>
                    <a:pt x="261" y="326"/>
                    <a:pt x="261" y="326"/>
                  </a:cubicBezTo>
                  <a:cubicBezTo>
                    <a:pt x="262" y="326"/>
                    <a:pt x="262" y="326"/>
                    <a:pt x="262" y="327"/>
                  </a:cubicBezTo>
                  <a:cubicBezTo>
                    <a:pt x="262" y="327"/>
                    <a:pt x="262" y="327"/>
                    <a:pt x="262" y="327"/>
                  </a:cubicBezTo>
                  <a:cubicBezTo>
                    <a:pt x="262" y="327"/>
                    <a:pt x="262" y="328"/>
                    <a:pt x="262" y="328"/>
                  </a:cubicBezTo>
                  <a:cubicBezTo>
                    <a:pt x="262" y="328"/>
                    <a:pt x="262" y="329"/>
                    <a:pt x="262" y="330"/>
                  </a:cubicBezTo>
                  <a:cubicBezTo>
                    <a:pt x="261" y="330"/>
                    <a:pt x="261" y="331"/>
                    <a:pt x="261" y="331"/>
                  </a:cubicBezTo>
                  <a:cubicBezTo>
                    <a:pt x="261" y="331"/>
                    <a:pt x="260" y="331"/>
                    <a:pt x="260" y="331"/>
                  </a:cubicBezTo>
                  <a:cubicBezTo>
                    <a:pt x="260" y="332"/>
                    <a:pt x="260" y="332"/>
                    <a:pt x="260" y="332"/>
                  </a:cubicBezTo>
                  <a:cubicBezTo>
                    <a:pt x="260" y="332"/>
                    <a:pt x="260" y="333"/>
                    <a:pt x="260" y="333"/>
                  </a:cubicBezTo>
                  <a:cubicBezTo>
                    <a:pt x="260" y="333"/>
                    <a:pt x="260" y="334"/>
                    <a:pt x="260" y="334"/>
                  </a:cubicBezTo>
                  <a:cubicBezTo>
                    <a:pt x="260" y="334"/>
                    <a:pt x="260" y="334"/>
                    <a:pt x="261" y="334"/>
                  </a:cubicBezTo>
                  <a:cubicBezTo>
                    <a:pt x="261" y="335"/>
                    <a:pt x="261" y="335"/>
                    <a:pt x="261" y="335"/>
                  </a:cubicBezTo>
                  <a:cubicBezTo>
                    <a:pt x="261" y="335"/>
                    <a:pt x="261" y="335"/>
                    <a:pt x="261" y="335"/>
                  </a:cubicBezTo>
                  <a:cubicBezTo>
                    <a:pt x="262" y="335"/>
                    <a:pt x="262" y="335"/>
                    <a:pt x="262" y="335"/>
                  </a:cubicBezTo>
                  <a:cubicBezTo>
                    <a:pt x="262" y="335"/>
                    <a:pt x="263" y="335"/>
                    <a:pt x="263" y="334"/>
                  </a:cubicBezTo>
                  <a:cubicBezTo>
                    <a:pt x="263" y="334"/>
                    <a:pt x="264" y="333"/>
                    <a:pt x="264" y="333"/>
                  </a:cubicBezTo>
                  <a:cubicBezTo>
                    <a:pt x="265" y="332"/>
                    <a:pt x="265" y="332"/>
                    <a:pt x="265" y="331"/>
                  </a:cubicBezTo>
                  <a:cubicBezTo>
                    <a:pt x="266" y="331"/>
                    <a:pt x="266" y="331"/>
                    <a:pt x="267" y="331"/>
                  </a:cubicBezTo>
                  <a:cubicBezTo>
                    <a:pt x="267" y="331"/>
                    <a:pt x="267" y="331"/>
                    <a:pt x="267" y="331"/>
                  </a:cubicBezTo>
                  <a:cubicBezTo>
                    <a:pt x="267" y="331"/>
                    <a:pt x="267" y="332"/>
                    <a:pt x="267" y="332"/>
                  </a:cubicBezTo>
                  <a:cubicBezTo>
                    <a:pt x="267" y="332"/>
                    <a:pt x="267" y="332"/>
                    <a:pt x="267" y="332"/>
                  </a:cubicBezTo>
                  <a:cubicBezTo>
                    <a:pt x="267" y="332"/>
                    <a:pt x="267" y="333"/>
                    <a:pt x="267" y="333"/>
                  </a:cubicBezTo>
                  <a:cubicBezTo>
                    <a:pt x="267" y="333"/>
                    <a:pt x="267" y="334"/>
                    <a:pt x="267" y="334"/>
                  </a:cubicBezTo>
                  <a:cubicBezTo>
                    <a:pt x="267" y="335"/>
                    <a:pt x="267" y="335"/>
                    <a:pt x="267" y="336"/>
                  </a:cubicBezTo>
                  <a:cubicBezTo>
                    <a:pt x="267" y="336"/>
                    <a:pt x="267" y="336"/>
                    <a:pt x="267" y="336"/>
                  </a:cubicBezTo>
                  <a:cubicBezTo>
                    <a:pt x="266" y="336"/>
                    <a:pt x="266" y="337"/>
                    <a:pt x="266" y="337"/>
                  </a:cubicBezTo>
                  <a:cubicBezTo>
                    <a:pt x="266" y="337"/>
                    <a:pt x="266" y="337"/>
                    <a:pt x="266" y="337"/>
                  </a:cubicBezTo>
                  <a:cubicBezTo>
                    <a:pt x="267" y="337"/>
                    <a:pt x="267" y="337"/>
                    <a:pt x="266" y="338"/>
                  </a:cubicBezTo>
                  <a:cubicBezTo>
                    <a:pt x="266" y="338"/>
                    <a:pt x="266" y="338"/>
                    <a:pt x="266" y="338"/>
                  </a:cubicBezTo>
                  <a:cubicBezTo>
                    <a:pt x="267" y="338"/>
                    <a:pt x="267" y="338"/>
                    <a:pt x="267" y="338"/>
                  </a:cubicBezTo>
                  <a:cubicBezTo>
                    <a:pt x="267" y="339"/>
                    <a:pt x="267" y="339"/>
                    <a:pt x="268" y="339"/>
                  </a:cubicBezTo>
                  <a:cubicBezTo>
                    <a:pt x="268" y="339"/>
                    <a:pt x="269" y="339"/>
                    <a:pt x="269" y="338"/>
                  </a:cubicBezTo>
                  <a:cubicBezTo>
                    <a:pt x="269" y="338"/>
                    <a:pt x="269" y="338"/>
                    <a:pt x="270" y="338"/>
                  </a:cubicBezTo>
                  <a:cubicBezTo>
                    <a:pt x="270" y="337"/>
                    <a:pt x="270" y="337"/>
                    <a:pt x="270" y="337"/>
                  </a:cubicBezTo>
                  <a:cubicBezTo>
                    <a:pt x="270" y="336"/>
                    <a:pt x="270" y="336"/>
                    <a:pt x="270" y="335"/>
                  </a:cubicBezTo>
                  <a:cubicBezTo>
                    <a:pt x="270" y="335"/>
                    <a:pt x="270" y="335"/>
                    <a:pt x="270" y="335"/>
                  </a:cubicBezTo>
                  <a:cubicBezTo>
                    <a:pt x="270" y="335"/>
                    <a:pt x="270" y="334"/>
                    <a:pt x="270" y="334"/>
                  </a:cubicBezTo>
                  <a:cubicBezTo>
                    <a:pt x="270" y="334"/>
                    <a:pt x="270" y="333"/>
                    <a:pt x="270" y="333"/>
                  </a:cubicBezTo>
                  <a:cubicBezTo>
                    <a:pt x="270" y="333"/>
                    <a:pt x="270" y="332"/>
                    <a:pt x="270" y="332"/>
                  </a:cubicBezTo>
                  <a:cubicBezTo>
                    <a:pt x="270" y="332"/>
                    <a:pt x="270" y="332"/>
                    <a:pt x="270" y="332"/>
                  </a:cubicBezTo>
                  <a:cubicBezTo>
                    <a:pt x="271" y="332"/>
                    <a:pt x="271" y="332"/>
                    <a:pt x="271" y="332"/>
                  </a:cubicBezTo>
                  <a:cubicBezTo>
                    <a:pt x="272" y="332"/>
                    <a:pt x="273" y="333"/>
                    <a:pt x="273" y="333"/>
                  </a:cubicBezTo>
                  <a:cubicBezTo>
                    <a:pt x="274" y="333"/>
                    <a:pt x="274" y="333"/>
                    <a:pt x="274" y="333"/>
                  </a:cubicBezTo>
                  <a:cubicBezTo>
                    <a:pt x="274" y="333"/>
                    <a:pt x="275" y="333"/>
                    <a:pt x="275" y="333"/>
                  </a:cubicBezTo>
                  <a:cubicBezTo>
                    <a:pt x="275" y="334"/>
                    <a:pt x="276" y="334"/>
                    <a:pt x="276" y="334"/>
                  </a:cubicBezTo>
                  <a:cubicBezTo>
                    <a:pt x="277" y="334"/>
                    <a:pt x="277" y="334"/>
                    <a:pt x="277" y="334"/>
                  </a:cubicBezTo>
                  <a:cubicBezTo>
                    <a:pt x="277" y="334"/>
                    <a:pt x="278" y="334"/>
                    <a:pt x="278" y="334"/>
                  </a:cubicBezTo>
                  <a:cubicBezTo>
                    <a:pt x="278" y="333"/>
                    <a:pt x="278" y="333"/>
                    <a:pt x="278" y="333"/>
                  </a:cubicBezTo>
                  <a:cubicBezTo>
                    <a:pt x="278" y="333"/>
                    <a:pt x="278" y="333"/>
                    <a:pt x="278" y="333"/>
                  </a:cubicBezTo>
                  <a:cubicBezTo>
                    <a:pt x="278" y="332"/>
                    <a:pt x="278" y="332"/>
                    <a:pt x="278" y="332"/>
                  </a:cubicBezTo>
                  <a:close/>
                  <a:moveTo>
                    <a:pt x="313" y="335"/>
                  </a:moveTo>
                  <a:cubicBezTo>
                    <a:pt x="313" y="334"/>
                    <a:pt x="312" y="334"/>
                    <a:pt x="312" y="334"/>
                  </a:cubicBezTo>
                  <a:cubicBezTo>
                    <a:pt x="311" y="334"/>
                    <a:pt x="311" y="334"/>
                    <a:pt x="311" y="334"/>
                  </a:cubicBezTo>
                  <a:cubicBezTo>
                    <a:pt x="311" y="334"/>
                    <a:pt x="310" y="334"/>
                    <a:pt x="310" y="334"/>
                  </a:cubicBezTo>
                  <a:cubicBezTo>
                    <a:pt x="309" y="334"/>
                    <a:pt x="309" y="334"/>
                    <a:pt x="308" y="334"/>
                  </a:cubicBezTo>
                  <a:cubicBezTo>
                    <a:pt x="308" y="334"/>
                    <a:pt x="308" y="334"/>
                    <a:pt x="307" y="333"/>
                  </a:cubicBezTo>
                  <a:cubicBezTo>
                    <a:pt x="307" y="333"/>
                    <a:pt x="307" y="333"/>
                    <a:pt x="306" y="333"/>
                  </a:cubicBezTo>
                  <a:cubicBezTo>
                    <a:pt x="305" y="332"/>
                    <a:pt x="305" y="332"/>
                    <a:pt x="304" y="332"/>
                  </a:cubicBezTo>
                  <a:cubicBezTo>
                    <a:pt x="304" y="332"/>
                    <a:pt x="304" y="332"/>
                    <a:pt x="304" y="331"/>
                  </a:cubicBezTo>
                  <a:cubicBezTo>
                    <a:pt x="304" y="331"/>
                    <a:pt x="303" y="331"/>
                    <a:pt x="303" y="331"/>
                  </a:cubicBezTo>
                  <a:cubicBezTo>
                    <a:pt x="303" y="330"/>
                    <a:pt x="303" y="330"/>
                    <a:pt x="303" y="329"/>
                  </a:cubicBezTo>
                  <a:cubicBezTo>
                    <a:pt x="303" y="329"/>
                    <a:pt x="303" y="328"/>
                    <a:pt x="304" y="328"/>
                  </a:cubicBezTo>
                  <a:cubicBezTo>
                    <a:pt x="304" y="327"/>
                    <a:pt x="304" y="327"/>
                    <a:pt x="304" y="327"/>
                  </a:cubicBezTo>
                  <a:cubicBezTo>
                    <a:pt x="304" y="327"/>
                    <a:pt x="304" y="326"/>
                    <a:pt x="304" y="326"/>
                  </a:cubicBezTo>
                  <a:cubicBezTo>
                    <a:pt x="305" y="326"/>
                    <a:pt x="305" y="326"/>
                    <a:pt x="305" y="326"/>
                  </a:cubicBezTo>
                  <a:cubicBezTo>
                    <a:pt x="305" y="326"/>
                    <a:pt x="306" y="325"/>
                    <a:pt x="306" y="325"/>
                  </a:cubicBezTo>
                  <a:cubicBezTo>
                    <a:pt x="306" y="325"/>
                    <a:pt x="306" y="324"/>
                    <a:pt x="306" y="324"/>
                  </a:cubicBezTo>
                  <a:cubicBezTo>
                    <a:pt x="307" y="324"/>
                    <a:pt x="307" y="324"/>
                    <a:pt x="307" y="324"/>
                  </a:cubicBezTo>
                  <a:cubicBezTo>
                    <a:pt x="307" y="323"/>
                    <a:pt x="307" y="323"/>
                    <a:pt x="307" y="323"/>
                  </a:cubicBezTo>
                  <a:cubicBezTo>
                    <a:pt x="306" y="323"/>
                    <a:pt x="306" y="323"/>
                    <a:pt x="306" y="322"/>
                  </a:cubicBezTo>
                  <a:cubicBezTo>
                    <a:pt x="305" y="322"/>
                    <a:pt x="305" y="322"/>
                    <a:pt x="304" y="322"/>
                  </a:cubicBezTo>
                  <a:cubicBezTo>
                    <a:pt x="304" y="323"/>
                    <a:pt x="303" y="323"/>
                    <a:pt x="303" y="323"/>
                  </a:cubicBezTo>
                  <a:cubicBezTo>
                    <a:pt x="302" y="323"/>
                    <a:pt x="302" y="323"/>
                    <a:pt x="301" y="323"/>
                  </a:cubicBezTo>
                  <a:cubicBezTo>
                    <a:pt x="301" y="323"/>
                    <a:pt x="301" y="323"/>
                    <a:pt x="301" y="323"/>
                  </a:cubicBezTo>
                  <a:cubicBezTo>
                    <a:pt x="301" y="324"/>
                    <a:pt x="300" y="324"/>
                    <a:pt x="300" y="324"/>
                  </a:cubicBezTo>
                  <a:cubicBezTo>
                    <a:pt x="300" y="324"/>
                    <a:pt x="300" y="324"/>
                    <a:pt x="299" y="324"/>
                  </a:cubicBezTo>
                  <a:cubicBezTo>
                    <a:pt x="299" y="324"/>
                    <a:pt x="298" y="324"/>
                    <a:pt x="298" y="324"/>
                  </a:cubicBezTo>
                  <a:cubicBezTo>
                    <a:pt x="298" y="324"/>
                    <a:pt x="297" y="324"/>
                    <a:pt x="297" y="324"/>
                  </a:cubicBezTo>
                  <a:cubicBezTo>
                    <a:pt x="297" y="324"/>
                    <a:pt x="297" y="324"/>
                    <a:pt x="297" y="324"/>
                  </a:cubicBezTo>
                  <a:cubicBezTo>
                    <a:pt x="296" y="324"/>
                    <a:pt x="296" y="324"/>
                    <a:pt x="296" y="324"/>
                  </a:cubicBezTo>
                  <a:cubicBezTo>
                    <a:pt x="295" y="324"/>
                    <a:pt x="295" y="324"/>
                    <a:pt x="294" y="324"/>
                  </a:cubicBezTo>
                  <a:cubicBezTo>
                    <a:pt x="294" y="324"/>
                    <a:pt x="294" y="324"/>
                    <a:pt x="294" y="324"/>
                  </a:cubicBezTo>
                  <a:cubicBezTo>
                    <a:pt x="294" y="324"/>
                    <a:pt x="294" y="325"/>
                    <a:pt x="294" y="325"/>
                  </a:cubicBezTo>
                  <a:cubicBezTo>
                    <a:pt x="293" y="325"/>
                    <a:pt x="293" y="325"/>
                    <a:pt x="293" y="325"/>
                  </a:cubicBezTo>
                  <a:cubicBezTo>
                    <a:pt x="292" y="325"/>
                    <a:pt x="292" y="325"/>
                    <a:pt x="292" y="325"/>
                  </a:cubicBezTo>
                  <a:cubicBezTo>
                    <a:pt x="291" y="326"/>
                    <a:pt x="291" y="326"/>
                    <a:pt x="290" y="326"/>
                  </a:cubicBezTo>
                  <a:cubicBezTo>
                    <a:pt x="290" y="326"/>
                    <a:pt x="290" y="326"/>
                    <a:pt x="290" y="327"/>
                  </a:cubicBezTo>
                  <a:cubicBezTo>
                    <a:pt x="290" y="327"/>
                    <a:pt x="290" y="327"/>
                    <a:pt x="290" y="328"/>
                  </a:cubicBezTo>
                  <a:cubicBezTo>
                    <a:pt x="290" y="328"/>
                    <a:pt x="290" y="328"/>
                    <a:pt x="290" y="328"/>
                  </a:cubicBezTo>
                  <a:cubicBezTo>
                    <a:pt x="290" y="328"/>
                    <a:pt x="290" y="328"/>
                    <a:pt x="290" y="328"/>
                  </a:cubicBezTo>
                  <a:cubicBezTo>
                    <a:pt x="290" y="329"/>
                    <a:pt x="290" y="329"/>
                    <a:pt x="290" y="329"/>
                  </a:cubicBezTo>
                  <a:cubicBezTo>
                    <a:pt x="291" y="329"/>
                    <a:pt x="291" y="329"/>
                    <a:pt x="291" y="329"/>
                  </a:cubicBezTo>
                  <a:cubicBezTo>
                    <a:pt x="292" y="329"/>
                    <a:pt x="292" y="329"/>
                    <a:pt x="292" y="329"/>
                  </a:cubicBezTo>
                  <a:cubicBezTo>
                    <a:pt x="292" y="329"/>
                    <a:pt x="292" y="329"/>
                    <a:pt x="292" y="329"/>
                  </a:cubicBezTo>
                  <a:cubicBezTo>
                    <a:pt x="292" y="328"/>
                    <a:pt x="292" y="328"/>
                    <a:pt x="293" y="328"/>
                  </a:cubicBezTo>
                  <a:cubicBezTo>
                    <a:pt x="293" y="328"/>
                    <a:pt x="293" y="327"/>
                    <a:pt x="294" y="327"/>
                  </a:cubicBezTo>
                  <a:cubicBezTo>
                    <a:pt x="294" y="327"/>
                    <a:pt x="294" y="327"/>
                    <a:pt x="294" y="327"/>
                  </a:cubicBezTo>
                  <a:cubicBezTo>
                    <a:pt x="295" y="327"/>
                    <a:pt x="295" y="328"/>
                    <a:pt x="295" y="328"/>
                  </a:cubicBezTo>
                  <a:cubicBezTo>
                    <a:pt x="295" y="328"/>
                    <a:pt x="295" y="328"/>
                    <a:pt x="295" y="328"/>
                  </a:cubicBezTo>
                  <a:cubicBezTo>
                    <a:pt x="295" y="328"/>
                    <a:pt x="295" y="329"/>
                    <a:pt x="295" y="329"/>
                  </a:cubicBezTo>
                  <a:cubicBezTo>
                    <a:pt x="294" y="329"/>
                    <a:pt x="294" y="329"/>
                    <a:pt x="294" y="329"/>
                  </a:cubicBezTo>
                  <a:cubicBezTo>
                    <a:pt x="294" y="329"/>
                    <a:pt x="293" y="329"/>
                    <a:pt x="293" y="329"/>
                  </a:cubicBezTo>
                  <a:cubicBezTo>
                    <a:pt x="293" y="329"/>
                    <a:pt x="293" y="329"/>
                    <a:pt x="292" y="330"/>
                  </a:cubicBezTo>
                  <a:cubicBezTo>
                    <a:pt x="292" y="330"/>
                    <a:pt x="292" y="330"/>
                    <a:pt x="292" y="330"/>
                  </a:cubicBezTo>
                  <a:cubicBezTo>
                    <a:pt x="293" y="330"/>
                    <a:pt x="293" y="330"/>
                    <a:pt x="293" y="331"/>
                  </a:cubicBezTo>
                  <a:cubicBezTo>
                    <a:pt x="293" y="331"/>
                    <a:pt x="293" y="331"/>
                    <a:pt x="293" y="331"/>
                  </a:cubicBezTo>
                  <a:cubicBezTo>
                    <a:pt x="293" y="331"/>
                    <a:pt x="293" y="331"/>
                    <a:pt x="293" y="331"/>
                  </a:cubicBezTo>
                  <a:cubicBezTo>
                    <a:pt x="293" y="331"/>
                    <a:pt x="293" y="331"/>
                    <a:pt x="293" y="331"/>
                  </a:cubicBezTo>
                  <a:cubicBezTo>
                    <a:pt x="293" y="332"/>
                    <a:pt x="293" y="332"/>
                    <a:pt x="293" y="332"/>
                  </a:cubicBezTo>
                  <a:cubicBezTo>
                    <a:pt x="293" y="333"/>
                    <a:pt x="293" y="333"/>
                    <a:pt x="293" y="333"/>
                  </a:cubicBezTo>
                  <a:cubicBezTo>
                    <a:pt x="293" y="333"/>
                    <a:pt x="293" y="333"/>
                    <a:pt x="293" y="333"/>
                  </a:cubicBezTo>
                  <a:cubicBezTo>
                    <a:pt x="293" y="333"/>
                    <a:pt x="292" y="334"/>
                    <a:pt x="292" y="334"/>
                  </a:cubicBezTo>
                  <a:cubicBezTo>
                    <a:pt x="292" y="334"/>
                    <a:pt x="291" y="334"/>
                    <a:pt x="291" y="334"/>
                  </a:cubicBezTo>
                  <a:cubicBezTo>
                    <a:pt x="291" y="334"/>
                    <a:pt x="291" y="334"/>
                    <a:pt x="291" y="334"/>
                  </a:cubicBezTo>
                  <a:cubicBezTo>
                    <a:pt x="291" y="334"/>
                    <a:pt x="290" y="335"/>
                    <a:pt x="290" y="335"/>
                  </a:cubicBezTo>
                  <a:cubicBezTo>
                    <a:pt x="290" y="335"/>
                    <a:pt x="290" y="335"/>
                    <a:pt x="290" y="336"/>
                  </a:cubicBezTo>
                  <a:cubicBezTo>
                    <a:pt x="290" y="336"/>
                    <a:pt x="290" y="336"/>
                    <a:pt x="291" y="336"/>
                  </a:cubicBezTo>
                  <a:cubicBezTo>
                    <a:pt x="291" y="336"/>
                    <a:pt x="291" y="336"/>
                    <a:pt x="291" y="336"/>
                  </a:cubicBezTo>
                  <a:cubicBezTo>
                    <a:pt x="292" y="336"/>
                    <a:pt x="292" y="336"/>
                    <a:pt x="293" y="336"/>
                  </a:cubicBezTo>
                  <a:cubicBezTo>
                    <a:pt x="293" y="336"/>
                    <a:pt x="293" y="336"/>
                    <a:pt x="293" y="336"/>
                  </a:cubicBezTo>
                  <a:cubicBezTo>
                    <a:pt x="293" y="336"/>
                    <a:pt x="293" y="336"/>
                    <a:pt x="294" y="336"/>
                  </a:cubicBezTo>
                  <a:cubicBezTo>
                    <a:pt x="294" y="335"/>
                    <a:pt x="295" y="335"/>
                    <a:pt x="295" y="334"/>
                  </a:cubicBezTo>
                  <a:cubicBezTo>
                    <a:pt x="296" y="334"/>
                    <a:pt x="296" y="333"/>
                    <a:pt x="296" y="333"/>
                  </a:cubicBezTo>
                  <a:cubicBezTo>
                    <a:pt x="297" y="332"/>
                    <a:pt x="297" y="332"/>
                    <a:pt x="297" y="332"/>
                  </a:cubicBezTo>
                  <a:cubicBezTo>
                    <a:pt x="298" y="332"/>
                    <a:pt x="298" y="333"/>
                    <a:pt x="299" y="333"/>
                  </a:cubicBezTo>
                  <a:cubicBezTo>
                    <a:pt x="299" y="333"/>
                    <a:pt x="299" y="333"/>
                    <a:pt x="299" y="333"/>
                  </a:cubicBezTo>
                  <a:cubicBezTo>
                    <a:pt x="299" y="333"/>
                    <a:pt x="300" y="333"/>
                    <a:pt x="300" y="333"/>
                  </a:cubicBezTo>
                  <a:cubicBezTo>
                    <a:pt x="300" y="333"/>
                    <a:pt x="300" y="333"/>
                    <a:pt x="300" y="334"/>
                  </a:cubicBezTo>
                  <a:cubicBezTo>
                    <a:pt x="301" y="334"/>
                    <a:pt x="301" y="334"/>
                    <a:pt x="301" y="334"/>
                  </a:cubicBezTo>
                  <a:cubicBezTo>
                    <a:pt x="301" y="334"/>
                    <a:pt x="302" y="334"/>
                    <a:pt x="302" y="334"/>
                  </a:cubicBezTo>
                  <a:cubicBezTo>
                    <a:pt x="302" y="334"/>
                    <a:pt x="302" y="334"/>
                    <a:pt x="303" y="334"/>
                  </a:cubicBezTo>
                  <a:cubicBezTo>
                    <a:pt x="303" y="334"/>
                    <a:pt x="303" y="335"/>
                    <a:pt x="304" y="335"/>
                  </a:cubicBezTo>
                  <a:cubicBezTo>
                    <a:pt x="304" y="335"/>
                    <a:pt x="305" y="335"/>
                    <a:pt x="305" y="335"/>
                  </a:cubicBezTo>
                  <a:cubicBezTo>
                    <a:pt x="305" y="335"/>
                    <a:pt x="306" y="335"/>
                    <a:pt x="306" y="336"/>
                  </a:cubicBezTo>
                  <a:cubicBezTo>
                    <a:pt x="306" y="336"/>
                    <a:pt x="306" y="336"/>
                    <a:pt x="307" y="336"/>
                  </a:cubicBezTo>
                  <a:cubicBezTo>
                    <a:pt x="307" y="336"/>
                    <a:pt x="307" y="336"/>
                    <a:pt x="308" y="336"/>
                  </a:cubicBezTo>
                  <a:cubicBezTo>
                    <a:pt x="308" y="336"/>
                    <a:pt x="308" y="336"/>
                    <a:pt x="308" y="336"/>
                  </a:cubicBezTo>
                  <a:cubicBezTo>
                    <a:pt x="309" y="336"/>
                    <a:pt x="309" y="336"/>
                    <a:pt x="309" y="336"/>
                  </a:cubicBezTo>
                  <a:cubicBezTo>
                    <a:pt x="310" y="336"/>
                    <a:pt x="311" y="336"/>
                    <a:pt x="311" y="336"/>
                  </a:cubicBezTo>
                  <a:cubicBezTo>
                    <a:pt x="311" y="336"/>
                    <a:pt x="311" y="336"/>
                    <a:pt x="311" y="336"/>
                  </a:cubicBezTo>
                  <a:cubicBezTo>
                    <a:pt x="312" y="336"/>
                    <a:pt x="312" y="336"/>
                    <a:pt x="312" y="336"/>
                  </a:cubicBezTo>
                  <a:cubicBezTo>
                    <a:pt x="313" y="335"/>
                    <a:pt x="313" y="335"/>
                    <a:pt x="313" y="335"/>
                  </a:cubicBezTo>
                  <a:cubicBezTo>
                    <a:pt x="313" y="335"/>
                    <a:pt x="313" y="335"/>
                    <a:pt x="313" y="335"/>
                  </a:cubicBezTo>
                  <a:close/>
                  <a:moveTo>
                    <a:pt x="354" y="327"/>
                  </a:moveTo>
                  <a:cubicBezTo>
                    <a:pt x="354" y="327"/>
                    <a:pt x="354" y="327"/>
                    <a:pt x="354" y="327"/>
                  </a:cubicBezTo>
                  <a:cubicBezTo>
                    <a:pt x="354" y="326"/>
                    <a:pt x="353" y="326"/>
                    <a:pt x="354" y="326"/>
                  </a:cubicBezTo>
                  <a:cubicBezTo>
                    <a:pt x="354" y="326"/>
                    <a:pt x="354" y="325"/>
                    <a:pt x="354" y="325"/>
                  </a:cubicBezTo>
                  <a:cubicBezTo>
                    <a:pt x="354" y="325"/>
                    <a:pt x="354" y="325"/>
                    <a:pt x="354" y="325"/>
                  </a:cubicBezTo>
                  <a:cubicBezTo>
                    <a:pt x="354" y="325"/>
                    <a:pt x="353" y="325"/>
                    <a:pt x="353" y="325"/>
                  </a:cubicBezTo>
                  <a:cubicBezTo>
                    <a:pt x="353" y="325"/>
                    <a:pt x="353" y="325"/>
                    <a:pt x="353" y="325"/>
                  </a:cubicBezTo>
                  <a:cubicBezTo>
                    <a:pt x="353" y="325"/>
                    <a:pt x="353" y="325"/>
                    <a:pt x="353" y="325"/>
                  </a:cubicBezTo>
                  <a:cubicBezTo>
                    <a:pt x="352" y="326"/>
                    <a:pt x="352" y="326"/>
                    <a:pt x="352" y="326"/>
                  </a:cubicBezTo>
                  <a:cubicBezTo>
                    <a:pt x="352" y="326"/>
                    <a:pt x="351" y="326"/>
                    <a:pt x="351" y="326"/>
                  </a:cubicBezTo>
                  <a:cubicBezTo>
                    <a:pt x="351" y="326"/>
                    <a:pt x="350" y="326"/>
                    <a:pt x="350" y="325"/>
                  </a:cubicBezTo>
                  <a:cubicBezTo>
                    <a:pt x="350" y="325"/>
                    <a:pt x="350" y="325"/>
                    <a:pt x="350" y="325"/>
                  </a:cubicBezTo>
                  <a:cubicBezTo>
                    <a:pt x="351" y="325"/>
                    <a:pt x="351" y="325"/>
                    <a:pt x="351" y="325"/>
                  </a:cubicBezTo>
                  <a:cubicBezTo>
                    <a:pt x="351" y="325"/>
                    <a:pt x="351" y="325"/>
                    <a:pt x="351" y="325"/>
                  </a:cubicBezTo>
                  <a:cubicBezTo>
                    <a:pt x="351" y="325"/>
                    <a:pt x="352" y="324"/>
                    <a:pt x="352" y="324"/>
                  </a:cubicBezTo>
                  <a:cubicBezTo>
                    <a:pt x="352" y="324"/>
                    <a:pt x="353" y="323"/>
                    <a:pt x="353" y="323"/>
                  </a:cubicBezTo>
                  <a:cubicBezTo>
                    <a:pt x="353" y="323"/>
                    <a:pt x="353" y="322"/>
                    <a:pt x="353" y="322"/>
                  </a:cubicBezTo>
                  <a:cubicBezTo>
                    <a:pt x="353" y="322"/>
                    <a:pt x="353" y="322"/>
                    <a:pt x="353" y="322"/>
                  </a:cubicBezTo>
                  <a:cubicBezTo>
                    <a:pt x="353" y="322"/>
                    <a:pt x="353" y="322"/>
                    <a:pt x="352" y="321"/>
                  </a:cubicBezTo>
                  <a:cubicBezTo>
                    <a:pt x="352" y="321"/>
                    <a:pt x="352" y="320"/>
                    <a:pt x="352" y="320"/>
                  </a:cubicBezTo>
                  <a:cubicBezTo>
                    <a:pt x="352" y="320"/>
                    <a:pt x="351" y="320"/>
                    <a:pt x="351" y="320"/>
                  </a:cubicBezTo>
                  <a:cubicBezTo>
                    <a:pt x="351" y="320"/>
                    <a:pt x="350" y="320"/>
                    <a:pt x="350" y="320"/>
                  </a:cubicBezTo>
                  <a:cubicBezTo>
                    <a:pt x="350" y="320"/>
                    <a:pt x="350" y="320"/>
                    <a:pt x="350" y="320"/>
                  </a:cubicBezTo>
                  <a:cubicBezTo>
                    <a:pt x="349" y="320"/>
                    <a:pt x="349" y="320"/>
                    <a:pt x="349" y="320"/>
                  </a:cubicBezTo>
                  <a:cubicBezTo>
                    <a:pt x="349" y="320"/>
                    <a:pt x="349" y="320"/>
                    <a:pt x="349" y="320"/>
                  </a:cubicBezTo>
                  <a:cubicBezTo>
                    <a:pt x="349" y="320"/>
                    <a:pt x="349" y="319"/>
                    <a:pt x="349" y="319"/>
                  </a:cubicBezTo>
                  <a:cubicBezTo>
                    <a:pt x="349" y="319"/>
                    <a:pt x="349" y="319"/>
                    <a:pt x="349" y="319"/>
                  </a:cubicBezTo>
                  <a:cubicBezTo>
                    <a:pt x="349" y="319"/>
                    <a:pt x="349" y="318"/>
                    <a:pt x="348" y="318"/>
                  </a:cubicBezTo>
                  <a:cubicBezTo>
                    <a:pt x="348" y="318"/>
                    <a:pt x="348" y="318"/>
                    <a:pt x="347" y="318"/>
                  </a:cubicBezTo>
                  <a:cubicBezTo>
                    <a:pt x="347" y="318"/>
                    <a:pt x="347" y="317"/>
                    <a:pt x="346" y="317"/>
                  </a:cubicBezTo>
                  <a:cubicBezTo>
                    <a:pt x="346" y="317"/>
                    <a:pt x="347" y="317"/>
                    <a:pt x="347" y="317"/>
                  </a:cubicBezTo>
                  <a:cubicBezTo>
                    <a:pt x="347" y="316"/>
                    <a:pt x="348" y="316"/>
                    <a:pt x="348" y="316"/>
                  </a:cubicBezTo>
                  <a:cubicBezTo>
                    <a:pt x="348" y="315"/>
                    <a:pt x="348" y="315"/>
                    <a:pt x="348" y="315"/>
                  </a:cubicBezTo>
                  <a:cubicBezTo>
                    <a:pt x="348" y="314"/>
                    <a:pt x="348" y="314"/>
                    <a:pt x="348" y="314"/>
                  </a:cubicBezTo>
                  <a:cubicBezTo>
                    <a:pt x="348" y="314"/>
                    <a:pt x="348" y="314"/>
                    <a:pt x="348" y="313"/>
                  </a:cubicBezTo>
                  <a:cubicBezTo>
                    <a:pt x="348" y="313"/>
                    <a:pt x="348" y="313"/>
                    <a:pt x="348" y="313"/>
                  </a:cubicBezTo>
                  <a:cubicBezTo>
                    <a:pt x="348" y="313"/>
                    <a:pt x="347" y="313"/>
                    <a:pt x="347" y="313"/>
                  </a:cubicBezTo>
                  <a:cubicBezTo>
                    <a:pt x="347" y="313"/>
                    <a:pt x="346" y="312"/>
                    <a:pt x="346" y="312"/>
                  </a:cubicBezTo>
                  <a:cubicBezTo>
                    <a:pt x="346" y="312"/>
                    <a:pt x="346" y="312"/>
                    <a:pt x="346" y="312"/>
                  </a:cubicBezTo>
                  <a:cubicBezTo>
                    <a:pt x="346" y="313"/>
                    <a:pt x="345" y="313"/>
                    <a:pt x="345" y="313"/>
                  </a:cubicBezTo>
                  <a:cubicBezTo>
                    <a:pt x="345" y="313"/>
                    <a:pt x="345" y="313"/>
                    <a:pt x="345" y="314"/>
                  </a:cubicBezTo>
                  <a:cubicBezTo>
                    <a:pt x="345" y="314"/>
                    <a:pt x="345" y="314"/>
                    <a:pt x="345" y="314"/>
                  </a:cubicBezTo>
                  <a:cubicBezTo>
                    <a:pt x="345" y="314"/>
                    <a:pt x="344" y="314"/>
                    <a:pt x="344" y="315"/>
                  </a:cubicBezTo>
                  <a:cubicBezTo>
                    <a:pt x="344" y="315"/>
                    <a:pt x="344" y="315"/>
                    <a:pt x="344" y="316"/>
                  </a:cubicBezTo>
                  <a:cubicBezTo>
                    <a:pt x="344" y="316"/>
                    <a:pt x="344" y="316"/>
                    <a:pt x="344" y="316"/>
                  </a:cubicBezTo>
                  <a:cubicBezTo>
                    <a:pt x="343" y="317"/>
                    <a:pt x="343" y="317"/>
                    <a:pt x="343" y="318"/>
                  </a:cubicBezTo>
                  <a:cubicBezTo>
                    <a:pt x="342" y="318"/>
                    <a:pt x="342" y="318"/>
                    <a:pt x="342" y="318"/>
                  </a:cubicBezTo>
                  <a:cubicBezTo>
                    <a:pt x="342" y="318"/>
                    <a:pt x="342" y="318"/>
                    <a:pt x="342" y="318"/>
                  </a:cubicBezTo>
                  <a:cubicBezTo>
                    <a:pt x="342" y="319"/>
                    <a:pt x="341" y="319"/>
                    <a:pt x="341" y="319"/>
                  </a:cubicBezTo>
                  <a:cubicBezTo>
                    <a:pt x="341" y="319"/>
                    <a:pt x="341" y="319"/>
                    <a:pt x="341" y="320"/>
                  </a:cubicBezTo>
                  <a:cubicBezTo>
                    <a:pt x="341" y="320"/>
                    <a:pt x="341" y="320"/>
                    <a:pt x="342" y="320"/>
                  </a:cubicBezTo>
                  <a:cubicBezTo>
                    <a:pt x="342" y="321"/>
                    <a:pt x="342" y="321"/>
                    <a:pt x="342" y="321"/>
                  </a:cubicBezTo>
                  <a:cubicBezTo>
                    <a:pt x="343" y="321"/>
                    <a:pt x="343" y="321"/>
                    <a:pt x="343" y="321"/>
                  </a:cubicBezTo>
                  <a:cubicBezTo>
                    <a:pt x="344" y="321"/>
                    <a:pt x="344" y="321"/>
                    <a:pt x="344" y="321"/>
                  </a:cubicBezTo>
                  <a:cubicBezTo>
                    <a:pt x="344" y="320"/>
                    <a:pt x="344" y="320"/>
                    <a:pt x="345" y="320"/>
                  </a:cubicBezTo>
                  <a:cubicBezTo>
                    <a:pt x="345" y="320"/>
                    <a:pt x="345" y="319"/>
                    <a:pt x="345" y="319"/>
                  </a:cubicBezTo>
                  <a:cubicBezTo>
                    <a:pt x="345" y="319"/>
                    <a:pt x="345" y="319"/>
                    <a:pt x="346" y="319"/>
                  </a:cubicBezTo>
                  <a:cubicBezTo>
                    <a:pt x="346" y="319"/>
                    <a:pt x="347" y="319"/>
                    <a:pt x="347" y="320"/>
                  </a:cubicBezTo>
                  <a:cubicBezTo>
                    <a:pt x="347" y="320"/>
                    <a:pt x="347" y="320"/>
                    <a:pt x="347" y="320"/>
                  </a:cubicBezTo>
                  <a:cubicBezTo>
                    <a:pt x="348" y="320"/>
                    <a:pt x="348" y="320"/>
                    <a:pt x="348" y="320"/>
                  </a:cubicBezTo>
                  <a:cubicBezTo>
                    <a:pt x="348" y="320"/>
                    <a:pt x="348" y="320"/>
                    <a:pt x="348" y="320"/>
                  </a:cubicBezTo>
                  <a:cubicBezTo>
                    <a:pt x="348" y="320"/>
                    <a:pt x="348" y="321"/>
                    <a:pt x="348" y="321"/>
                  </a:cubicBezTo>
                  <a:cubicBezTo>
                    <a:pt x="347" y="321"/>
                    <a:pt x="347" y="321"/>
                    <a:pt x="346" y="321"/>
                  </a:cubicBezTo>
                  <a:cubicBezTo>
                    <a:pt x="346" y="321"/>
                    <a:pt x="345" y="321"/>
                    <a:pt x="345" y="321"/>
                  </a:cubicBezTo>
                  <a:cubicBezTo>
                    <a:pt x="344" y="321"/>
                    <a:pt x="344" y="321"/>
                    <a:pt x="344" y="322"/>
                  </a:cubicBezTo>
                  <a:cubicBezTo>
                    <a:pt x="343" y="322"/>
                    <a:pt x="343" y="322"/>
                    <a:pt x="343" y="322"/>
                  </a:cubicBezTo>
                  <a:cubicBezTo>
                    <a:pt x="342" y="323"/>
                    <a:pt x="342" y="323"/>
                    <a:pt x="342" y="323"/>
                  </a:cubicBezTo>
                  <a:cubicBezTo>
                    <a:pt x="342" y="323"/>
                    <a:pt x="341" y="323"/>
                    <a:pt x="341" y="323"/>
                  </a:cubicBezTo>
                  <a:cubicBezTo>
                    <a:pt x="341" y="323"/>
                    <a:pt x="341" y="323"/>
                    <a:pt x="341" y="323"/>
                  </a:cubicBezTo>
                  <a:cubicBezTo>
                    <a:pt x="341" y="324"/>
                    <a:pt x="341" y="324"/>
                    <a:pt x="341" y="325"/>
                  </a:cubicBezTo>
                  <a:cubicBezTo>
                    <a:pt x="341" y="325"/>
                    <a:pt x="341" y="325"/>
                    <a:pt x="342" y="325"/>
                  </a:cubicBezTo>
                  <a:cubicBezTo>
                    <a:pt x="342" y="325"/>
                    <a:pt x="342" y="325"/>
                    <a:pt x="342" y="325"/>
                  </a:cubicBezTo>
                  <a:cubicBezTo>
                    <a:pt x="342" y="325"/>
                    <a:pt x="342" y="325"/>
                    <a:pt x="342" y="325"/>
                  </a:cubicBezTo>
                  <a:cubicBezTo>
                    <a:pt x="343" y="325"/>
                    <a:pt x="343" y="325"/>
                    <a:pt x="343" y="325"/>
                  </a:cubicBezTo>
                  <a:cubicBezTo>
                    <a:pt x="343" y="326"/>
                    <a:pt x="343" y="326"/>
                    <a:pt x="343" y="326"/>
                  </a:cubicBezTo>
                  <a:cubicBezTo>
                    <a:pt x="342" y="326"/>
                    <a:pt x="342" y="326"/>
                    <a:pt x="342" y="326"/>
                  </a:cubicBezTo>
                  <a:cubicBezTo>
                    <a:pt x="342" y="326"/>
                    <a:pt x="341" y="326"/>
                    <a:pt x="341" y="326"/>
                  </a:cubicBezTo>
                  <a:cubicBezTo>
                    <a:pt x="341" y="326"/>
                    <a:pt x="341" y="326"/>
                    <a:pt x="341" y="327"/>
                  </a:cubicBezTo>
                  <a:cubicBezTo>
                    <a:pt x="341" y="327"/>
                    <a:pt x="341" y="327"/>
                    <a:pt x="341" y="327"/>
                  </a:cubicBezTo>
                  <a:cubicBezTo>
                    <a:pt x="341" y="328"/>
                    <a:pt x="341" y="328"/>
                    <a:pt x="342" y="328"/>
                  </a:cubicBezTo>
                  <a:cubicBezTo>
                    <a:pt x="342" y="328"/>
                    <a:pt x="342" y="328"/>
                    <a:pt x="342" y="328"/>
                  </a:cubicBezTo>
                  <a:cubicBezTo>
                    <a:pt x="343" y="328"/>
                    <a:pt x="343" y="328"/>
                    <a:pt x="343" y="328"/>
                  </a:cubicBezTo>
                  <a:cubicBezTo>
                    <a:pt x="343" y="329"/>
                    <a:pt x="343" y="329"/>
                    <a:pt x="342" y="329"/>
                  </a:cubicBezTo>
                  <a:cubicBezTo>
                    <a:pt x="342" y="329"/>
                    <a:pt x="342" y="329"/>
                    <a:pt x="341" y="329"/>
                  </a:cubicBezTo>
                  <a:cubicBezTo>
                    <a:pt x="341" y="330"/>
                    <a:pt x="340" y="330"/>
                    <a:pt x="340" y="330"/>
                  </a:cubicBezTo>
                  <a:cubicBezTo>
                    <a:pt x="339" y="330"/>
                    <a:pt x="339" y="330"/>
                    <a:pt x="339" y="330"/>
                  </a:cubicBezTo>
                  <a:cubicBezTo>
                    <a:pt x="339" y="330"/>
                    <a:pt x="339" y="331"/>
                    <a:pt x="339" y="331"/>
                  </a:cubicBezTo>
                  <a:cubicBezTo>
                    <a:pt x="339" y="331"/>
                    <a:pt x="339" y="332"/>
                    <a:pt x="340" y="332"/>
                  </a:cubicBezTo>
                  <a:cubicBezTo>
                    <a:pt x="340" y="332"/>
                    <a:pt x="340" y="332"/>
                    <a:pt x="341" y="332"/>
                  </a:cubicBezTo>
                  <a:cubicBezTo>
                    <a:pt x="341" y="332"/>
                    <a:pt x="341" y="332"/>
                    <a:pt x="341" y="332"/>
                  </a:cubicBezTo>
                  <a:cubicBezTo>
                    <a:pt x="341" y="332"/>
                    <a:pt x="341" y="333"/>
                    <a:pt x="341" y="333"/>
                  </a:cubicBezTo>
                  <a:cubicBezTo>
                    <a:pt x="341" y="333"/>
                    <a:pt x="340" y="333"/>
                    <a:pt x="340" y="333"/>
                  </a:cubicBezTo>
                  <a:cubicBezTo>
                    <a:pt x="340" y="334"/>
                    <a:pt x="340" y="334"/>
                    <a:pt x="339" y="335"/>
                  </a:cubicBezTo>
                  <a:cubicBezTo>
                    <a:pt x="339" y="335"/>
                    <a:pt x="339" y="335"/>
                    <a:pt x="339" y="335"/>
                  </a:cubicBezTo>
                  <a:cubicBezTo>
                    <a:pt x="339" y="335"/>
                    <a:pt x="338" y="335"/>
                    <a:pt x="338" y="335"/>
                  </a:cubicBezTo>
                  <a:cubicBezTo>
                    <a:pt x="338" y="335"/>
                    <a:pt x="338" y="335"/>
                    <a:pt x="338" y="335"/>
                  </a:cubicBezTo>
                  <a:cubicBezTo>
                    <a:pt x="337" y="336"/>
                    <a:pt x="337" y="336"/>
                    <a:pt x="337" y="336"/>
                  </a:cubicBezTo>
                  <a:cubicBezTo>
                    <a:pt x="336" y="336"/>
                    <a:pt x="336" y="336"/>
                    <a:pt x="336" y="336"/>
                  </a:cubicBezTo>
                  <a:cubicBezTo>
                    <a:pt x="336" y="336"/>
                    <a:pt x="336" y="336"/>
                    <a:pt x="336" y="336"/>
                  </a:cubicBezTo>
                  <a:cubicBezTo>
                    <a:pt x="336" y="337"/>
                    <a:pt x="337" y="337"/>
                    <a:pt x="337" y="337"/>
                  </a:cubicBezTo>
                  <a:cubicBezTo>
                    <a:pt x="337" y="337"/>
                    <a:pt x="337" y="337"/>
                    <a:pt x="338" y="337"/>
                  </a:cubicBezTo>
                  <a:cubicBezTo>
                    <a:pt x="338" y="337"/>
                    <a:pt x="338" y="337"/>
                    <a:pt x="338" y="337"/>
                  </a:cubicBezTo>
                  <a:cubicBezTo>
                    <a:pt x="339" y="337"/>
                    <a:pt x="339" y="337"/>
                    <a:pt x="340" y="336"/>
                  </a:cubicBezTo>
                  <a:cubicBezTo>
                    <a:pt x="340" y="336"/>
                    <a:pt x="340" y="336"/>
                    <a:pt x="340" y="336"/>
                  </a:cubicBezTo>
                  <a:cubicBezTo>
                    <a:pt x="341" y="336"/>
                    <a:pt x="341" y="336"/>
                    <a:pt x="341" y="335"/>
                  </a:cubicBezTo>
                  <a:cubicBezTo>
                    <a:pt x="341" y="335"/>
                    <a:pt x="341" y="335"/>
                    <a:pt x="342" y="335"/>
                  </a:cubicBezTo>
                  <a:cubicBezTo>
                    <a:pt x="342" y="335"/>
                    <a:pt x="342" y="335"/>
                    <a:pt x="342" y="335"/>
                  </a:cubicBezTo>
                  <a:cubicBezTo>
                    <a:pt x="343" y="334"/>
                    <a:pt x="343" y="335"/>
                    <a:pt x="343" y="335"/>
                  </a:cubicBezTo>
                  <a:cubicBezTo>
                    <a:pt x="343" y="335"/>
                    <a:pt x="343" y="335"/>
                    <a:pt x="343" y="335"/>
                  </a:cubicBezTo>
                  <a:cubicBezTo>
                    <a:pt x="343" y="336"/>
                    <a:pt x="343" y="336"/>
                    <a:pt x="343" y="336"/>
                  </a:cubicBezTo>
                  <a:cubicBezTo>
                    <a:pt x="343" y="336"/>
                    <a:pt x="343" y="336"/>
                    <a:pt x="343" y="336"/>
                  </a:cubicBezTo>
                  <a:cubicBezTo>
                    <a:pt x="344" y="336"/>
                    <a:pt x="344" y="336"/>
                    <a:pt x="344" y="336"/>
                  </a:cubicBezTo>
                  <a:cubicBezTo>
                    <a:pt x="344" y="336"/>
                    <a:pt x="344" y="336"/>
                    <a:pt x="345" y="336"/>
                  </a:cubicBezTo>
                  <a:cubicBezTo>
                    <a:pt x="345" y="336"/>
                    <a:pt x="345" y="336"/>
                    <a:pt x="346" y="336"/>
                  </a:cubicBezTo>
                  <a:cubicBezTo>
                    <a:pt x="346" y="336"/>
                    <a:pt x="347" y="336"/>
                    <a:pt x="347" y="336"/>
                  </a:cubicBezTo>
                  <a:cubicBezTo>
                    <a:pt x="347" y="336"/>
                    <a:pt x="347" y="336"/>
                    <a:pt x="348" y="336"/>
                  </a:cubicBezTo>
                  <a:cubicBezTo>
                    <a:pt x="348" y="336"/>
                    <a:pt x="348" y="336"/>
                    <a:pt x="348" y="336"/>
                  </a:cubicBezTo>
                  <a:cubicBezTo>
                    <a:pt x="349" y="336"/>
                    <a:pt x="349" y="336"/>
                    <a:pt x="350" y="336"/>
                  </a:cubicBezTo>
                  <a:cubicBezTo>
                    <a:pt x="350" y="336"/>
                    <a:pt x="351" y="335"/>
                    <a:pt x="351" y="335"/>
                  </a:cubicBezTo>
                  <a:cubicBezTo>
                    <a:pt x="351" y="334"/>
                    <a:pt x="351" y="334"/>
                    <a:pt x="351" y="334"/>
                  </a:cubicBezTo>
                  <a:cubicBezTo>
                    <a:pt x="351" y="334"/>
                    <a:pt x="351" y="334"/>
                    <a:pt x="351" y="333"/>
                  </a:cubicBezTo>
                  <a:cubicBezTo>
                    <a:pt x="351" y="333"/>
                    <a:pt x="351" y="333"/>
                    <a:pt x="351" y="333"/>
                  </a:cubicBezTo>
                  <a:cubicBezTo>
                    <a:pt x="351" y="333"/>
                    <a:pt x="351" y="332"/>
                    <a:pt x="351" y="332"/>
                  </a:cubicBezTo>
                  <a:cubicBezTo>
                    <a:pt x="351" y="332"/>
                    <a:pt x="351" y="332"/>
                    <a:pt x="352" y="331"/>
                  </a:cubicBezTo>
                  <a:cubicBezTo>
                    <a:pt x="352" y="331"/>
                    <a:pt x="352" y="331"/>
                    <a:pt x="352" y="331"/>
                  </a:cubicBezTo>
                  <a:cubicBezTo>
                    <a:pt x="352" y="331"/>
                    <a:pt x="351" y="330"/>
                    <a:pt x="351" y="330"/>
                  </a:cubicBezTo>
                  <a:cubicBezTo>
                    <a:pt x="351" y="330"/>
                    <a:pt x="351" y="330"/>
                    <a:pt x="350" y="330"/>
                  </a:cubicBezTo>
                  <a:cubicBezTo>
                    <a:pt x="350" y="330"/>
                    <a:pt x="350" y="330"/>
                    <a:pt x="349" y="330"/>
                  </a:cubicBezTo>
                  <a:cubicBezTo>
                    <a:pt x="349" y="330"/>
                    <a:pt x="348" y="331"/>
                    <a:pt x="347" y="331"/>
                  </a:cubicBezTo>
                  <a:cubicBezTo>
                    <a:pt x="347" y="331"/>
                    <a:pt x="346" y="331"/>
                    <a:pt x="346" y="331"/>
                  </a:cubicBezTo>
                  <a:cubicBezTo>
                    <a:pt x="345" y="331"/>
                    <a:pt x="345" y="331"/>
                    <a:pt x="344" y="331"/>
                  </a:cubicBezTo>
                  <a:cubicBezTo>
                    <a:pt x="344" y="332"/>
                    <a:pt x="344" y="332"/>
                    <a:pt x="344" y="331"/>
                  </a:cubicBezTo>
                  <a:cubicBezTo>
                    <a:pt x="344" y="331"/>
                    <a:pt x="344" y="331"/>
                    <a:pt x="344" y="331"/>
                  </a:cubicBezTo>
                  <a:cubicBezTo>
                    <a:pt x="344" y="331"/>
                    <a:pt x="344" y="331"/>
                    <a:pt x="344" y="331"/>
                  </a:cubicBezTo>
                  <a:cubicBezTo>
                    <a:pt x="344" y="330"/>
                    <a:pt x="344" y="330"/>
                    <a:pt x="344" y="330"/>
                  </a:cubicBezTo>
                  <a:cubicBezTo>
                    <a:pt x="345" y="330"/>
                    <a:pt x="345" y="330"/>
                    <a:pt x="345" y="330"/>
                  </a:cubicBezTo>
                  <a:cubicBezTo>
                    <a:pt x="346" y="330"/>
                    <a:pt x="346" y="330"/>
                    <a:pt x="347" y="330"/>
                  </a:cubicBezTo>
                  <a:cubicBezTo>
                    <a:pt x="347" y="330"/>
                    <a:pt x="348" y="330"/>
                    <a:pt x="348" y="330"/>
                  </a:cubicBezTo>
                  <a:cubicBezTo>
                    <a:pt x="348" y="329"/>
                    <a:pt x="349" y="329"/>
                    <a:pt x="349" y="329"/>
                  </a:cubicBezTo>
                  <a:cubicBezTo>
                    <a:pt x="349" y="329"/>
                    <a:pt x="349" y="329"/>
                    <a:pt x="349" y="328"/>
                  </a:cubicBezTo>
                  <a:cubicBezTo>
                    <a:pt x="350" y="328"/>
                    <a:pt x="350" y="328"/>
                    <a:pt x="350" y="328"/>
                  </a:cubicBezTo>
                  <a:cubicBezTo>
                    <a:pt x="350" y="328"/>
                    <a:pt x="350" y="328"/>
                    <a:pt x="350" y="328"/>
                  </a:cubicBezTo>
                  <a:cubicBezTo>
                    <a:pt x="350" y="327"/>
                    <a:pt x="350" y="327"/>
                    <a:pt x="351" y="327"/>
                  </a:cubicBezTo>
                  <a:cubicBezTo>
                    <a:pt x="351" y="327"/>
                    <a:pt x="351" y="327"/>
                    <a:pt x="351" y="327"/>
                  </a:cubicBezTo>
                  <a:cubicBezTo>
                    <a:pt x="351" y="328"/>
                    <a:pt x="352" y="328"/>
                    <a:pt x="352" y="328"/>
                  </a:cubicBezTo>
                  <a:cubicBezTo>
                    <a:pt x="352" y="328"/>
                    <a:pt x="352" y="328"/>
                    <a:pt x="353" y="328"/>
                  </a:cubicBezTo>
                  <a:cubicBezTo>
                    <a:pt x="353" y="328"/>
                    <a:pt x="353" y="328"/>
                    <a:pt x="353" y="328"/>
                  </a:cubicBezTo>
                  <a:cubicBezTo>
                    <a:pt x="353" y="328"/>
                    <a:pt x="354" y="327"/>
                    <a:pt x="354" y="327"/>
                  </a:cubicBezTo>
                  <a:cubicBezTo>
                    <a:pt x="354" y="327"/>
                    <a:pt x="354" y="327"/>
                    <a:pt x="354" y="327"/>
                  </a:cubicBezTo>
                  <a:close/>
                  <a:moveTo>
                    <a:pt x="357" y="318"/>
                  </a:moveTo>
                  <a:cubicBezTo>
                    <a:pt x="357" y="317"/>
                    <a:pt x="357" y="315"/>
                    <a:pt x="356" y="314"/>
                  </a:cubicBezTo>
                  <a:cubicBezTo>
                    <a:pt x="356" y="314"/>
                    <a:pt x="356" y="313"/>
                    <a:pt x="356" y="313"/>
                  </a:cubicBezTo>
                  <a:cubicBezTo>
                    <a:pt x="356" y="313"/>
                    <a:pt x="356" y="313"/>
                    <a:pt x="355" y="313"/>
                  </a:cubicBezTo>
                  <a:cubicBezTo>
                    <a:pt x="355" y="313"/>
                    <a:pt x="355" y="313"/>
                    <a:pt x="355" y="313"/>
                  </a:cubicBezTo>
                  <a:cubicBezTo>
                    <a:pt x="355" y="313"/>
                    <a:pt x="355" y="314"/>
                    <a:pt x="355" y="314"/>
                  </a:cubicBezTo>
                  <a:cubicBezTo>
                    <a:pt x="355" y="314"/>
                    <a:pt x="355" y="315"/>
                    <a:pt x="355" y="316"/>
                  </a:cubicBezTo>
                  <a:cubicBezTo>
                    <a:pt x="355" y="316"/>
                    <a:pt x="355" y="316"/>
                    <a:pt x="355" y="316"/>
                  </a:cubicBezTo>
                  <a:cubicBezTo>
                    <a:pt x="355" y="317"/>
                    <a:pt x="355" y="317"/>
                    <a:pt x="355" y="318"/>
                  </a:cubicBezTo>
                  <a:cubicBezTo>
                    <a:pt x="355" y="318"/>
                    <a:pt x="355" y="319"/>
                    <a:pt x="355" y="320"/>
                  </a:cubicBezTo>
                  <a:cubicBezTo>
                    <a:pt x="355" y="320"/>
                    <a:pt x="355" y="320"/>
                    <a:pt x="355" y="320"/>
                  </a:cubicBezTo>
                  <a:cubicBezTo>
                    <a:pt x="355" y="321"/>
                    <a:pt x="354" y="321"/>
                    <a:pt x="355" y="322"/>
                  </a:cubicBezTo>
                  <a:cubicBezTo>
                    <a:pt x="355" y="322"/>
                    <a:pt x="355" y="323"/>
                    <a:pt x="355" y="323"/>
                  </a:cubicBezTo>
                  <a:cubicBezTo>
                    <a:pt x="355" y="324"/>
                    <a:pt x="355" y="325"/>
                    <a:pt x="355" y="325"/>
                  </a:cubicBezTo>
                  <a:cubicBezTo>
                    <a:pt x="355" y="325"/>
                    <a:pt x="355" y="326"/>
                    <a:pt x="355" y="326"/>
                  </a:cubicBezTo>
                  <a:cubicBezTo>
                    <a:pt x="355" y="327"/>
                    <a:pt x="355" y="328"/>
                    <a:pt x="355" y="328"/>
                  </a:cubicBezTo>
                  <a:cubicBezTo>
                    <a:pt x="355" y="329"/>
                    <a:pt x="355" y="329"/>
                    <a:pt x="355" y="329"/>
                  </a:cubicBezTo>
                  <a:cubicBezTo>
                    <a:pt x="355" y="329"/>
                    <a:pt x="355" y="329"/>
                    <a:pt x="355" y="330"/>
                  </a:cubicBezTo>
                  <a:cubicBezTo>
                    <a:pt x="355" y="330"/>
                    <a:pt x="355" y="330"/>
                    <a:pt x="355" y="331"/>
                  </a:cubicBezTo>
                  <a:cubicBezTo>
                    <a:pt x="355" y="331"/>
                    <a:pt x="355" y="332"/>
                    <a:pt x="355" y="332"/>
                  </a:cubicBezTo>
                  <a:cubicBezTo>
                    <a:pt x="355" y="332"/>
                    <a:pt x="355" y="332"/>
                    <a:pt x="355" y="332"/>
                  </a:cubicBezTo>
                  <a:cubicBezTo>
                    <a:pt x="355" y="333"/>
                    <a:pt x="355" y="333"/>
                    <a:pt x="355" y="333"/>
                  </a:cubicBezTo>
                  <a:cubicBezTo>
                    <a:pt x="355" y="334"/>
                    <a:pt x="355" y="334"/>
                    <a:pt x="355" y="335"/>
                  </a:cubicBezTo>
                  <a:cubicBezTo>
                    <a:pt x="355" y="335"/>
                    <a:pt x="355" y="335"/>
                    <a:pt x="355" y="335"/>
                  </a:cubicBezTo>
                  <a:cubicBezTo>
                    <a:pt x="355" y="335"/>
                    <a:pt x="356" y="335"/>
                    <a:pt x="356" y="335"/>
                  </a:cubicBezTo>
                  <a:cubicBezTo>
                    <a:pt x="356" y="334"/>
                    <a:pt x="356" y="334"/>
                    <a:pt x="356" y="334"/>
                  </a:cubicBezTo>
                  <a:cubicBezTo>
                    <a:pt x="356" y="333"/>
                    <a:pt x="356" y="332"/>
                    <a:pt x="356" y="332"/>
                  </a:cubicBezTo>
                  <a:cubicBezTo>
                    <a:pt x="356" y="332"/>
                    <a:pt x="356" y="332"/>
                    <a:pt x="356" y="332"/>
                  </a:cubicBezTo>
                  <a:cubicBezTo>
                    <a:pt x="356" y="331"/>
                    <a:pt x="356" y="330"/>
                    <a:pt x="356" y="330"/>
                  </a:cubicBezTo>
                  <a:cubicBezTo>
                    <a:pt x="356" y="330"/>
                    <a:pt x="356" y="329"/>
                    <a:pt x="356" y="329"/>
                  </a:cubicBezTo>
                  <a:cubicBezTo>
                    <a:pt x="356" y="329"/>
                    <a:pt x="356" y="329"/>
                    <a:pt x="356" y="328"/>
                  </a:cubicBezTo>
                  <a:cubicBezTo>
                    <a:pt x="356" y="328"/>
                    <a:pt x="356" y="328"/>
                    <a:pt x="356" y="327"/>
                  </a:cubicBezTo>
                  <a:cubicBezTo>
                    <a:pt x="356" y="327"/>
                    <a:pt x="356" y="326"/>
                    <a:pt x="356" y="326"/>
                  </a:cubicBezTo>
                  <a:cubicBezTo>
                    <a:pt x="356" y="326"/>
                    <a:pt x="356" y="326"/>
                    <a:pt x="356" y="326"/>
                  </a:cubicBezTo>
                  <a:cubicBezTo>
                    <a:pt x="356" y="325"/>
                    <a:pt x="356" y="325"/>
                    <a:pt x="356" y="325"/>
                  </a:cubicBezTo>
                  <a:cubicBezTo>
                    <a:pt x="356" y="324"/>
                    <a:pt x="356" y="324"/>
                    <a:pt x="357" y="324"/>
                  </a:cubicBezTo>
                  <a:cubicBezTo>
                    <a:pt x="357" y="323"/>
                    <a:pt x="357" y="323"/>
                    <a:pt x="356" y="323"/>
                  </a:cubicBezTo>
                  <a:cubicBezTo>
                    <a:pt x="356" y="322"/>
                    <a:pt x="356" y="322"/>
                    <a:pt x="356" y="321"/>
                  </a:cubicBezTo>
                  <a:cubicBezTo>
                    <a:pt x="356" y="321"/>
                    <a:pt x="356" y="320"/>
                    <a:pt x="357" y="320"/>
                  </a:cubicBezTo>
                  <a:cubicBezTo>
                    <a:pt x="357" y="320"/>
                    <a:pt x="357" y="320"/>
                    <a:pt x="357" y="320"/>
                  </a:cubicBezTo>
                  <a:cubicBezTo>
                    <a:pt x="357" y="319"/>
                    <a:pt x="357" y="319"/>
                    <a:pt x="357" y="319"/>
                  </a:cubicBezTo>
                  <a:cubicBezTo>
                    <a:pt x="357" y="319"/>
                    <a:pt x="357" y="318"/>
                    <a:pt x="357" y="318"/>
                  </a:cubicBezTo>
                  <a:close/>
                  <a:moveTo>
                    <a:pt x="380" y="332"/>
                  </a:moveTo>
                  <a:cubicBezTo>
                    <a:pt x="380" y="332"/>
                    <a:pt x="380" y="332"/>
                    <a:pt x="380" y="332"/>
                  </a:cubicBezTo>
                  <a:cubicBezTo>
                    <a:pt x="379" y="332"/>
                    <a:pt x="379" y="331"/>
                    <a:pt x="379" y="331"/>
                  </a:cubicBezTo>
                  <a:cubicBezTo>
                    <a:pt x="379" y="330"/>
                    <a:pt x="378" y="330"/>
                    <a:pt x="378" y="330"/>
                  </a:cubicBezTo>
                  <a:cubicBezTo>
                    <a:pt x="378" y="330"/>
                    <a:pt x="377" y="331"/>
                    <a:pt x="378" y="331"/>
                  </a:cubicBezTo>
                  <a:cubicBezTo>
                    <a:pt x="378" y="331"/>
                    <a:pt x="378" y="332"/>
                    <a:pt x="378" y="332"/>
                  </a:cubicBezTo>
                  <a:cubicBezTo>
                    <a:pt x="378" y="333"/>
                    <a:pt x="379" y="333"/>
                    <a:pt x="379" y="333"/>
                  </a:cubicBezTo>
                  <a:cubicBezTo>
                    <a:pt x="379" y="333"/>
                    <a:pt x="379" y="333"/>
                    <a:pt x="379" y="333"/>
                  </a:cubicBezTo>
                  <a:cubicBezTo>
                    <a:pt x="379" y="333"/>
                    <a:pt x="379" y="333"/>
                    <a:pt x="380" y="333"/>
                  </a:cubicBezTo>
                  <a:cubicBezTo>
                    <a:pt x="380" y="333"/>
                    <a:pt x="380" y="333"/>
                    <a:pt x="380" y="332"/>
                  </a:cubicBezTo>
                  <a:close/>
                  <a:moveTo>
                    <a:pt x="388" y="321"/>
                  </a:moveTo>
                  <a:cubicBezTo>
                    <a:pt x="388" y="321"/>
                    <a:pt x="388" y="321"/>
                    <a:pt x="387" y="321"/>
                  </a:cubicBezTo>
                  <a:cubicBezTo>
                    <a:pt x="387" y="321"/>
                    <a:pt x="387" y="321"/>
                    <a:pt x="386" y="321"/>
                  </a:cubicBezTo>
                  <a:cubicBezTo>
                    <a:pt x="386" y="321"/>
                    <a:pt x="386" y="321"/>
                    <a:pt x="386" y="321"/>
                  </a:cubicBezTo>
                  <a:cubicBezTo>
                    <a:pt x="386" y="320"/>
                    <a:pt x="386" y="320"/>
                    <a:pt x="386" y="320"/>
                  </a:cubicBezTo>
                  <a:cubicBezTo>
                    <a:pt x="385" y="320"/>
                    <a:pt x="385" y="320"/>
                    <a:pt x="385" y="320"/>
                  </a:cubicBezTo>
                  <a:cubicBezTo>
                    <a:pt x="385" y="320"/>
                    <a:pt x="385" y="320"/>
                    <a:pt x="385" y="320"/>
                  </a:cubicBezTo>
                  <a:cubicBezTo>
                    <a:pt x="384" y="320"/>
                    <a:pt x="384" y="320"/>
                    <a:pt x="384" y="321"/>
                  </a:cubicBezTo>
                  <a:cubicBezTo>
                    <a:pt x="384" y="321"/>
                    <a:pt x="383" y="322"/>
                    <a:pt x="383" y="322"/>
                  </a:cubicBezTo>
                  <a:cubicBezTo>
                    <a:pt x="383" y="322"/>
                    <a:pt x="383" y="322"/>
                    <a:pt x="383" y="322"/>
                  </a:cubicBezTo>
                  <a:cubicBezTo>
                    <a:pt x="382" y="322"/>
                    <a:pt x="382" y="322"/>
                    <a:pt x="382" y="321"/>
                  </a:cubicBezTo>
                  <a:cubicBezTo>
                    <a:pt x="382" y="321"/>
                    <a:pt x="382" y="321"/>
                    <a:pt x="382" y="321"/>
                  </a:cubicBezTo>
                  <a:cubicBezTo>
                    <a:pt x="381" y="321"/>
                    <a:pt x="381" y="321"/>
                    <a:pt x="381" y="322"/>
                  </a:cubicBezTo>
                  <a:cubicBezTo>
                    <a:pt x="381" y="322"/>
                    <a:pt x="381" y="323"/>
                    <a:pt x="381" y="323"/>
                  </a:cubicBezTo>
                  <a:cubicBezTo>
                    <a:pt x="381" y="324"/>
                    <a:pt x="381" y="324"/>
                    <a:pt x="381" y="324"/>
                  </a:cubicBezTo>
                  <a:cubicBezTo>
                    <a:pt x="381" y="324"/>
                    <a:pt x="381" y="324"/>
                    <a:pt x="381" y="324"/>
                  </a:cubicBezTo>
                  <a:cubicBezTo>
                    <a:pt x="380" y="325"/>
                    <a:pt x="380" y="325"/>
                    <a:pt x="380" y="325"/>
                  </a:cubicBezTo>
                  <a:cubicBezTo>
                    <a:pt x="380" y="325"/>
                    <a:pt x="380" y="324"/>
                    <a:pt x="380" y="324"/>
                  </a:cubicBezTo>
                  <a:cubicBezTo>
                    <a:pt x="380" y="324"/>
                    <a:pt x="379" y="324"/>
                    <a:pt x="379" y="323"/>
                  </a:cubicBezTo>
                  <a:cubicBezTo>
                    <a:pt x="379" y="323"/>
                    <a:pt x="379" y="323"/>
                    <a:pt x="379" y="323"/>
                  </a:cubicBezTo>
                  <a:cubicBezTo>
                    <a:pt x="379" y="323"/>
                    <a:pt x="379" y="323"/>
                    <a:pt x="379" y="323"/>
                  </a:cubicBezTo>
                  <a:cubicBezTo>
                    <a:pt x="379" y="323"/>
                    <a:pt x="380" y="322"/>
                    <a:pt x="380" y="322"/>
                  </a:cubicBezTo>
                  <a:cubicBezTo>
                    <a:pt x="380" y="321"/>
                    <a:pt x="380" y="321"/>
                    <a:pt x="380" y="320"/>
                  </a:cubicBezTo>
                  <a:cubicBezTo>
                    <a:pt x="380" y="320"/>
                    <a:pt x="380" y="320"/>
                    <a:pt x="379" y="320"/>
                  </a:cubicBezTo>
                  <a:cubicBezTo>
                    <a:pt x="379" y="319"/>
                    <a:pt x="379" y="319"/>
                    <a:pt x="379" y="319"/>
                  </a:cubicBezTo>
                  <a:cubicBezTo>
                    <a:pt x="379" y="319"/>
                    <a:pt x="378" y="319"/>
                    <a:pt x="378" y="319"/>
                  </a:cubicBezTo>
                  <a:cubicBezTo>
                    <a:pt x="378" y="320"/>
                    <a:pt x="378" y="319"/>
                    <a:pt x="377" y="319"/>
                  </a:cubicBezTo>
                  <a:cubicBezTo>
                    <a:pt x="377" y="319"/>
                    <a:pt x="377" y="319"/>
                    <a:pt x="377" y="319"/>
                  </a:cubicBezTo>
                  <a:cubicBezTo>
                    <a:pt x="378" y="319"/>
                    <a:pt x="378" y="319"/>
                    <a:pt x="378" y="319"/>
                  </a:cubicBezTo>
                  <a:cubicBezTo>
                    <a:pt x="379" y="319"/>
                    <a:pt x="379" y="318"/>
                    <a:pt x="379" y="318"/>
                  </a:cubicBezTo>
                  <a:cubicBezTo>
                    <a:pt x="379" y="318"/>
                    <a:pt x="380" y="318"/>
                    <a:pt x="380" y="318"/>
                  </a:cubicBezTo>
                  <a:cubicBezTo>
                    <a:pt x="380" y="318"/>
                    <a:pt x="380" y="318"/>
                    <a:pt x="381" y="318"/>
                  </a:cubicBezTo>
                  <a:cubicBezTo>
                    <a:pt x="381" y="317"/>
                    <a:pt x="381" y="317"/>
                    <a:pt x="381" y="316"/>
                  </a:cubicBezTo>
                  <a:cubicBezTo>
                    <a:pt x="381" y="316"/>
                    <a:pt x="381" y="315"/>
                    <a:pt x="380" y="315"/>
                  </a:cubicBezTo>
                  <a:cubicBezTo>
                    <a:pt x="380" y="315"/>
                    <a:pt x="380" y="315"/>
                    <a:pt x="380" y="315"/>
                  </a:cubicBezTo>
                  <a:cubicBezTo>
                    <a:pt x="380" y="315"/>
                    <a:pt x="379" y="315"/>
                    <a:pt x="380" y="315"/>
                  </a:cubicBezTo>
                  <a:cubicBezTo>
                    <a:pt x="380" y="315"/>
                    <a:pt x="380" y="315"/>
                    <a:pt x="380" y="315"/>
                  </a:cubicBezTo>
                  <a:cubicBezTo>
                    <a:pt x="380" y="315"/>
                    <a:pt x="380" y="315"/>
                    <a:pt x="380" y="315"/>
                  </a:cubicBezTo>
                  <a:cubicBezTo>
                    <a:pt x="380" y="315"/>
                    <a:pt x="380" y="316"/>
                    <a:pt x="379" y="316"/>
                  </a:cubicBezTo>
                  <a:cubicBezTo>
                    <a:pt x="379" y="316"/>
                    <a:pt x="379" y="316"/>
                    <a:pt x="378" y="316"/>
                  </a:cubicBezTo>
                  <a:cubicBezTo>
                    <a:pt x="377" y="317"/>
                    <a:pt x="377" y="317"/>
                    <a:pt x="376" y="317"/>
                  </a:cubicBezTo>
                  <a:cubicBezTo>
                    <a:pt x="376" y="317"/>
                    <a:pt x="375" y="317"/>
                    <a:pt x="375" y="318"/>
                  </a:cubicBezTo>
                  <a:cubicBezTo>
                    <a:pt x="375" y="318"/>
                    <a:pt x="375" y="318"/>
                    <a:pt x="375" y="318"/>
                  </a:cubicBezTo>
                  <a:cubicBezTo>
                    <a:pt x="375" y="318"/>
                    <a:pt x="374" y="318"/>
                    <a:pt x="374" y="318"/>
                  </a:cubicBezTo>
                  <a:cubicBezTo>
                    <a:pt x="374" y="318"/>
                    <a:pt x="374" y="318"/>
                    <a:pt x="374" y="318"/>
                  </a:cubicBezTo>
                  <a:cubicBezTo>
                    <a:pt x="374" y="318"/>
                    <a:pt x="373" y="318"/>
                    <a:pt x="373" y="318"/>
                  </a:cubicBezTo>
                  <a:cubicBezTo>
                    <a:pt x="373" y="318"/>
                    <a:pt x="373" y="318"/>
                    <a:pt x="373" y="318"/>
                  </a:cubicBezTo>
                  <a:cubicBezTo>
                    <a:pt x="373" y="318"/>
                    <a:pt x="372" y="318"/>
                    <a:pt x="372" y="317"/>
                  </a:cubicBezTo>
                  <a:cubicBezTo>
                    <a:pt x="371" y="317"/>
                    <a:pt x="371" y="317"/>
                    <a:pt x="370" y="317"/>
                  </a:cubicBezTo>
                  <a:cubicBezTo>
                    <a:pt x="370" y="317"/>
                    <a:pt x="370" y="317"/>
                    <a:pt x="370" y="317"/>
                  </a:cubicBezTo>
                  <a:cubicBezTo>
                    <a:pt x="370" y="317"/>
                    <a:pt x="370" y="317"/>
                    <a:pt x="370" y="317"/>
                  </a:cubicBezTo>
                  <a:cubicBezTo>
                    <a:pt x="370" y="318"/>
                    <a:pt x="370" y="318"/>
                    <a:pt x="370" y="318"/>
                  </a:cubicBezTo>
                  <a:cubicBezTo>
                    <a:pt x="370" y="318"/>
                    <a:pt x="370" y="318"/>
                    <a:pt x="370" y="318"/>
                  </a:cubicBezTo>
                  <a:cubicBezTo>
                    <a:pt x="370" y="319"/>
                    <a:pt x="370" y="319"/>
                    <a:pt x="371" y="319"/>
                  </a:cubicBezTo>
                  <a:cubicBezTo>
                    <a:pt x="371" y="319"/>
                    <a:pt x="371" y="319"/>
                    <a:pt x="371" y="319"/>
                  </a:cubicBezTo>
                  <a:cubicBezTo>
                    <a:pt x="371" y="320"/>
                    <a:pt x="371" y="320"/>
                    <a:pt x="372" y="320"/>
                  </a:cubicBezTo>
                  <a:cubicBezTo>
                    <a:pt x="372" y="320"/>
                    <a:pt x="372" y="320"/>
                    <a:pt x="373" y="320"/>
                  </a:cubicBezTo>
                  <a:cubicBezTo>
                    <a:pt x="373" y="320"/>
                    <a:pt x="373" y="321"/>
                    <a:pt x="373" y="321"/>
                  </a:cubicBezTo>
                  <a:cubicBezTo>
                    <a:pt x="373" y="321"/>
                    <a:pt x="373" y="321"/>
                    <a:pt x="373" y="321"/>
                  </a:cubicBezTo>
                  <a:cubicBezTo>
                    <a:pt x="372" y="322"/>
                    <a:pt x="372" y="322"/>
                    <a:pt x="372" y="322"/>
                  </a:cubicBezTo>
                  <a:cubicBezTo>
                    <a:pt x="372" y="322"/>
                    <a:pt x="372" y="323"/>
                    <a:pt x="372" y="323"/>
                  </a:cubicBezTo>
                  <a:cubicBezTo>
                    <a:pt x="372" y="323"/>
                    <a:pt x="372" y="323"/>
                    <a:pt x="372" y="323"/>
                  </a:cubicBezTo>
                  <a:cubicBezTo>
                    <a:pt x="372" y="323"/>
                    <a:pt x="372" y="323"/>
                    <a:pt x="372" y="323"/>
                  </a:cubicBezTo>
                  <a:cubicBezTo>
                    <a:pt x="372" y="323"/>
                    <a:pt x="372" y="323"/>
                    <a:pt x="372" y="323"/>
                  </a:cubicBezTo>
                  <a:cubicBezTo>
                    <a:pt x="373" y="324"/>
                    <a:pt x="373" y="324"/>
                    <a:pt x="373" y="323"/>
                  </a:cubicBezTo>
                  <a:cubicBezTo>
                    <a:pt x="374" y="323"/>
                    <a:pt x="374" y="323"/>
                    <a:pt x="374" y="323"/>
                  </a:cubicBezTo>
                  <a:cubicBezTo>
                    <a:pt x="374" y="323"/>
                    <a:pt x="375" y="323"/>
                    <a:pt x="375" y="324"/>
                  </a:cubicBezTo>
                  <a:cubicBezTo>
                    <a:pt x="375" y="324"/>
                    <a:pt x="375" y="324"/>
                    <a:pt x="375" y="324"/>
                  </a:cubicBezTo>
                  <a:cubicBezTo>
                    <a:pt x="375" y="324"/>
                    <a:pt x="375" y="324"/>
                    <a:pt x="375" y="324"/>
                  </a:cubicBezTo>
                  <a:cubicBezTo>
                    <a:pt x="375" y="324"/>
                    <a:pt x="374" y="324"/>
                    <a:pt x="374" y="325"/>
                  </a:cubicBezTo>
                  <a:cubicBezTo>
                    <a:pt x="374" y="325"/>
                    <a:pt x="374" y="325"/>
                    <a:pt x="374" y="325"/>
                  </a:cubicBezTo>
                  <a:cubicBezTo>
                    <a:pt x="374" y="325"/>
                    <a:pt x="373" y="326"/>
                    <a:pt x="373" y="326"/>
                  </a:cubicBezTo>
                  <a:cubicBezTo>
                    <a:pt x="372" y="326"/>
                    <a:pt x="372" y="326"/>
                    <a:pt x="372" y="326"/>
                  </a:cubicBezTo>
                  <a:cubicBezTo>
                    <a:pt x="371" y="327"/>
                    <a:pt x="370" y="327"/>
                    <a:pt x="370" y="327"/>
                  </a:cubicBezTo>
                  <a:cubicBezTo>
                    <a:pt x="369" y="327"/>
                    <a:pt x="368" y="327"/>
                    <a:pt x="368" y="327"/>
                  </a:cubicBezTo>
                  <a:cubicBezTo>
                    <a:pt x="368" y="327"/>
                    <a:pt x="368" y="327"/>
                    <a:pt x="368" y="327"/>
                  </a:cubicBezTo>
                  <a:cubicBezTo>
                    <a:pt x="368" y="327"/>
                    <a:pt x="368" y="328"/>
                    <a:pt x="368" y="328"/>
                  </a:cubicBezTo>
                  <a:cubicBezTo>
                    <a:pt x="368" y="328"/>
                    <a:pt x="368" y="328"/>
                    <a:pt x="368" y="328"/>
                  </a:cubicBezTo>
                  <a:cubicBezTo>
                    <a:pt x="368" y="328"/>
                    <a:pt x="369" y="328"/>
                    <a:pt x="369" y="328"/>
                  </a:cubicBezTo>
                  <a:cubicBezTo>
                    <a:pt x="369" y="328"/>
                    <a:pt x="370" y="328"/>
                    <a:pt x="370" y="328"/>
                  </a:cubicBezTo>
                  <a:cubicBezTo>
                    <a:pt x="370" y="328"/>
                    <a:pt x="371" y="328"/>
                    <a:pt x="371" y="328"/>
                  </a:cubicBezTo>
                  <a:cubicBezTo>
                    <a:pt x="372" y="328"/>
                    <a:pt x="372" y="328"/>
                    <a:pt x="373" y="328"/>
                  </a:cubicBezTo>
                  <a:cubicBezTo>
                    <a:pt x="373" y="328"/>
                    <a:pt x="373" y="328"/>
                    <a:pt x="374" y="328"/>
                  </a:cubicBezTo>
                  <a:cubicBezTo>
                    <a:pt x="374" y="328"/>
                    <a:pt x="374" y="328"/>
                    <a:pt x="374" y="329"/>
                  </a:cubicBezTo>
                  <a:cubicBezTo>
                    <a:pt x="374" y="329"/>
                    <a:pt x="373" y="329"/>
                    <a:pt x="373" y="329"/>
                  </a:cubicBezTo>
                  <a:cubicBezTo>
                    <a:pt x="372" y="330"/>
                    <a:pt x="371" y="330"/>
                    <a:pt x="370" y="331"/>
                  </a:cubicBezTo>
                  <a:cubicBezTo>
                    <a:pt x="369" y="331"/>
                    <a:pt x="368" y="331"/>
                    <a:pt x="367" y="331"/>
                  </a:cubicBezTo>
                  <a:cubicBezTo>
                    <a:pt x="367" y="331"/>
                    <a:pt x="367" y="331"/>
                    <a:pt x="367" y="332"/>
                  </a:cubicBezTo>
                  <a:cubicBezTo>
                    <a:pt x="367" y="332"/>
                    <a:pt x="367" y="332"/>
                    <a:pt x="367" y="332"/>
                  </a:cubicBezTo>
                  <a:cubicBezTo>
                    <a:pt x="367" y="333"/>
                    <a:pt x="367" y="333"/>
                    <a:pt x="368" y="333"/>
                  </a:cubicBezTo>
                  <a:cubicBezTo>
                    <a:pt x="368" y="333"/>
                    <a:pt x="368" y="333"/>
                    <a:pt x="368" y="333"/>
                  </a:cubicBezTo>
                  <a:cubicBezTo>
                    <a:pt x="369" y="333"/>
                    <a:pt x="369" y="333"/>
                    <a:pt x="369" y="332"/>
                  </a:cubicBezTo>
                  <a:cubicBezTo>
                    <a:pt x="370" y="332"/>
                    <a:pt x="370" y="332"/>
                    <a:pt x="370" y="332"/>
                  </a:cubicBezTo>
                  <a:cubicBezTo>
                    <a:pt x="371" y="332"/>
                    <a:pt x="371" y="333"/>
                    <a:pt x="371" y="333"/>
                  </a:cubicBezTo>
                  <a:cubicBezTo>
                    <a:pt x="371" y="333"/>
                    <a:pt x="371" y="333"/>
                    <a:pt x="371" y="333"/>
                  </a:cubicBezTo>
                  <a:cubicBezTo>
                    <a:pt x="371" y="334"/>
                    <a:pt x="371" y="334"/>
                    <a:pt x="371" y="334"/>
                  </a:cubicBezTo>
                  <a:cubicBezTo>
                    <a:pt x="371" y="335"/>
                    <a:pt x="371" y="335"/>
                    <a:pt x="371" y="335"/>
                  </a:cubicBezTo>
                  <a:cubicBezTo>
                    <a:pt x="371" y="335"/>
                    <a:pt x="372" y="335"/>
                    <a:pt x="372" y="334"/>
                  </a:cubicBezTo>
                  <a:cubicBezTo>
                    <a:pt x="372" y="334"/>
                    <a:pt x="372" y="334"/>
                    <a:pt x="372" y="334"/>
                  </a:cubicBezTo>
                  <a:cubicBezTo>
                    <a:pt x="372" y="334"/>
                    <a:pt x="372" y="334"/>
                    <a:pt x="372" y="333"/>
                  </a:cubicBezTo>
                  <a:cubicBezTo>
                    <a:pt x="372" y="333"/>
                    <a:pt x="372" y="333"/>
                    <a:pt x="372" y="333"/>
                  </a:cubicBezTo>
                  <a:cubicBezTo>
                    <a:pt x="372" y="333"/>
                    <a:pt x="372" y="332"/>
                    <a:pt x="372" y="332"/>
                  </a:cubicBezTo>
                  <a:cubicBezTo>
                    <a:pt x="372" y="332"/>
                    <a:pt x="372" y="332"/>
                    <a:pt x="372" y="332"/>
                  </a:cubicBezTo>
                  <a:cubicBezTo>
                    <a:pt x="373" y="331"/>
                    <a:pt x="373" y="331"/>
                    <a:pt x="374" y="331"/>
                  </a:cubicBezTo>
                  <a:cubicBezTo>
                    <a:pt x="374" y="331"/>
                    <a:pt x="374" y="332"/>
                    <a:pt x="374" y="332"/>
                  </a:cubicBezTo>
                  <a:cubicBezTo>
                    <a:pt x="374" y="332"/>
                    <a:pt x="374" y="332"/>
                    <a:pt x="374" y="332"/>
                  </a:cubicBezTo>
                  <a:cubicBezTo>
                    <a:pt x="374" y="333"/>
                    <a:pt x="374" y="333"/>
                    <a:pt x="374" y="333"/>
                  </a:cubicBezTo>
                  <a:cubicBezTo>
                    <a:pt x="374" y="334"/>
                    <a:pt x="374" y="334"/>
                    <a:pt x="374" y="334"/>
                  </a:cubicBezTo>
                  <a:cubicBezTo>
                    <a:pt x="373" y="334"/>
                    <a:pt x="373" y="335"/>
                    <a:pt x="374" y="335"/>
                  </a:cubicBezTo>
                  <a:cubicBezTo>
                    <a:pt x="374" y="335"/>
                    <a:pt x="374" y="335"/>
                    <a:pt x="374" y="336"/>
                  </a:cubicBezTo>
                  <a:cubicBezTo>
                    <a:pt x="374" y="336"/>
                    <a:pt x="374" y="336"/>
                    <a:pt x="374" y="336"/>
                  </a:cubicBezTo>
                  <a:cubicBezTo>
                    <a:pt x="375" y="336"/>
                    <a:pt x="375" y="335"/>
                    <a:pt x="375" y="335"/>
                  </a:cubicBezTo>
                  <a:cubicBezTo>
                    <a:pt x="375" y="335"/>
                    <a:pt x="375" y="334"/>
                    <a:pt x="376" y="334"/>
                  </a:cubicBezTo>
                  <a:cubicBezTo>
                    <a:pt x="376" y="333"/>
                    <a:pt x="376" y="333"/>
                    <a:pt x="376" y="332"/>
                  </a:cubicBezTo>
                  <a:cubicBezTo>
                    <a:pt x="376" y="332"/>
                    <a:pt x="376" y="332"/>
                    <a:pt x="376" y="332"/>
                  </a:cubicBezTo>
                  <a:cubicBezTo>
                    <a:pt x="376" y="332"/>
                    <a:pt x="376" y="331"/>
                    <a:pt x="376" y="331"/>
                  </a:cubicBezTo>
                  <a:cubicBezTo>
                    <a:pt x="376" y="331"/>
                    <a:pt x="376" y="330"/>
                    <a:pt x="376" y="330"/>
                  </a:cubicBezTo>
                  <a:cubicBezTo>
                    <a:pt x="377" y="330"/>
                    <a:pt x="377" y="330"/>
                    <a:pt x="377" y="330"/>
                  </a:cubicBezTo>
                  <a:cubicBezTo>
                    <a:pt x="377" y="330"/>
                    <a:pt x="377" y="330"/>
                    <a:pt x="378" y="329"/>
                  </a:cubicBezTo>
                  <a:cubicBezTo>
                    <a:pt x="378" y="329"/>
                    <a:pt x="379" y="329"/>
                    <a:pt x="379" y="329"/>
                  </a:cubicBezTo>
                  <a:cubicBezTo>
                    <a:pt x="380" y="329"/>
                    <a:pt x="380" y="329"/>
                    <a:pt x="380" y="329"/>
                  </a:cubicBezTo>
                  <a:cubicBezTo>
                    <a:pt x="380" y="328"/>
                    <a:pt x="380" y="328"/>
                    <a:pt x="380" y="328"/>
                  </a:cubicBezTo>
                  <a:cubicBezTo>
                    <a:pt x="380" y="328"/>
                    <a:pt x="379" y="328"/>
                    <a:pt x="379" y="327"/>
                  </a:cubicBezTo>
                  <a:cubicBezTo>
                    <a:pt x="379" y="327"/>
                    <a:pt x="379" y="327"/>
                    <a:pt x="378" y="327"/>
                  </a:cubicBezTo>
                  <a:cubicBezTo>
                    <a:pt x="378" y="327"/>
                    <a:pt x="378" y="327"/>
                    <a:pt x="377" y="327"/>
                  </a:cubicBezTo>
                  <a:cubicBezTo>
                    <a:pt x="377" y="328"/>
                    <a:pt x="377" y="328"/>
                    <a:pt x="377" y="328"/>
                  </a:cubicBezTo>
                  <a:cubicBezTo>
                    <a:pt x="377" y="328"/>
                    <a:pt x="377" y="328"/>
                    <a:pt x="377" y="328"/>
                  </a:cubicBezTo>
                  <a:cubicBezTo>
                    <a:pt x="376" y="327"/>
                    <a:pt x="376" y="327"/>
                    <a:pt x="376" y="326"/>
                  </a:cubicBezTo>
                  <a:cubicBezTo>
                    <a:pt x="376" y="326"/>
                    <a:pt x="376" y="326"/>
                    <a:pt x="376" y="326"/>
                  </a:cubicBezTo>
                  <a:cubicBezTo>
                    <a:pt x="376" y="326"/>
                    <a:pt x="377" y="326"/>
                    <a:pt x="377" y="326"/>
                  </a:cubicBezTo>
                  <a:cubicBezTo>
                    <a:pt x="377" y="326"/>
                    <a:pt x="377" y="326"/>
                    <a:pt x="377" y="326"/>
                  </a:cubicBezTo>
                  <a:cubicBezTo>
                    <a:pt x="378" y="326"/>
                    <a:pt x="378" y="326"/>
                    <a:pt x="379" y="326"/>
                  </a:cubicBezTo>
                  <a:cubicBezTo>
                    <a:pt x="379" y="325"/>
                    <a:pt x="379" y="325"/>
                    <a:pt x="380" y="325"/>
                  </a:cubicBezTo>
                  <a:cubicBezTo>
                    <a:pt x="380" y="325"/>
                    <a:pt x="380" y="325"/>
                    <a:pt x="380" y="326"/>
                  </a:cubicBezTo>
                  <a:cubicBezTo>
                    <a:pt x="380" y="326"/>
                    <a:pt x="380" y="326"/>
                    <a:pt x="380" y="327"/>
                  </a:cubicBezTo>
                  <a:cubicBezTo>
                    <a:pt x="380" y="327"/>
                    <a:pt x="381" y="328"/>
                    <a:pt x="380" y="328"/>
                  </a:cubicBezTo>
                  <a:cubicBezTo>
                    <a:pt x="380" y="329"/>
                    <a:pt x="380" y="329"/>
                    <a:pt x="380" y="330"/>
                  </a:cubicBezTo>
                  <a:cubicBezTo>
                    <a:pt x="380" y="330"/>
                    <a:pt x="380" y="330"/>
                    <a:pt x="381" y="330"/>
                  </a:cubicBezTo>
                  <a:cubicBezTo>
                    <a:pt x="381" y="330"/>
                    <a:pt x="381" y="330"/>
                    <a:pt x="381" y="330"/>
                  </a:cubicBezTo>
                  <a:cubicBezTo>
                    <a:pt x="382" y="330"/>
                    <a:pt x="382" y="330"/>
                    <a:pt x="382" y="330"/>
                  </a:cubicBezTo>
                  <a:cubicBezTo>
                    <a:pt x="382" y="329"/>
                    <a:pt x="382" y="329"/>
                    <a:pt x="382" y="328"/>
                  </a:cubicBezTo>
                  <a:cubicBezTo>
                    <a:pt x="382" y="328"/>
                    <a:pt x="382" y="327"/>
                    <a:pt x="382" y="327"/>
                  </a:cubicBezTo>
                  <a:cubicBezTo>
                    <a:pt x="382" y="326"/>
                    <a:pt x="383" y="326"/>
                    <a:pt x="383" y="325"/>
                  </a:cubicBezTo>
                  <a:cubicBezTo>
                    <a:pt x="383" y="325"/>
                    <a:pt x="383" y="325"/>
                    <a:pt x="384" y="325"/>
                  </a:cubicBezTo>
                  <a:cubicBezTo>
                    <a:pt x="384" y="325"/>
                    <a:pt x="384" y="325"/>
                    <a:pt x="384" y="325"/>
                  </a:cubicBezTo>
                  <a:cubicBezTo>
                    <a:pt x="384" y="325"/>
                    <a:pt x="384" y="325"/>
                    <a:pt x="384" y="326"/>
                  </a:cubicBezTo>
                  <a:cubicBezTo>
                    <a:pt x="384" y="326"/>
                    <a:pt x="384" y="326"/>
                    <a:pt x="384" y="326"/>
                  </a:cubicBezTo>
                  <a:cubicBezTo>
                    <a:pt x="384" y="327"/>
                    <a:pt x="384" y="327"/>
                    <a:pt x="384" y="327"/>
                  </a:cubicBezTo>
                  <a:cubicBezTo>
                    <a:pt x="384" y="328"/>
                    <a:pt x="384" y="328"/>
                    <a:pt x="384" y="328"/>
                  </a:cubicBezTo>
                  <a:cubicBezTo>
                    <a:pt x="384" y="329"/>
                    <a:pt x="384" y="329"/>
                    <a:pt x="384" y="330"/>
                  </a:cubicBezTo>
                  <a:cubicBezTo>
                    <a:pt x="384" y="330"/>
                    <a:pt x="384" y="330"/>
                    <a:pt x="384" y="330"/>
                  </a:cubicBezTo>
                  <a:cubicBezTo>
                    <a:pt x="385" y="330"/>
                    <a:pt x="385" y="331"/>
                    <a:pt x="385" y="331"/>
                  </a:cubicBezTo>
                  <a:cubicBezTo>
                    <a:pt x="384" y="332"/>
                    <a:pt x="384" y="332"/>
                    <a:pt x="384" y="333"/>
                  </a:cubicBezTo>
                  <a:cubicBezTo>
                    <a:pt x="385" y="333"/>
                    <a:pt x="385" y="333"/>
                    <a:pt x="384" y="333"/>
                  </a:cubicBezTo>
                  <a:cubicBezTo>
                    <a:pt x="384" y="334"/>
                    <a:pt x="384" y="335"/>
                    <a:pt x="384" y="335"/>
                  </a:cubicBezTo>
                  <a:cubicBezTo>
                    <a:pt x="384" y="335"/>
                    <a:pt x="384" y="335"/>
                    <a:pt x="384" y="335"/>
                  </a:cubicBezTo>
                  <a:cubicBezTo>
                    <a:pt x="384" y="336"/>
                    <a:pt x="384" y="336"/>
                    <a:pt x="384" y="336"/>
                  </a:cubicBezTo>
                  <a:cubicBezTo>
                    <a:pt x="384" y="337"/>
                    <a:pt x="384" y="337"/>
                    <a:pt x="384" y="338"/>
                  </a:cubicBezTo>
                  <a:cubicBezTo>
                    <a:pt x="384" y="338"/>
                    <a:pt x="384" y="339"/>
                    <a:pt x="384" y="339"/>
                  </a:cubicBezTo>
                  <a:cubicBezTo>
                    <a:pt x="384" y="339"/>
                    <a:pt x="384" y="340"/>
                    <a:pt x="385" y="340"/>
                  </a:cubicBezTo>
                  <a:cubicBezTo>
                    <a:pt x="385" y="340"/>
                    <a:pt x="385" y="339"/>
                    <a:pt x="385" y="339"/>
                  </a:cubicBezTo>
                  <a:cubicBezTo>
                    <a:pt x="385" y="339"/>
                    <a:pt x="385" y="339"/>
                    <a:pt x="385" y="339"/>
                  </a:cubicBezTo>
                  <a:cubicBezTo>
                    <a:pt x="385" y="339"/>
                    <a:pt x="386" y="338"/>
                    <a:pt x="386" y="338"/>
                  </a:cubicBezTo>
                  <a:cubicBezTo>
                    <a:pt x="386" y="338"/>
                    <a:pt x="386" y="338"/>
                    <a:pt x="386" y="338"/>
                  </a:cubicBezTo>
                  <a:cubicBezTo>
                    <a:pt x="386" y="337"/>
                    <a:pt x="386" y="337"/>
                    <a:pt x="386" y="337"/>
                  </a:cubicBezTo>
                  <a:cubicBezTo>
                    <a:pt x="386" y="336"/>
                    <a:pt x="386" y="336"/>
                    <a:pt x="386" y="336"/>
                  </a:cubicBezTo>
                  <a:cubicBezTo>
                    <a:pt x="386" y="335"/>
                    <a:pt x="386" y="335"/>
                    <a:pt x="386" y="335"/>
                  </a:cubicBezTo>
                  <a:cubicBezTo>
                    <a:pt x="386" y="335"/>
                    <a:pt x="386" y="335"/>
                    <a:pt x="386" y="335"/>
                  </a:cubicBezTo>
                  <a:cubicBezTo>
                    <a:pt x="386" y="334"/>
                    <a:pt x="386" y="334"/>
                    <a:pt x="386" y="334"/>
                  </a:cubicBezTo>
                  <a:cubicBezTo>
                    <a:pt x="386" y="334"/>
                    <a:pt x="386" y="334"/>
                    <a:pt x="386" y="334"/>
                  </a:cubicBezTo>
                  <a:cubicBezTo>
                    <a:pt x="386" y="333"/>
                    <a:pt x="386" y="333"/>
                    <a:pt x="386" y="333"/>
                  </a:cubicBezTo>
                  <a:cubicBezTo>
                    <a:pt x="386" y="332"/>
                    <a:pt x="386" y="331"/>
                    <a:pt x="386" y="330"/>
                  </a:cubicBezTo>
                  <a:cubicBezTo>
                    <a:pt x="386" y="329"/>
                    <a:pt x="386" y="328"/>
                    <a:pt x="386" y="327"/>
                  </a:cubicBezTo>
                  <a:cubicBezTo>
                    <a:pt x="386" y="327"/>
                    <a:pt x="386" y="327"/>
                    <a:pt x="386" y="326"/>
                  </a:cubicBezTo>
                  <a:cubicBezTo>
                    <a:pt x="386" y="326"/>
                    <a:pt x="386" y="325"/>
                    <a:pt x="386" y="324"/>
                  </a:cubicBezTo>
                  <a:cubicBezTo>
                    <a:pt x="386" y="323"/>
                    <a:pt x="387" y="323"/>
                    <a:pt x="387" y="323"/>
                  </a:cubicBezTo>
                  <a:cubicBezTo>
                    <a:pt x="387" y="323"/>
                    <a:pt x="388" y="323"/>
                    <a:pt x="388" y="323"/>
                  </a:cubicBezTo>
                  <a:cubicBezTo>
                    <a:pt x="388" y="322"/>
                    <a:pt x="388" y="322"/>
                    <a:pt x="388" y="321"/>
                  </a:cubicBezTo>
                  <a:close/>
                  <a:moveTo>
                    <a:pt x="377" y="323"/>
                  </a:moveTo>
                  <a:cubicBezTo>
                    <a:pt x="377" y="323"/>
                    <a:pt x="377" y="324"/>
                    <a:pt x="377" y="324"/>
                  </a:cubicBezTo>
                  <a:cubicBezTo>
                    <a:pt x="377" y="324"/>
                    <a:pt x="377" y="324"/>
                    <a:pt x="378" y="324"/>
                  </a:cubicBezTo>
                  <a:cubicBezTo>
                    <a:pt x="378" y="324"/>
                    <a:pt x="378" y="324"/>
                    <a:pt x="378" y="324"/>
                  </a:cubicBezTo>
                  <a:cubicBezTo>
                    <a:pt x="378" y="323"/>
                    <a:pt x="378" y="323"/>
                    <a:pt x="378" y="323"/>
                  </a:cubicBezTo>
                  <a:cubicBezTo>
                    <a:pt x="378" y="323"/>
                    <a:pt x="378" y="323"/>
                    <a:pt x="378" y="323"/>
                  </a:cubicBezTo>
                  <a:cubicBezTo>
                    <a:pt x="378" y="323"/>
                    <a:pt x="377" y="323"/>
                    <a:pt x="377" y="323"/>
                  </a:cubicBezTo>
                  <a:close/>
                  <a:moveTo>
                    <a:pt x="300" y="327"/>
                  </a:moveTo>
                  <a:cubicBezTo>
                    <a:pt x="300" y="327"/>
                    <a:pt x="300" y="327"/>
                    <a:pt x="300" y="327"/>
                  </a:cubicBezTo>
                  <a:cubicBezTo>
                    <a:pt x="300" y="327"/>
                    <a:pt x="300" y="328"/>
                    <a:pt x="300" y="328"/>
                  </a:cubicBezTo>
                  <a:cubicBezTo>
                    <a:pt x="299" y="328"/>
                    <a:pt x="299" y="329"/>
                    <a:pt x="299" y="330"/>
                  </a:cubicBezTo>
                  <a:cubicBezTo>
                    <a:pt x="299" y="330"/>
                    <a:pt x="298" y="330"/>
                    <a:pt x="298" y="330"/>
                  </a:cubicBezTo>
                  <a:cubicBezTo>
                    <a:pt x="298" y="330"/>
                    <a:pt x="298" y="330"/>
                    <a:pt x="299" y="330"/>
                  </a:cubicBezTo>
                  <a:cubicBezTo>
                    <a:pt x="299" y="330"/>
                    <a:pt x="299" y="330"/>
                    <a:pt x="299" y="331"/>
                  </a:cubicBezTo>
                  <a:cubicBezTo>
                    <a:pt x="299" y="331"/>
                    <a:pt x="300" y="331"/>
                    <a:pt x="300" y="331"/>
                  </a:cubicBezTo>
                  <a:cubicBezTo>
                    <a:pt x="300" y="331"/>
                    <a:pt x="301" y="331"/>
                    <a:pt x="301" y="330"/>
                  </a:cubicBezTo>
                  <a:cubicBezTo>
                    <a:pt x="301" y="330"/>
                    <a:pt x="301" y="330"/>
                    <a:pt x="301" y="329"/>
                  </a:cubicBezTo>
                  <a:cubicBezTo>
                    <a:pt x="301" y="329"/>
                    <a:pt x="301" y="328"/>
                    <a:pt x="301" y="328"/>
                  </a:cubicBezTo>
                  <a:cubicBezTo>
                    <a:pt x="301" y="328"/>
                    <a:pt x="301" y="327"/>
                    <a:pt x="301" y="327"/>
                  </a:cubicBezTo>
                  <a:cubicBezTo>
                    <a:pt x="301" y="327"/>
                    <a:pt x="301" y="326"/>
                    <a:pt x="301" y="327"/>
                  </a:cubicBezTo>
                  <a:cubicBezTo>
                    <a:pt x="301" y="327"/>
                    <a:pt x="300" y="327"/>
                    <a:pt x="300" y="327"/>
                  </a:cubicBezTo>
                  <a:close/>
                  <a:moveTo>
                    <a:pt x="226" y="319"/>
                  </a:moveTo>
                  <a:cubicBezTo>
                    <a:pt x="225" y="319"/>
                    <a:pt x="224" y="319"/>
                    <a:pt x="223" y="319"/>
                  </a:cubicBezTo>
                  <a:cubicBezTo>
                    <a:pt x="223" y="319"/>
                    <a:pt x="223" y="319"/>
                    <a:pt x="223" y="320"/>
                  </a:cubicBezTo>
                  <a:cubicBezTo>
                    <a:pt x="223" y="320"/>
                    <a:pt x="223" y="320"/>
                    <a:pt x="223" y="321"/>
                  </a:cubicBezTo>
                  <a:cubicBezTo>
                    <a:pt x="223" y="321"/>
                    <a:pt x="223" y="321"/>
                    <a:pt x="223" y="321"/>
                  </a:cubicBezTo>
                  <a:cubicBezTo>
                    <a:pt x="223" y="321"/>
                    <a:pt x="223" y="321"/>
                    <a:pt x="223" y="321"/>
                  </a:cubicBezTo>
                  <a:cubicBezTo>
                    <a:pt x="223" y="321"/>
                    <a:pt x="223" y="321"/>
                    <a:pt x="223" y="321"/>
                  </a:cubicBezTo>
                  <a:cubicBezTo>
                    <a:pt x="224" y="321"/>
                    <a:pt x="224" y="320"/>
                    <a:pt x="225" y="321"/>
                  </a:cubicBezTo>
                  <a:cubicBezTo>
                    <a:pt x="225" y="321"/>
                    <a:pt x="225" y="321"/>
                    <a:pt x="225" y="321"/>
                  </a:cubicBezTo>
                  <a:cubicBezTo>
                    <a:pt x="225" y="322"/>
                    <a:pt x="225" y="322"/>
                    <a:pt x="225" y="322"/>
                  </a:cubicBezTo>
                  <a:cubicBezTo>
                    <a:pt x="224" y="322"/>
                    <a:pt x="224" y="322"/>
                    <a:pt x="224" y="322"/>
                  </a:cubicBezTo>
                  <a:cubicBezTo>
                    <a:pt x="224" y="322"/>
                    <a:pt x="223" y="322"/>
                    <a:pt x="223" y="323"/>
                  </a:cubicBezTo>
                  <a:cubicBezTo>
                    <a:pt x="223" y="323"/>
                    <a:pt x="223" y="323"/>
                    <a:pt x="222" y="323"/>
                  </a:cubicBezTo>
                  <a:cubicBezTo>
                    <a:pt x="222" y="323"/>
                    <a:pt x="222" y="323"/>
                    <a:pt x="222" y="323"/>
                  </a:cubicBezTo>
                  <a:cubicBezTo>
                    <a:pt x="223" y="323"/>
                    <a:pt x="223" y="323"/>
                    <a:pt x="223" y="323"/>
                  </a:cubicBezTo>
                  <a:cubicBezTo>
                    <a:pt x="223" y="323"/>
                    <a:pt x="223" y="323"/>
                    <a:pt x="223" y="323"/>
                  </a:cubicBezTo>
                  <a:cubicBezTo>
                    <a:pt x="224" y="323"/>
                    <a:pt x="224" y="323"/>
                    <a:pt x="225" y="323"/>
                  </a:cubicBezTo>
                  <a:cubicBezTo>
                    <a:pt x="225" y="323"/>
                    <a:pt x="225" y="323"/>
                    <a:pt x="225" y="323"/>
                  </a:cubicBezTo>
                  <a:cubicBezTo>
                    <a:pt x="225" y="324"/>
                    <a:pt x="225" y="324"/>
                    <a:pt x="225" y="324"/>
                  </a:cubicBezTo>
                  <a:cubicBezTo>
                    <a:pt x="225" y="325"/>
                    <a:pt x="225" y="325"/>
                    <a:pt x="225" y="325"/>
                  </a:cubicBezTo>
                  <a:cubicBezTo>
                    <a:pt x="224" y="325"/>
                    <a:pt x="223" y="325"/>
                    <a:pt x="223" y="325"/>
                  </a:cubicBezTo>
                  <a:cubicBezTo>
                    <a:pt x="222" y="326"/>
                    <a:pt x="222" y="326"/>
                    <a:pt x="222" y="326"/>
                  </a:cubicBezTo>
                  <a:cubicBezTo>
                    <a:pt x="222" y="326"/>
                    <a:pt x="222" y="326"/>
                    <a:pt x="222" y="326"/>
                  </a:cubicBezTo>
                  <a:cubicBezTo>
                    <a:pt x="223" y="327"/>
                    <a:pt x="224" y="326"/>
                    <a:pt x="224" y="326"/>
                  </a:cubicBezTo>
                  <a:cubicBezTo>
                    <a:pt x="225" y="326"/>
                    <a:pt x="225" y="326"/>
                    <a:pt x="225" y="326"/>
                  </a:cubicBezTo>
                  <a:cubicBezTo>
                    <a:pt x="226" y="326"/>
                    <a:pt x="226" y="326"/>
                    <a:pt x="226" y="325"/>
                  </a:cubicBezTo>
                  <a:cubicBezTo>
                    <a:pt x="227" y="325"/>
                    <a:pt x="227" y="324"/>
                    <a:pt x="227" y="324"/>
                  </a:cubicBezTo>
                  <a:cubicBezTo>
                    <a:pt x="227" y="323"/>
                    <a:pt x="227" y="321"/>
                    <a:pt x="227" y="320"/>
                  </a:cubicBezTo>
                  <a:cubicBezTo>
                    <a:pt x="227" y="320"/>
                    <a:pt x="226" y="319"/>
                    <a:pt x="226" y="319"/>
                  </a:cubicBezTo>
                  <a:cubicBezTo>
                    <a:pt x="226" y="319"/>
                    <a:pt x="226" y="319"/>
                    <a:pt x="226" y="319"/>
                  </a:cubicBezTo>
                  <a:close/>
                  <a:moveTo>
                    <a:pt x="0" y="1"/>
                  </a:moveTo>
                  <a:cubicBezTo>
                    <a:pt x="111" y="1"/>
                    <a:pt x="201" y="0"/>
                    <a:pt x="248" y="47"/>
                  </a:cubicBezTo>
                  <a:cubicBezTo>
                    <a:pt x="295" y="0"/>
                    <a:pt x="385" y="1"/>
                    <a:pt x="496" y="1"/>
                  </a:cubicBezTo>
                  <a:cubicBezTo>
                    <a:pt x="496" y="15"/>
                    <a:pt x="496" y="15"/>
                    <a:pt x="496" y="15"/>
                  </a:cubicBezTo>
                  <a:cubicBezTo>
                    <a:pt x="496" y="45"/>
                    <a:pt x="496" y="45"/>
                    <a:pt x="496" y="45"/>
                  </a:cubicBezTo>
                  <a:cubicBezTo>
                    <a:pt x="496" y="64"/>
                    <a:pt x="496" y="64"/>
                    <a:pt x="496" y="64"/>
                  </a:cubicBezTo>
                  <a:cubicBezTo>
                    <a:pt x="496" y="89"/>
                    <a:pt x="496" y="89"/>
                    <a:pt x="496" y="89"/>
                  </a:cubicBezTo>
                  <a:cubicBezTo>
                    <a:pt x="496" y="113"/>
                    <a:pt x="496" y="113"/>
                    <a:pt x="496" y="113"/>
                  </a:cubicBezTo>
                  <a:cubicBezTo>
                    <a:pt x="496" y="133"/>
                    <a:pt x="496" y="133"/>
                    <a:pt x="496" y="133"/>
                  </a:cubicBezTo>
                  <a:cubicBezTo>
                    <a:pt x="496" y="162"/>
                    <a:pt x="496" y="162"/>
                    <a:pt x="496" y="162"/>
                  </a:cubicBezTo>
                  <a:cubicBezTo>
                    <a:pt x="496" y="391"/>
                    <a:pt x="496" y="391"/>
                    <a:pt x="496" y="391"/>
                  </a:cubicBezTo>
                  <a:cubicBezTo>
                    <a:pt x="496" y="407"/>
                    <a:pt x="495" y="424"/>
                    <a:pt x="490" y="446"/>
                  </a:cubicBezTo>
                  <a:cubicBezTo>
                    <a:pt x="487" y="461"/>
                    <a:pt x="481" y="478"/>
                    <a:pt x="472" y="496"/>
                  </a:cubicBezTo>
                  <a:cubicBezTo>
                    <a:pt x="472" y="496"/>
                    <a:pt x="471" y="497"/>
                    <a:pt x="471" y="497"/>
                  </a:cubicBezTo>
                  <a:cubicBezTo>
                    <a:pt x="470" y="500"/>
                    <a:pt x="468" y="504"/>
                    <a:pt x="466" y="507"/>
                  </a:cubicBezTo>
                  <a:cubicBezTo>
                    <a:pt x="466" y="507"/>
                    <a:pt x="466" y="508"/>
                    <a:pt x="466" y="508"/>
                  </a:cubicBezTo>
                  <a:cubicBezTo>
                    <a:pt x="464" y="512"/>
                    <a:pt x="462" y="515"/>
                    <a:pt x="460" y="519"/>
                  </a:cubicBezTo>
                  <a:cubicBezTo>
                    <a:pt x="459" y="519"/>
                    <a:pt x="459" y="520"/>
                    <a:pt x="459" y="520"/>
                  </a:cubicBezTo>
                  <a:cubicBezTo>
                    <a:pt x="457" y="523"/>
                    <a:pt x="455" y="526"/>
                    <a:pt x="453" y="529"/>
                  </a:cubicBezTo>
                  <a:cubicBezTo>
                    <a:pt x="453" y="530"/>
                    <a:pt x="452" y="531"/>
                    <a:pt x="452" y="531"/>
                  </a:cubicBezTo>
                  <a:cubicBezTo>
                    <a:pt x="450" y="534"/>
                    <a:pt x="448" y="537"/>
                    <a:pt x="446" y="540"/>
                  </a:cubicBezTo>
                  <a:cubicBezTo>
                    <a:pt x="445" y="541"/>
                    <a:pt x="445" y="541"/>
                    <a:pt x="445" y="541"/>
                  </a:cubicBezTo>
                  <a:cubicBezTo>
                    <a:pt x="443" y="545"/>
                    <a:pt x="441" y="548"/>
                    <a:pt x="438" y="551"/>
                  </a:cubicBezTo>
                  <a:cubicBezTo>
                    <a:pt x="438" y="552"/>
                    <a:pt x="437" y="552"/>
                    <a:pt x="436" y="553"/>
                  </a:cubicBezTo>
                  <a:cubicBezTo>
                    <a:pt x="435" y="555"/>
                    <a:pt x="433" y="558"/>
                    <a:pt x="431" y="560"/>
                  </a:cubicBezTo>
                  <a:cubicBezTo>
                    <a:pt x="430" y="561"/>
                    <a:pt x="429" y="562"/>
                    <a:pt x="429" y="563"/>
                  </a:cubicBezTo>
                  <a:cubicBezTo>
                    <a:pt x="426" y="566"/>
                    <a:pt x="424" y="568"/>
                    <a:pt x="421" y="571"/>
                  </a:cubicBezTo>
                  <a:cubicBezTo>
                    <a:pt x="370" y="626"/>
                    <a:pt x="297" y="652"/>
                    <a:pt x="248" y="667"/>
                  </a:cubicBezTo>
                  <a:cubicBezTo>
                    <a:pt x="199" y="652"/>
                    <a:pt x="126" y="626"/>
                    <a:pt x="74" y="571"/>
                  </a:cubicBezTo>
                  <a:cubicBezTo>
                    <a:pt x="72" y="568"/>
                    <a:pt x="69" y="566"/>
                    <a:pt x="67" y="563"/>
                  </a:cubicBezTo>
                  <a:cubicBezTo>
                    <a:pt x="66" y="562"/>
                    <a:pt x="65" y="561"/>
                    <a:pt x="64" y="560"/>
                  </a:cubicBezTo>
                  <a:cubicBezTo>
                    <a:pt x="63" y="558"/>
                    <a:pt x="61" y="556"/>
                    <a:pt x="59" y="553"/>
                  </a:cubicBezTo>
                  <a:cubicBezTo>
                    <a:pt x="58" y="552"/>
                    <a:pt x="58" y="552"/>
                    <a:pt x="57" y="551"/>
                  </a:cubicBezTo>
                  <a:cubicBezTo>
                    <a:pt x="55" y="548"/>
                    <a:pt x="52" y="545"/>
                    <a:pt x="50" y="541"/>
                  </a:cubicBezTo>
                  <a:cubicBezTo>
                    <a:pt x="50" y="541"/>
                    <a:pt x="50" y="541"/>
                    <a:pt x="49" y="540"/>
                  </a:cubicBezTo>
                  <a:cubicBezTo>
                    <a:pt x="47" y="537"/>
                    <a:pt x="45" y="534"/>
                    <a:pt x="43" y="531"/>
                  </a:cubicBezTo>
                  <a:cubicBezTo>
                    <a:pt x="43" y="531"/>
                    <a:pt x="42" y="530"/>
                    <a:pt x="42" y="529"/>
                  </a:cubicBezTo>
                  <a:cubicBezTo>
                    <a:pt x="40" y="526"/>
                    <a:pt x="38" y="523"/>
                    <a:pt x="37" y="520"/>
                  </a:cubicBezTo>
                  <a:cubicBezTo>
                    <a:pt x="36" y="520"/>
                    <a:pt x="36" y="519"/>
                    <a:pt x="36" y="519"/>
                  </a:cubicBezTo>
                  <a:cubicBezTo>
                    <a:pt x="34" y="515"/>
                    <a:pt x="32" y="512"/>
                    <a:pt x="30" y="508"/>
                  </a:cubicBezTo>
                  <a:cubicBezTo>
                    <a:pt x="29" y="508"/>
                    <a:pt x="29" y="507"/>
                    <a:pt x="29" y="507"/>
                  </a:cubicBezTo>
                  <a:cubicBezTo>
                    <a:pt x="27" y="504"/>
                    <a:pt x="26" y="500"/>
                    <a:pt x="24" y="498"/>
                  </a:cubicBezTo>
                  <a:cubicBezTo>
                    <a:pt x="24" y="497"/>
                    <a:pt x="24" y="496"/>
                    <a:pt x="23" y="495"/>
                  </a:cubicBezTo>
                  <a:cubicBezTo>
                    <a:pt x="22" y="492"/>
                    <a:pt x="20" y="489"/>
                    <a:pt x="19" y="485"/>
                  </a:cubicBezTo>
                  <a:cubicBezTo>
                    <a:pt x="19" y="485"/>
                    <a:pt x="18" y="485"/>
                    <a:pt x="18" y="485"/>
                  </a:cubicBezTo>
                  <a:cubicBezTo>
                    <a:pt x="12" y="471"/>
                    <a:pt x="8" y="458"/>
                    <a:pt x="5" y="446"/>
                  </a:cubicBezTo>
                  <a:cubicBezTo>
                    <a:pt x="1" y="424"/>
                    <a:pt x="0" y="407"/>
                    <a:pt x="0" y="391"/>
                  </a:cubicBezTo>
                  <a:cubicBezTo>
                    <a:pt x="0" y="384"/>
                    <a:pt x="0" y="266"/>
                    <a:pt x="0" y="162"/>
                  </a:cubicBezTo>
                  <a:cubicBezTo>
                    <a:pt x="0" y="152"/>
                    <a:pt x="0" y="143"/>
                    <a:pt x="0" y="133"/>
                  </a:cubicBezTo>
                  <a:cubicBezTo>
                    <a:pt x="0" y="126"/>
                    <a:pt x="0" y="120"/>
                    <a:pt x="0" y="113"/>
                  </a:cubicBezTo>
                  <a:cubicBezTo>
                    <a:pt x="0" y="105"/>
                    <a:pt x="0" y="97"/>
                    <a:pt x="0" y="89"/>
                  </a:cubicBezTo>
                  <a:cubicBezTo>
                    <a:pt x="0" y="80"/>
                    <a:pt x="0" y="72"/>
                    <a:pt x="0" y="64"/>
                  </a:cubicBezTo>
                  <a:cubicBezTo>
                    <a:pt x="0" y="57"/>
                    <a:pt x="0" y="51"/>
                    <a:pt x="0" y="45"/>
                  </a:cubicBezTo>
                  <a:cubicBezTo>
                    <a:pt x="0" y="33"/>
                    <a:pt x="0" y="22"/>
                    <a:pt x="0" y="15"/>
                  </a:cubicBezTo>
                  <a:cubicBezTo>
                    <a:pt x="0" y="6"/>
                    <a:pt x="0" y="1"/>
                    <a:pt x="0" y="1"/>
                  </a:cubicBezTo>
                  <a:close/>
                  <a:moveTo>
                    <a:pt x="167" y="524"/>
                  </a:moveTo>
                  <a:cubicBezTo>
                    <a:pt x="158" y="524"/>
                    <a:pt x="158" y="524"/>
                    <a:pt x="158" y="524"/>
                  </a:cubicBezTo>
                  <a:cubicBezTo>
                    <a:pt x="144" y="531"/>
                    <a:pt x="144" y="531"/>
                    <a:pt x="144" y="531"/>
                  </a:cubicBezTo>
                  <a:cubicBezTo>
                    <a:pt x="146" y="538"/>
                    <a:pt x="146" y="538"/>
                    <a:pt x="146" y="538"/>
                  </a:cubicBezTo>
                  <a:cubicBezTo>
                    <a:pt x="156" y="533"/>
                    <a:pt x="156" y="533"/>
                    <a:pt x="156" y="533"/>
                  </a:cubicBezTo>
                  <a:cubicBezTo>
                    <a:pt x="156" y="533"/>
                    <a:pt x="156" y="533"/>
                    <a:pt x="156" y="533"/>
                  </a:cubicBezTo>
                  <a:cubicBezTo>
                    <a:pt x="156" y="575"/>
                    <a:pt x="156" y="575"/>
                    <a:pt x="156" y="575"/>
                  </a:cubicBezTo>
                  <a:cubicBezTo>
                    <a:pt x="167" y="575"/>
                    <a:pt x="167" y="575"/>
                    <a:pt x="167" y="575"/>
                  </a:cubicBezTo>
                  <a:lnTo>
                    <a:pt x="167" y="524"/>
                  </a:lnTo>
                  <a:close/>
                  <a:moveTo>
                    <a:pt x="235" y="545"/>
                  </a:moveTo>
                  <a:cubicBezTo>
                    <a:pt x="235" y="533"/>
                    <a:pt x="229" y="524"/>
                    <a:pt x="217" y="524"/>
                  </a:cubicBezTo>
                  <a:cubicBezTo>
                    <a:pt x="205" y="524"/>
                    <a:pt x="198" y="532"/>
                    <a:pt x="198" y="541"/>
                  </a:cubicBezTo>
                  <a:cubicBezTo>
                    <a:pt x="198" y="551"/>
                    <a:pt x="205" y="557"/>
                    <a:pt x="213" y="557"/>
                  </a:cubicBezTo>
                  <a:cubicBezTo>
                    <a:pt x="218" y="557"/>
                    <a:pt x="221" y="555"/>
                    <a:pt x="224" y="553"/>
                  </a:cubicBezTo>
                  <a:cubicBezTo>
                    <a:pt x="224" y="553"/>
                    <a:pt x="224" y="553"/>
                    <a:pt x="224" y="553"/>
                  </a:cubicBezTo>
                  <a:cubicBezTo>
                    <a:pt x="222" y="560"/>
                    <a:pt x="217" y="567"/>
                    <a:pt x="208" y="567"/>
                  </a:cubicBezTo>
                  <a:cubicBezTo>
                    <a:pt x="205" y="568"/>
                    <a:pt x="204" y="568"/>
                    <a:pt x="203" y="568"/>
                  </a:cubicBezTo>
                  <a:cubicBezTo>
                    <a:pt x="203" y="575"/>
                    <a:pt x="203" y="575"/>
                    <a:pt x="203" y="575"/>
                  </a:cubicBezTo>
                  <a:cubicBezTo>
                    <a:pt x="225" y="576"/>
                    <a:pt x="235" y="562"/>
                    <a:pt x="235" y="545"/>
                  </a:cubicBezTo>
                  <a:close/>
                  <a:moveTo>
                    <a:pt x="294" y="558"/>
                  </a:moveTo>
                  <a:cubicBezTo>
                    <a:pt x="294" y="547"/>
                    <a:pt x="285" y="542"/>
                    <a:pt x="275" y="542"/>
                  </a:cubicBezTo>
                  <a:cubicBezTo>
                    <a:pt x="274" y="542"/>
                    <a:pt x="273" y="542"/>
                    <a:pt x="272" y="542"/>
                  </a:cubicBezTo>
                  <a:cubicBezTo>
                    <a:pt x="274" y="532"/>
                    <a:pt x="274" y="532"/>
                    <a:pt x="274" y="532"/>
                  </a:cubicBezTo>
                  <a:cubicBezTo>
                    <a:pt x="292" y="532"/>
                    <a:pt x="292" y="532"/>
                    <a:pt x="292" y="532"/>
                  </a:cubicBezTo>
                  <a:cubicBezTo>
                    <a:pt x="292" y="524"/>
                    <a:pt x="292" y="524"/>
                    <a:pt x="292" y="524"/>
                  </a:cubicBezTo>
                  <a:cubicBezTo>
                    <a:pt x="266" y="524"/>
                    <a:pt x="266" y="524"/>
                    <a:pt x="266" y="524"/>
                  </a:cubicBezTo>
                  <a:cubicBezTo>
                    <a:pt x="262" y="549"/>
                    <a:pt x="262" y="549"/>
                    <a:pt x="262" y="549"/>
                  </a:cubicBezTo>
                  <a:cubicBezTo>
                    <a:pt x="264" y="549"/>
                    <a:pt x="266" y="549"/>
                    <a:pt x="269" y="549"/>
                  </a:cubicBezTo>
                  <a:cubicBezTo>
                    <a:pt x="278" y="549"/>
                    <a:pt x="283" y="553"/>
                    <a:pt x="283" y="559"/>
                  </a:cubicBezTo>
                  <a:cubicBezTo>
                    <a:pt x="283" y="564"/>
                    <a:pt x="278" y="568"/>
                    <a:pt x="272" y="568"/>
                  </a:cubicBezTo>
                  <a:cubicBezTo>
                    <a:pt x="268" y="568"/>
                    <a:pt x="264" y="566"/>
                    <a:pt x="262" y="565"/>
                  </a:cubicBezTo>
                  <a:cubicBezTo>
                    <a:pt x="260" y="573"/>
                    <a:pt x="260" y="573"/>
                    <a:pt x="260" y="573"/>
                  </a:cubicBezTo>
                  <a:cubicBezTo>
                    <a:pt x="262" y="574"/>
                    <a:pt x="267" y="576"/>
                    <a:pt x="273" y="576"/>
                  </a:cubicBezTo>
                  <a:cubicBezTo>
                    <a:pt x="286" y="576"/>
                    <a:pt x="294" y="568"/>
                    <a:pt x="294" y="558"/>
                  </a:cubicBezTo>
                  <a:close/>
                  <a:moveTo>
                    <a:pt x="351" y="560"/>
                  </a:moveTo>
                  <a:cubicBezTo>
                    <a:pt x="351" y="553"/>
                    <a:pt x="346" y="549"/>
                    <a:pt x="340" y="548"/>
                  </a:cubicBezTo>
                  <a:cubicBezTo>
                    <a:pt x="340" y="547"/>
                    <a:pt x="340" y="547"/>
                    <a:pt x="340" y="547"/>
                  </a:cubicBezTo>
                  <a:cubicBezTo>
                    <a:pt x="346" y="545"/>
                    <a:pt x="349" y="541"/>
                    <a:pt x="349" y="536"/>
                  </a:cubicBezTo>
                  <a:cubicBezTo>
                    <a:pt x="349" y="529"/>
                    <a:pt x="344" y="524"/>
                    <a:pt x="333" y="524"/>
                  </a:cubicBezTo>
                  <a:cubicBezTo>
                    <a:pt x="327" y="524"/>
                    <a:pt x="322" y="525"/>
                    <a:pt x="319" y="527"/>
                  </a:cubicBezTo>
                  <a:cubicBezTo>
                    <a:pt x="321" y="534"/>
                    <a:pt x="321" y="534"/>
                    <a:pt x="321" y="534"/>
                  </a:cubicBezTo>
                  <a:cubicBezTo>
                    <a:pt x="323" y="533"/>
                    <a:pt x="327" y="531"/>
                    <a:pt x="331" y="531"/>
                  </a:cubicBezTo>
                  <a:cubicBezTo>
                    <a:pt x="336" y="531"/>
                    <a:pt x="338" y="534"/>
                    <a:pt x="338" y="537"/>
                  </a:cubicBezTo>
                  <a:cubicBezTo>
                    <a:pt x="338" y="542"/>
                    <a:pt x="333" y="545"/>
                    <a:pt x="328" y="545"/>
                  </a:cubicBezTo>
                  <a:cubicBezTo>
                    <a:pt x="325" y="545"/>
                    <a:pt x="325" y="545"/>
                    <a:pt x="325" y="545"/>
                  </a:cubicBezTo>
                  <a:cubicBezTo>
                    <a:pt x="325" y="551"/>
                    <a:pt x="325" y="551"/>
                    <a:pt x="325" y="551"/>
                  </a:cubicBezTo>
                  <a:cubicBezTo>
                    <a:pt x="329" y="551"/>
                    <a:pt x="329" y="551"/>
                    <a:pt x="329" y="551"/>
                  </a:cubicBezTo>
                  <a:cubicBezTo>
                    <a:pt x="335" y="551"/>
                    <a:pt x="340" y="554"/>
                    <a:pt x="340" y="560"/>
                  </a:cubicBezTo>
                  <a:cubicBezTo>
                    <a:pt x="340" y="564"/>
                    <a:pt x="337" y="568"/>
                    <a:pt x="330" y="568"/>
                  </a:cubicBezTo>
                  <a:cubicBezTo>
                    <a:pt x="326" y="568"/>
                    <a:pt x="321" y="566"/>
                    <a:pt x="319" y="565"/>
                  </a:cubicBezTo>
                  <a:cubicBezTo>
                    <a:pt x="317" y="572"/>
                    <a:pt x="317" y="572"/>
                    <a:pt x="317" y="572"/>
                  </a:cubicBezTo>
                  <a:cubicBezTo>
                    <a:pt x="320" y="574"/>
                    <a:pt x="325" y="576"/>
                    <a:pt x="331" y="576"/>
                  </a:cubicBezTo>
                  <a:cubicBezTo>
                    <a:pt x="344" y="576"/>
                    <a:pt x="351" y="569"/>
                    <a:pt x="351" y="560"/>
                  </a:cubicBezTo>
                  <a:close/>
                  <a:moveTo>
                    <a:pt x="18" y="45"/>
                  </a:moveTo>
                  <a:cubicBezTo>
                    <a:pt x="121" y="45"/>
                    <a:pt x="203" y="47"/>
                    <a:pt x="248" y="92"/>
                  </a:cubicBezTo>
                  <a:cubicBezTo>
                    <a:pt x="292" y="47"/>
                    <a:pt x="375" y="45"/>
                    <a:pt x="477" y="45"/>
                  </a:cubicBezTo>
                  <a:cubicBezTo>
                    <a:pt x="477" y="34"/>
                    <a:pt x="477" y="24"/>
                    <a:pt x="477" y="15"/>
                  </a:cubicBezTo>
                  <a:cubicBezTo>
                    <a:pt x="375" y="15"/>
                    <a:pt x="292" y="17"/>
                    <a:pt x="248" y="62"/>
                  </a:cubicBezTo>
                  <a:cubicBezTo>
                    <a:pt x="203" y="17"/>
                    <a:pt x="121" y="15"/>
                    <a:pt x="18" y="15"/>
                  </a:cubicBezTo>
                  <a:cubicBezTo>
                    <a:pt x="18" y="24"/>
                    <a:pt x="18" y="34"/>
                    <a:pt x="18" y="45"/>
                  </a:cubicBezTo>
                  <a:close/>
                  <a:moveTo>
                    <a:pt x="18" y="89"/>
                  </a:moveTo>
                  <a:cubicBezTo>
                    <a:pt x="121" y="89"/>
                    <a:pt x="203" y="91"/>
                    <a:pt x="248" y="136"/>
                  </a:cubicBezTo>
                  <a:cubicBezTo>
                    <a:pt x="292" y="91"/>
                    <a:pt x="375" y="89"/>
                    <a:pt x="477" y="89"/>
                  </a:cubicBezTo>
                  <a:cubicBezTo>
                    <a:pt x="477" y="80"/>
                    <a:pt x="477" y="72"/>
                    <a:pt x="477" y="64"/>
                  </a:cubicBezTo>
                  <a:cubicBezTo>
                    <a:pt x="375" y="64"/>
                    <a:pt x="292" y="66"/>
                    <a:pt x="248" y="111"/>
                  </a:cubicBezTo>
                  <a:cubicBezTo>
                    <a:pt x="203" y="66"/>
                    <a:pt x="121" y="64"/>
                    <a:pt x="18" y="64"/>
                  </a:cubicBezTo>
                  <a:cubicBezTo>
                    <a:pt x="18" y="72"/>
                    <a:pt x="18" y="80"/>
                    <a:pt x="18" y="89"/>
                  </a:cubicBezTo>
                  <a:close/>
                  <a:moveTo>
                    <a:pt x="18" y="133"/>
                  </a:moveTo>
                  <a:cubicBezTo>
                    <a:pt x="121" y="133"/>
                    <a:pt x="203" y="135"/>
                    <a:pt x="248" y="180"/>
                  </a:cubicBezTo>
                  <a:cubicBezTo>
                    <a:pt x="292" y="135"/>
                    <a:pt x="375" y="133"/>
                    <a:pt x="477" y="133"/>
                  </a:cubicBezTo>
                  <a:cubicBezTo>
                    <a:pt x="477" y="126"/>
                    <a:pt x="477" y="120"/>
                    <a:pt x="477" y="113"/>
                  </a:cubicBezTo>
                  <a:cubicBezTo>
                    <a:pt x="375" y="113"/>
                    <a:pt x="292" y="115"/>
                    <a:pt x="248" y="160"/>
                  </a:cubicBezTo>
                  <a:cubicBezTo>
                    <a:pt x="203" y="115"/>
                    <a:pt x="121" y="113"/>
                    <a:pt x="18" y="113"/>
                  </a:cubicBezTo>
                  <a:cubicBezTo>
                    <a:pt x="18" y="120"/>
                    <a:pt x="18" y="126"/>
                    <a:pt x="18" y="133"/>
                  </a:cubicBezTo>
                  <a:close/>
                  <a:moveTo>
                    <a:pt x="19" y="395"/>
                  </a:moveTo>
                  <a:cubicBezTo>
                    <a:pt x="20" y="408"/>
                    <a:pt x="20" y="427"/>
                    <a:pt x="28" y="455"/>
                  </a:cubicBezTo>
                  <a:cubicBezTo>
                    <a:pt x="31" y="465"/>
                    <a:pt x="35" y="475"/>
                    <a:pt x="40" y="485"/>
                  </a:cubicBezTo>
                  <a:cubicBezTo>
                    <a:pt x="455" y="485"/>
                    <a:pt x="455" y="485"/>
                    <a:pt x="455" y="485"/>
                  </a:cubicBezTo>
                  <a:cubicBezTo>
                    <a:pt x="460" y="475"/>
                    <a:pt x="464" y="465"/>
                    <a:pt x="467" y="455"/>
                  </a:cubicBezTo>
                  <a:cubicBezTo>
                    <a:pt x="475" y="427"/>
                    <a:pt x="475" y="408"/>
                    <a:pt x="477" y="395"/>
                  </a:cubicBezTo>
                  <a:cubicBezTo>
                    <a:pt x="477" y="391"/>
                    <a:pt x="477" y="273"/>
                    <a:pt x="477" y="162"/>
                  </a:cubicBezTo>
                  <a:cubicBezTo>
                    <a:pt x="375" y="162"/>
                    <a:pt x="292" y="163"/>
                    <a:pt x="248" y="209"/>
                  </a:cubicBezTo>
                  <a:cubicBezTo>
                    <a:pt x="203" y="163"/>
                    <a:pt x="121" y="162"/>
                    <a:pt x="18" y="162"/>
                  </a:cubicBezTo>
                  <a:cubicBezTo>
                    <a:pt x="18" y="273"/>
                    <a:pt x="18" y="391"/>
                    <a:pt x="19" y="39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59" name="Freeform 58"/>
            <p:cNvSpPr>
              <a:spLocks noEditPoints="1"/>
            </p:cNvSpPr>
            <p:nvPr/>
          </p:nvSpPr>
          <p:spPr bwMode="auto">
            <a:xfrm>
              <a:off x="-1106488" y="-771525"/>
              <a:ext cx="171450" cy="127000"/>
            </a:xfrm>
            <a:custGeom>
              <a:avLst/>
              <a:gdLst>
                <a:gd name="T0" fmla="*/ 3 w 224"/>
                <a:gd name="T1" fmla="*/ 112 h 165"/>
                <a:gd name="T2" fmla="*/ 17 w 224"/>
                <a:gd name="T3" fmla="*/ 96 h 165"/>
                <a:gd name="T4" fmla="*/ 22 w 224"/>
                <a:gd name="T5" fmla="*/ 124 h 165"/>
                <a:gd name="T6" fmla="*/ 56 w 224"/>
                <a:gd name="T7" fmla="*/ 103 h 165"/>
                <a:gd name="T8" fmla="*/ 21 w 224"/>
                <a:gd name="T9" fmla="*/ 59 h 165"/>
                <a:gd name="T10" fmla="*/ 39 w 224"/>
                <a:gd name="T11" fmla="*/ 64 h 165"/>
                <a:gd name="T12" fmla="*/ 79 w 224"/>
                <a:gd name="T13" fmla="*/ 91 h 165"/>
                <a:gd name="T14" fmla="*/ 104 w 224"/>
                <a:gd name="T15" fmla="*/ 87 h 165"/>
                <a:gd name="T16" fmla="*/ 108 w 224"/>
                <a:gd name="T17" fmla="*/ 69 h 165"/>
                <a:gd name="T18" fmla="*/ 127 w 224"/>
                <a:gd name="T19" fmla="*/ 97 h 165"/>
                <a:gd name="T20" fmla="*/ 109 w 224"/>
                <a:gd name="T21" fmla="*/ 102 h 165"/>
                <a:gd name="T22" fmla="*/ 90 w 224"/>
                <a:gd name="T23" fmla="*/ 102 h 165"/>
                <a:gd name="T24" fmla="*/ 115 w 224"/>
                <a:gd name="T25" fmla="*/ 130 h 165"/>
                <a:gd name="T26" fmla="*/ 110 w 224"/>
                <a:gd name="T27" fmla="*/ 164 h 165"/>
                <a:gd name="T28" fmla="*/ 86 w 224"/>
                <a:gd name="T29" fmla="*/ 136 h 165"/>
                <a:gd name="T30" fmla="*/ 47 w 224"/>
                <a:gd name="T31" fmla="*/ 139 h 165"/>
                <a:gd name="T32" fmla="*/ 126 w 224"/>
                <a:gd name="T33" fmla="*/ 40 h 165"/>
                <a:gd name="T34" fmla="*/ 151 w 224"/>
                <a:gd name="T35" fmla="*/ 26 h 165"/>
                <a:gd name="T36" fmla="*/ 150 w 224"/>
                <a:gd name="T37" fmla="*/ 44 h 165"/>
                <a:gd name="T38" fmla="*/ 133 w 224"/>
                <a:gd name="T39" fmla="*/ 45 h 165"/>
                <a:gd name="T40" fmla="*/ 190 w 224"/>
                <a:gd name="T41" fmla="*/ 74 h 165"/>
                <a:gd name="T42" fmla="*/ 204 w 224"/>
                <a:gd name="T43" fmla="*/ 83 h 165"/>
                <a:gd name="T44" fmla="*/ 220 w 224"/>
                <a:gd name="T45" fmla="*/ 79 h 165"/>
                <a:gd name="T46" fmla="*/ 220 w 224"/>
                <a:gd name="T47" fmla="*/ 60 h 165"/>
                <a:gd name="T48" fmla="*/ 209 w 224"/>
                <a:gd name="T49" fmla="*/ 53 h 165"/>
                <a:gd name="T50" fmla="*/ 195 w 224"/>
                <a:gd name="T51" fmla="*/ 58 h 165"/>
                <a:gd name="T52" fmla="*/ 183 w 224"/>
                <a:gd name="T53" fmla="*/ 36 h 165"/>
                <a:gd name="T54" fmla="*/ 179 w 224"/>
                <a:gd name="T55" fmla="*/ 25 h 165"/>
                <a:gd name="T56" fmla="*/ 149 w 224"/>
                <a:gd name="T57" fmla="*/ 22 h 165"/>
                <a:gd name="T58" fmla="*/ 157 w 224"/>
                <a:gd name="T59" fmla="*/ 4 h 165"/>
                <a:gd name="T60" fmla="*/ 119 w 224"/>
                <a:gd name="T61" fmla="*/ 13 h 165"/>
                <a:gd name="T62" fmla="*/ 119 w 224"/>
                <a:gd name="T63" fmla="*/ 39 h 165"/>
                <a:gd name="T64" fmla="*/ 122 w 224"/>
                <a:gd name="T65" fmla="*/ 61 h 165"/>
                <a:gd name="T66" fmla="*/ 175 w 224"/>
                <a:gd name="T67" fmla="*/ 114 h 165"/>
                <a:gd name="T68" fmla="*/ 129 w 224"/>
                <a:gd name="T69" fmla="*/ 102 h 165"/>
                <a:gd name="T70" fmla="*/ 128 w 224"/>
                <a:gd name="T71" fmla="*/ 103 h 165"/>
                <a:gd name="T72" fmla="*/ 157 w 224"/>
                <a:gd name="T73" fmla="*/ 130 h 165"/>
                <a:gd name="T74" fmla="*/ 184 w 224"/>
                <a:gd name="T75" fmla="*/ 108 h 165"/>
                <a:gd name="T76" fmla="*/ 115 w 224"/>
                <a:gd name="T77" fmla="*/ 46 h 165"/>
                <a:gd name="T78" fmla="*/ 98 w 224"/>
                <a:gd name="T79" fmla="*/ 44 h 165"/>
                <a:gd name="T80" fmla="*/ 60 w 224"/>
                <a:gd name="T81" fmla="*/ 40 h 165"/>
                <a:gd name="T82" fmla="*/ 82 w 224"/>
                <a:gd name="T83" fmla="*/ 25 h 165"/>
                <a:gd name="T84" fmla="*/ 66 w 224"/>
                <a:gd name="T85" fmla="*/ 15 h 165"/>
                <a:gd name="T86" fmla="*/ 45 w 224"/>
                <a:gd name="T87" fmla="*/ 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4" h="165">
                  <a:moveTo>
                    <a:pt x="7" y="136"/>
                  </a:moveTo>
                  <a:cubicBezTo>
                    <a:pt x="2" y="133"/>
                    <a:pt x="0" y="128"/>
                    <a:pt x="0" y="123"/>
                  </a:cubicBezTo>
                  <a:cubicBezTo>
                    <a:pt x="0" y="122"/>
                    <a:pt x="1" y="117"/>
                    <a:pt x="3" y="112"/>
                  </a:cubicBezTo>
                  <a:cubicBezTo>
                    <a:pt x="4" y="110"/>
                    <a:pt x="7" y="112"/>
                    <a:pt x="8" y="108"/>
                  </a:cubicBezTo>
                  <a:cubicBezTo>
                    <a:pt x="9" y="103"/>
                    <a:pt x="13" y="97"/>
                    <a:pt x="14" y="96"/>
                  </a:cubicBezTo>
                  <a:cubicBezTo>
                    <a:pt x="15" y="96"/>
                    <a:pt x="16" y="96"/>
                    <a:pt x="17" y="96"/>
                  </a:cubicBezTo>
                  <a:cubicBezTo>
                    <a:pt x="18" y="96"/>
                    <a:pt x="16" y="100"/>
                    <a:pt x="16" y="102"/>
                  </a:cubicBezTo>
                  <a:cubicBezTo>
                    <a:pt x="16" y="103"/>
                    <a:pt x="13" y="111"/>
                    <a:pt x="15" y="117"/>
                  </a:cubicBezTo>
                  <a:cubicBezTo>
                    <a:pt x="17" y="123"/>
                    <a:pt x="20" y="123"/>
                    <a:pt x="22" y="124"/>
                  </a:cubicBezTo>
                  <a:cubicBezTo>
                    <a:pt x="24" y="125"/>
                    <a:pt x="33" y="126"/>
                    <a:pt x="41" y="124"/>
                  </a:cubicBezTo>
                  <a:cubicBezTo>
                    <a:pt x="50" y="123"/>
                    <a:pt x="69" y="116"/>
                    <a:pt x="64" y="111"/>
                  </a:cubicBezTo>
                  <a:cubicBezTo>
                    <a:pt x="61" y="109"/>
                    <a:pt x="59" y="106"/>
                    <a:pt x="56" y="103"/>
                  </a:cubicBezTo>
                  <a:cubicBezTo>
                    <a:pt x="46" y="95"/>
                    <a:pt x="34" y="89"/>
                    <a:pt x="24" y="81"/>
                  </a:cubicBezTo>
                  <a:cubicBezTo>
                    <a:pt x="23" y="80"/>
                    <a:pt x="22" y="79"/>
                    <a:pt x="21" y="77"/>
                  </a:cubicBezTo>
                  <a:cubicBezTo>
                    <a:pt x="17" y="72"/>
                    <a:pt x="17" y="64"/>
                    <a:pt x="21" y="59"/>
                  </a:cubicBezTo>
                  <a:cubicBezTo>
                    <a:pt x="22" y="58"/>
                    <a:pt x="22" y="57"/>
                    <a:pt x="23" y="56"/>
                  </a:cubicBezTo>
                  <a:cubicBezTo>
                    <a:pt x="24" y="54"/>
                    <a:pt x="26" y="53"/>
                    <a:pt x="28" y="56"/>
                  </a:cubicBezTo>
                  <a:cubicBezTo>
                    <a:pt x="30" y="59"/>
                    <a:pt x="35" y="61"/>
                    <a:pt x="39" y="64"/>
                  </a:cubicBezTo>
                  <a:cubicBezTo>
                    <a:pt x="44" y="68"/>
                    <a:pt x="50" y="71"/>
                    <a:pt x="56" y="75"/>
                  </a:cubicBezTo>
                  <a:cubicBezTo>
                    <a:pt x="62" y="80"/>
                    <a:pt x="69" y="85"/>
                    <a:pt x="75" y="90"/>
                  </a:cubicBezTo>
                  <a:cubicBezTo>
                    <a:pt x="77" y="92"/>
                    <a:pt x="77" y="92"/>
                    <a:pt x="79" y="91"/>
                  </a:cubicBezTo>
                  <a:cubicBezTo>
                    <a:pt x="82" y="89"/>
                    <a:pt x="84" y="88"/>
                    <a:pt x="87" y="88"/>
                  </a:cubicBezTo>
                  <a:cubicBezTo>
                    <a:pt x="90" y="87"/>
                    <a:pt x="92" y="88"/>
                    <a:pt x="95" y="88"/>
                  </a:cubicBezTo>
                  <a:cubicBezTo>
                    <a:pt x="98" y="88"/>
                    <a:pt x="101" y="87"/>
                    <a:pt x="104" y="87"/>
                  </a:cubicBezTo>
                  <a:cubicBezTo>
                    <a:pt x="106" y="86"/>
                    <a:pt x="106" y="85"/>
                    <a:pt x="106" y="84"/>
                  </a:cubicBezTo>
                  <a:cubicBezTo>
                    <a:pt x="104" y="81"/>
                    <a:pt x="104" y="77"/>
                    <a:pt x="105" y="74"/>
                  </a:cubicBezTo>
                  <a:cubicBezTo>
                    <a:pt x="105" y="73"/>
                    <a:pt x="106" y="71"/>
                    <a:pt x="108" y="69"/>
                  </a:cubicBezTo>
                  <a:cubicBezTo>
                    <a:pt x="109" y="68"/>
                    <a:pt x="111" y="69"/>
                    <a:pt x="113" y="70"/>
                  </a:cubicBezTo>
                  <a:cubicBezTo>
                    <a:pt x="117" y="73"/>
                    <a:pt x="121" y="76"/>
                    <a:pt x="124" y="79"/>
                  </a:cubicBezTo>
                  <a:cubicBezTo>
                    <a:pt x="129" y="84"/>
                    <a:pt x="130" y="91"/>
                    <a:pt x="127" y="97"/>
                  </a:cubicBezTo>
                  <a:cubicBezTo>
                    <a:pt x="127" y="97"/>
                    <a:pt x="127" y="98"/>
                    <a:pt x="127" y="99"/>
                  </a:cubicBezTo>
                  <a:cubicBezTo>
                    <a:pt x="126" y="102"/>
                    <a:pt x="125" y="103"/>
                    <a:pt x="121" y="103"/>
                  </a:cubicBezTo>
                  <a:cubicBezTo>
                    <a:pt x="117" y="103"/>
                    <a:pt x="113" y="102"/>
                    <a:pt x="109" y="102"/>
                  </a:cubicBezTo>
                  <a:cubicBezTo>
                    <a:pt x="107" y="102"/>
                    <a:pt x="104" y="102"/>
                    <a:pt x="101" y="101"/>
                  </a:cubicBezTo>
                  <a:cubicBezTo>
                    <a:pt x="98" y="101"/>
                    <a:pt x="95" y="101"/>
                    <a:pt x="93" y="101"/>
                  </a:cubicBezTo>
                  <a:cubicBezTo>
                    <a:pt x="92" y="101"/>
                    <a:pt x="91" y="101"/>
                    <a:pt x="90" y="102"/>
                  </a:cubicBezTo>
                  <a:cubicBezTo>
                    <a:pt x="89" y="103"/>
                    <a:pt x="90" y="104"/>
                    <a:pt x="91" y="104"/>
                  </a:cubicBezTo>
                  <a:cubicBezTo>
                    <a:pt x="92" y="106"/>
                    <a:pt x="95" y="109"/>
                    <a:pt x="97" y="111"/>
                  </a:cubicBezTo>
                  <a:cubicBezTo>
                    <a:pt x="104" y="118"/>
                    <a:pt x="110" y="125"/>
                    <a:pt x="115" y="130"/>
                  </a:cubicBezTo>
                  <a:cubicBezTo>
                    <a:pt x="120" y="137"/>
                    <a:pt x="122" y="140"/>
                    <a:pt x="122" y="143"/>
                  </a:cubicBezTo>
                  <a:cubicBezTo>
                    <a:pt x="124" y="149"/>
                    <a:pt x="123" y="152"/>
                    <a:pt x="121" y="155"/>
                  </a:cubicBezTo>
                  <a:cubicBezTo>
                    <a:pt x="120" y="159"/>
                    <a:pt x="117" y="164"/>
                    <a:pt x="110" y="164"/>
                  </a:cubicBezTo>
                  <a:cubicBezTo>
                    <a:pt x="104" y="165"/>
                    <a:pt x="101" y="164"/>
                    <a:pt x="99" y="162"/>
                  </a:cubicBezTo>
                  <a:cubicBezTo>
                    <a:pt x="97" y="159"/>
                    <a:pt x="96" y="154"/>
                    <a:pt x="96" y="152"/>
                  </a:cubicBezTo>
                  <a:cubicBezTo>
                    <a:pt x="94" y="145"/>
                    <a:pt x="90" y="141"/>
                    <a:pt x="86" y="136"/>
                  </a:cubicBezTo>
                  <a:cubicBezTo>
                    <a:pt x="84" y="133"/>
                    <a:pt x="82" y="131"/>
                    <a:pt x="79" y="127"/>
                  </a:cubicBezTo>
                  <a:cubicBezTo>
                    <a:pt x="78" y="127"/>
                    <a:pt x="77" y="126"/>
                    <a:pt x="76" y="126"/>
                  </a:cubicBezTo>
                  <a:cubicBezTo>
                    <a:pt x="70" y="129"/>
                    <a:pt x="58" y="137"/>
                    <a:pt x="47" y="139"/>
                  </a:cubicBezTo>
                  <a:cubicBezTo>
                    <a:pt x="29" y="144"/>
                    <a:pt x="13" y="141"/>
                    <a:pt x="7" y="136"/>
                  </a:cubicBezTo>
                  <a:close/>
                  <a:moveTo>
                    <a:pt x="119" y="39"/>
                  </a:moveTo>
                  <a:cubicBezTo>
                    <a:pt x="121" y="41"/>
                    <a:pt x="123" y="41"/>
                    <a:pt x="126" y="40"/>
                  </a:cubicBezTo>
                  <a:cubicBezTo>
                    <a:pt x="128" y="39"/>
                    <a:pt x="130" y="38"/>
                    <a:pt x="133" y="37"/>
                  </a:cubicBezTo>
                  <a:cubicBezTo>
                    <a:pt x="135" y="35"/>
                    <a:pt x="137" y="34"/>
                    <a:pt x="139" y="32"/>
                  </a:cubicBezTo>
                  <a:cubicBezTo>
                    <a:pt x="142" y="28"/>
                    <a:pt x="146" y="26"/>
                    <a:pt x="151" y="26"/>
                  </a:cubicBezTo>
                  <a:cubicBezTo>
                    <a:pt x="151" y="26"/>
                    <a:pt x="152" y="26"/>
                    <a:pt x="153" y="27"/>
                  </a:cubicBezTo>
                  <a:cubicBezTo>
                    <a:pt x="153" y="27"/>
                    <a:pt x="153" y="28"/>
                    <a:pt x="152" y="29"/>
                  </a:cubicBezTo>
                  <a:cubicBezTo>
                    <a:pt x="150" y="34"/>
                    <a:pt x="149" y="39"/>
                    <a:pt x="150" y="44"/>
                  </a:cubicBezTo>
                  <a:cubicBezTo>
                    <a:pt x="151" y="49"/>
                    <a:pt x="146" y="47"/>
                    <a:pt x="146" y="47"/>
                  </a:cubicBezTo>
                  <a:cubicBezTo>
                    <a:pt x="146" y="47"/>
                    <a:pt x="140" y="46"/>
                    <a:pt x="139" y="46"/>
                  </a:cubicBezTo>
                  <a:cubicBezTo>
                    <a:pt x="138" y="45"/>
                    <a:pt x="134" y="45"/>
                    <a:pt x="133" y="45"/>
                  </a:cubicBezTo>
                  <a:cubicBezTo>
                    <a:pt x="133" y="46"/>
                    <a:pt x="128" y="48"/>
                    <a:pt x="128" y="49"/>
                  </a:cubicBezTo>
                  <a:cubicBezTo>
                    <a:pt x="128" y="50"/>
                    <a:pt x="133" y="53"/>
                    <a:pt x="133" y="53"/>
                  </a:cubicBezTo>
                  <a:cubicBezTo>
                    <a:pt x="133" y="53"/>
                    <a:pt x="182" y="72"/>
                    <a:pt x="190" y="74"/>
                  </a:cubicBezTo>
                  <a:cubicBezTo>
                    <a:pt x="191" y="75"/>
                    <a:pt x="195" y="78"/>
                    <a:pt x="196" y="78"/>
                  </a:cubicBezTo>
                  <a:cubicBezTo>
                    <a:pt x="197" y="79"/>
                    <a:pt x="198" y="79"/>
                    <a:pt x="198" y="80"/>
                  </a:cubicBezTo>
                  <a:cubicBezTo>
                    <a:pt x="200" y="81"/>
                    <a:pt x="202" y="82"/>
                    <a:pt x="204" y="83"/>
                  </a:cubicBezTo>
                  <a:cubicBezTo>
                    <a:pt x="205" y="84"/>
                    <a:pt x="209" y="84"/>
                    <a:pt x="209" y="84"/>
                  </a:cubicBezTo>
                  <a:cubicBezTo>
                    <a:pt x="213" y="84"/>
                    <a:pt x="215" y="82"/>
                    <a:pt x="216" y="81"/>
                  </a:cubicBezTo>
                  <a:cubicBezTo>
                    <a:pt x="217" y="81"/>
                    <a:pt x="219" y="79"/>
                    <a:pt x="220" y="79"/>
                  </a:cubicBezTo>
                  <a:cubicBezTo>
                    <a:pt x="221" y="77"/>
                    <a:pt x="222" y="75"/>
                    <a:pt x="222" y="75"/>
                  </a:cubicBezTo>
                  <a:cubicBezTo>
                    <a:pt x="223" y="73"/>
                    <a:pt x="224" y="69"/>
                    <a:pt x="223" y="67"/>
                  </a:cubicBezTo>
                  <a:cubicBezTo>
                    <a:pt x="223" y="66"/>
                    <a:pt x="222" y="62"/>
                    <a:pt x="220" y="60"/>
                  </a:cubicBezTo>
                  <a:cubicBezTo>
                    <a:pt x="218" y="57"/>
                    <a:pt x="216" y="56"/>
                    <a:pt x="214" y="55"/>
                  </a:cubicBezTo>
                  <a:cubicBezTo>
                    <a:pt x="212" y="53"/>
                    <a:pt x="211" y="53"/>
                    <a:pt x="211" y="53"/>
                  </a:cubicBezTo>
                  <a:cubicBezTo>
                    <a:pt x="210" y="53"/>
                    <a:pt x="209" y="52"/>
                    <a:pt x="209" y="53"/>
                  </a:cubicBezTo>
                  <a:cubicBezTo>
                    <a:pt x="209" y="53"/>
                    <a:pt x="210" y="56"/>
                    <a:pt x="209" y="56"/>
                  </a:cubicBezTo>
                  <a:cubicBezTo>
                    <a:pt x="208" y="57"/>
                    <a:pt x="208" y="58"/>
                    <a:pt x="205" y="58"/>
                  </a:cubicBezTo>
                  <a:cubicBezTo>
                    <a:pt x="203" y="58"/>
                    <a:pt x="200" y="59"/>
                    <a:pt x="195" y="58"/>
                  </a:cubicBezTo>
                  <a:cubicBezTo>
                    <a:pt x="190" y="57"/>
                    <a:pt x="166" y="53"/>
                    <a:pt x="162" y="52"/>
                  </a:cubicBezTo>
                  <a:cubicBezTo>
                    <a:pt x="163" y="51"/>
                    <a:pt x="167" y="49"/>
                    <a:pt x="170" y="48"/>
                  </a:cubicBezTo>
                  <a:cubicBezTo>
                    <a:pt x="175" y="45"/>
                    <a:pt x="181" y="42"/>
                    <a:pt x="183" y="36"/>
                  </a:cubicBezTo>
                  <a:cubicBezTo>
                    <a:pt x="184" y="34"/>
                    <a:pt x="185" y="31"/>
                    <a:pt x="184" y="28"/>
                  </a:cubicBezTo>
                  <a:cubicBezTo>
                    <a:pt x="184" y="27"/>
                    <a:pt x="182" y="26"/>
                    <a:pt x="180" y="25"/>
                  </a:cubicBezTo>
                  <a:cubicBezTo>
                    <a:pt x="180" y="25"/>
                    <a:pt x="180" y="25"/>
                    <a:pt x="179" y="25"/>
                  </a:cubicBezTo>
                  <a:cubicBezTo>
                    <a:pt x="175" y="22"/>
                    <a:pt x="171" y="21"/>
                    <a:pt x="166" y="23"/>
                  </a:cubicBezTo>
                  <a:cubicBezTo>
                    <a:pt x="161" y="24"/>
                    <a:pt x="156" y="25"/>
                    <a:pt x="151" y="23"/>
                  </a:cubicBezTo>
                  <a:cubicBezTo>
                    <a:pt x="150" y="23"/>
                    <a:pt x="150" y="23"/>
                    <a:pt x="149" y="22"/>
                  </a:cubicBezTo>
                  <a:cubicBezTo>
                    <a:pt x="150" y="21"/>
                    <a:pt x="150" y="21"/>
                    <a:pt x="151" y="20"/>
                  </a:cubicBezTo>
                  <a:cubicBezTo>
                    <a:pt x="153" y="17"/>
                    <a:pt x="156" y="15"/>
                    <a:pt x="158" y="12"/>
                  </a:cubicBezTo>
                  <a:cubicBezTo>
                    <a:pt x="160" y="9"/>
                    <a:pt x="160" y="6"/>
                    <a:pt x="157" y="4"/>
                  </a:cubicBezTo>
                  <a:cubicBezTo>
                    <a:pt x="154" y="2"/>
                    <a:pt x="150" y="0"/>
                    <a:pt x="145" y="1"/>
                  </a:cubicBezTo>
                  <a:cubicBezTo>
                    <a:pt x="138" y="2"/>
                    <a:pt x="132" y="5"/>
                    <a:pt x="126" y="8"/>
                  </a:cubicBezTo>
                  <a:cubicBezTo>
                    <a:pt x="124" y="10"/>
                    <a:pt x="121" y="11"/>
                    <a:pt x="119" y="13"/>
                  </a:cubicBezTo>
                  <a:cubicBezTo>
                    <a:pt x="116" y="16"/>
                    <a:pt x="113" y="19"/>
                    <a:pt x="114" y="24"/>
                  </a:cubicBezTo>
                  <a:cubicBezTo>
                    <a:pt x="114" y="26"/>
                    <a:pt x="115" y="27"/>
                    <a:pt x="115" y="29"/>
                  </a:cubicBezTo>
                  <a:cubicBezTo>
                    <a:pt x="115" y="33"/>
                    <a:pt x="116" y="36"/>
                    <a:pt x="119" y="39"/>
                  </a:cubicBezTo>
                  <a:close/>
                  <a:moveTo>
                    <a:pt x="98" y="44"/>
                  </a:moveTo>
                  <a:cubicBezTo>
                    <a:pt x="101" y="49"/>
                    <a:pt x="106" y="53"/>
                    <a:pt x="111" y="56"/>
                  </a:cubicBezTo>
                  <a:cubicBezTo>
                    <a:pt x="115" y="58"/>
                    <a:pt x="118" y="60"/>
                    <a:pt x="122" y="61"/>
                  </a:cubicBezTo>
                  <a:cubicBezTo>
                    <a:pt x="132" y="65"/>
                    <a:pt x="146" y="74"/>
                    <a:pt x="150" y="77"/>
                  </a:cubicBezTo>
                  <a:cubicBezTo>
                    <a:pt x="161" y="85"/>
                    <a:pt x="172" y="97"/>
                    <a:pt x="176" y="104"/>
                  </a:cubicBezTo>
                  <a:cubicBezTo>
                    <a:pt x="178" y="107"/>
                    <a:pt x="178" y="111"/>
                    <a:pt x="175" y="114"/>
                  </a:cubicBezTo>
                  <a:cubicBezTo>
                    <a:pt x="173" y="116"/>
                    <a:pt x="164" y="116"/>
                    <a:pt x="162" y="115"/>
                  </a:cubicBezTo>
                  <a:cubicBezTo>
                    <a:pt x="159" y="115"/>
                    <a:pt x="152" y="113"/>
                    <a:pt x="146" y="110"/>
                  </a:cubicBezTo>
                  <a:cubicBezTo>
                    <a:pt x="139" y="107"/>
                    <a:pt x="129" y="102"/>
                    <a:pt x="129" y="102"/>
                  </a:cubicBezTo>
                  <a:cubicBezTo>
                    <a:pt x="129" y="102"/>
                    <a:pt x="128" y="102"/>
                    <a:pt x="128" y="102"/>
                  </a:cubicBezTo>
                  <a:cubicBezTo>
                    <a:pt x="128" y="102"/>
                    <a:pt x="128" y="102"/>
                    <a:pt x="128" y="102"/>
                  </a:cubicBezTo>
                  <a:cubicBezTo>
                    <a:pt x="128" y="102"/>
                    <a:pt x="128" y="102"/>
                    <a:pt x="128" y="103"/>
                  </a:cubicBezTo>
                  <a:cubicBezTo>
                    <a:pt x="128" y="103"/>
                    <a:pt x="128" y="104"/>
                    <a:pt x="129" y="105"/>
                  </a:cubicBezTo>
                  <a:cubicBezTo>
                    <a:pt x="129" y="106"/>
                    <a:pt x="134" y="113"/>
                    <a:pt x="134" y="113"/>
                  </a:cubicBezTo>
                  <a:cubicBezTo>
                    <a:pt x="137" y="118"/>
                    <a:pt x="145" y="126"/>
                    <a:pt x="157" y="130"/>
                  </a:cubicBezTo>
                  <a:cubicBezTo>
                    <a:pt x="163" y="132"/>
                    <a:pt x="169" y="133"/>
                    <a:pt x="175" y="130"/>
                  </a:cubicBezTo>
                  <a:cubicBezTo>
                    <a:pt x="177" y="129"/>
                    <a:pt x="180" y="127"/>
                    <a:pt x="183" y="123"/>
                  </a:cubicBezTo>
                  <a:cubicBezTo>
                    <a:pt x="186" y="118"/>
                    <a:pt x="185" y="112"/>
                    <a:pt x="184" y="108"/>
                  </a:cubicBezTo>
                  <a:cubicBezTo>
                    <a:pt x="182" y="100"/>
                    <a:pt x="176" y="90"/>
                    <a:pt x="168" y="83"/>
                  </a:cubicBezTo>
                  <a:cubicBezTo>
                    <a:pt x="162" y="76"/>
                    <a:pt x="160" y="73"/>
                    <a:pt x="147" y="64"/>
                  </a:cubicBezTo>
                  <a:cubicBezTo>
                    <a:pt x="135" y="55"/>
                    <a:pt x="120" y="48"/>
                    <a:pt x="115" y="46"/>
                  </a:cubicBezTo>
                  <a:cubicBezTo>
                    <a:pt x="110" y="43"/>
                    <a:pt x="93" y="35"/>
                    <a:pt x="92" y="35"/>
                  </a:cubicBezTo>
                  <a:cubicBezTo>
                    <a:pt x="91" y="35"/>
                    <a:pt x="91" y="35"/>
                    <a:pt x="91" y="36"/>
                  </a:cubicBezTo>
                  <a:cubicBezTo>
                    <a:pt x="92" y="37"/>
                    <a:pt x="98" y="43"/>
                    <a:pt x="98" y="44"/>
                  </a:cubicBezTo>
                  <a:close/>
                  <a:moveTo>
                    <a:pt x="45" y="42"/>
                  </a:moveTo>
                  <a:cubicBezTo>
                    <a:pt x="46" y="46"/>
                    <a:pt x="49" y="47"/>
                    <a:pt x="51" y="45"/>
                  </a:cubicBezTo>
                  <a:cubicBezTo>
                    <a:pt x="54" y="43"/>
                    <a:pt x="57" y="42"/>
                    <a:pt x="60" y="40"/>
                  </a:cubicBezTo>
                  <a:cubicBezTo>
                    <a:pt x="66" y="37"/>
                    <a:pt x="73" y="34"/>
                    <a:pt x="80" y="31"/>
                  </a:cubicBezTo>
                  <a:cubicBezTo>
                    <a:pt x="82" y="30"/>
                    <a:pt x="83" y="29"/>
                    <a:pt x="82" y="26"/>
                  </a:cubicBezTo>
                  <a:cubicBezTo>
                    <a:pt x="82" y="26"/>
                    <a:pt x="82" y="25"/>
                    <a:pt x="82" y="25"/>
                  </a:cubicBezTo>
                  <a:cubicBezTo>
                    <a:pt x="81" y="23"/>
                    <a:pt x="80" y="20"/>
                    <a:pt x="79" y="17"/>
                  </a:cubicBezTo>
                  <a:cubicBezTo>
                    <a:pt x="78" y="17"/>
                    <a:pt x="77" y="16"/>
                    <a:pt x="75" y="15"/>
                  </a:cubicBezTo>
                  <a:cubicBezTo>
                    <a:pt x="72" y="15"/>
                    <a:pt x="69" y="15"/>
                    <a:pt x="66" y="15"/>
                  </a:cubicBezTo>
                  <a:cubicBezTo>
                    <a:pt x="60" y="17"/>
                    <a:pt x="53" y="20"/>
                    <a:pt x="47" y="23"/>
                  </a:cubicBezTo>
                  <a:cubicBezTo>
                    <a:pt x="41" y="25"/>
                    <a:pt x="39" y="30"/>
                    <a:pt x="42" y="37"/>
                  </a:cubicBezTo>
                  <a:cubicBezTo>
                    <a:pt x="42" y="39"/>
                    <a:pt x="44" y="40"/>
                    <a:pt x="45" y="42"/>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0" name="Freeform 59"/>
            <p:cNvSpPr>
              <a:spLocks/>
            </p:cNvSpPr>
            <p:nvPr/>
          </p:nvSpPr>
          <p:spPr bwMode="auto">
            <a:xfrm>
              <a:off x="-2065338" y="-779463"/>
              <a:ext cx="160338" cy="142875"/>
            </a:xfrm>
            <a:custGeom>
              <a:avLst/>
              <a:gdLst>
                <a:gd name="T0" fmla="*/ 27 w 210"/>
                <a:gd name="T1" fmla="*/ 9 h 187"/>
                <a:gd name="T2" fmla="*/ 42 w 210"/>
                <a:gd name="T3" fmla="*/ 17 h 187"/>
                <a:gd name="T4" fmla="*/ 47 w 210"/>
                <a:gd name="T5" fmla="*/ 7 h 187"/>
                <a:gd name="T6" fmla="*/ 59 w 210"/>
                <a:gd name="T7" fmla="*/ 7 h 187"/>
                <a:gd name="T8" fmla="*/ 64 w 210"/>
                <a:gd name="T9" fmla="*/ 25 h 187"/>
                <a:gd name="T10" fmla="*/ 59 w 210"/>
                <a:gd name="T11" fmla="*/ 42 h 187"/>
                <a:gd name="T12" fmla="*/ 72 w 210"/>
                <a:gd name="T13" fmla="*/ 67 h 187"/>
                <a:gd name="T14" fmla="*/ 79 w 210"/>
                <a:gd name="T15" fmla="*/ 51 h 187"/>
                <a:gd name="T16" fmla="*/ 127 w 210"/>
                <a:gd name="T17" fmla="*/ 1 h 187"/>
                <a:gd name="T18" fmla="*/ 154 w 210"/>
                <a:gd name="T19" fmla="*/ 16 h 187"/>
                <a:gd name="T20" fmla="*/ 178 w 210"/>
                <a:gd name="T21" fmla="*/ 40 h 187"/>
                <a:gd name="T22" fmla="*/ 202 w 210"/>
                <a:gd name="T23" fmla="*/ 77 h 187"/>
                <a:gd name="T24" fmla="*/ 200 w 210"/>
                <a:gd name="T25" fmla="*/ 105 h 187"/>
                <a:gd name="T26" fmla="*/ 185 w 210"/>
                <a:gd name="T27" fmla="*/ 108 h 187"/>
                <a:gd name="T28" fmla="*/ 181 w 210"/>
                <a:gd name="T29" fmla="*/ 105 h 187"/>
                <a:gd name="T30" fmla="*/ 174 w 210"/>
                <a:gd name="T31" fmla="*/ 107 h 187"/>
                <a:gd name="T32" fmla="*/ 180 w 210"/>
                <a:gd name="T33" fmla="*/ 116 h 187"/>
                <a:gd name="T34" fmla="*/ 207 w 210"/>
                <a:gd name="T35" fmla="*/ 137 h 187"/>
                <a:gd name="T36" fmla="*/ 210 w 210"/>
                <a:gd name="T37" fmla="*/ 144 h 187"/>
                <a:gd name="T38" fmla="*/ 201 w 210"/>
                <a:gd name="T39" fmla="*/ 141 h 187"/>
                <a:gd name="T40" fmla="*/ 160 w 210"/>
                <a:gd name="T41" fmla="*/ 114 h 187"/>
                <a:gd name="T42" fmla="*/ 153 w 210"/>
                <a:gd name="T43" fmla="*/ 129 h 187"/>
                <a:gd name="T44" fmla="*/ 146 w 210"/>
                <a:gd name="T45" fmla="*/ 137 h 187"/>
                <a:gd name="T46" fmla="*/ 139 w 210"/>
                <a:gd name="T47" fmla="*/ 134 h 187"/>
                <a:gd name="T48" fmla="*/ 132 w 210"/>
                <a:gd name="T49" fmla="*/ 115 h 187"/>
                <a:gd name="T50" fmla="*/ 123 w 210"/>
                <a:gd name="T51" fmla="*/ 122 h 187"/>
                <a:gd name="T52" fmla="*/ 110 w 210"/>
                <a:gd name="T53" fmla="*/ 100 h 187"/>
                <a:gd name="T54" fmla="*/ 98 w 210"/>
                <a:gd name="T55" fmla="*/ 97 h 187"/>
                <a:gd name="T56" fmla="*/ 91 w 210"/>
                <a:gd name="T57" fmla="*/ 87 h 187"/>
                <a:gd name="T58" fmla="*/ 91 w 210"/>
                <a:gd name="T59" fmla="*/ 86 h 187"/>
                <a:gd name="T60" fmla="*/ 97 w 210"/>
                <a:gd name="T61" fmla="*/ 81 h 187"/>
                <a:gd name="T62" fmla="*/ 103 w 210"/>
                <a:gd name="T63" fmla="*/ 81 h 187"/>
                <a:gd name="T64" fmla="*/ 96 w 210"/>
                <a:gd name="T65" fmla="*/ 64 h 187"/>
                <a:gd name="T66" fmla="*/ 95 w 210"/>
                <a:gd name="T67" fmla="*/ 54 h 187"/>
                <a:gd name="T68" fmla="*/ 118 w 210"/>
                <a:gd name="T69" fmla="*/ 66 h 187"/>
                <a:gd name="T70" fmla="*/ 132 w 210"/>
                <a:gd name="T71" fmla="*/ 68 h 187"/>
                <a:gd name="T72" fmla="*/ 139 w 210"/>
                <a:gd name="T73" fmla="*/ 97 h 187"/>
                <a:gd name="T74" fmla="*/ 141 w 210"/>
                <a:gd name="T75" fmla="*/ 97 h 187"/>
                <a:gd name="T76" fmla="*/ 146 w 210"/>
                <a:gd name="T77" fmla="*/ 86 h 187"/>
                <a:gd name="T78" fmla="*/ 158 w 210"/>
                <a:gd name="T79" fmla="*/ 91 h 187"/>
                <a:gd name="T80" fmla="*/ 167 w 210"/>
                <a:gd name="T81" fmla="*/ 105 h 187"/>
                <a:gd name="T82" fmla="*/ 187 w 210"/>
                <a:gd name="T83" fmla="*/ 92 h 187"/>
                <a:gd name="T84" fmla="*/ 179 w 210"/>
                <a:gd name="T85" fmla="*/ 66 h 187"/>
                <a:gd name="T86" fmla="*/ 152 w 210"/>
                <a:gd name="T87" fmla="*/ 33 h 187"/>
                <a:gd name="T88" fmla="*/ 110 w 210"/>
                <a:gd name="T89" fmla="*/ 21 h 187"/>
                <a:gd name="T90" fmla="*/ 89 w 210"/>
                <a:gd name="T91" fmla="*/ 74 h 187"/>
                <a:gd name="T92" fmla="*/ 91 w 210"/>
                <a:gd name="T93" fmla="*/ 86 h 187"/>
                <a:gd name="T94" fmla="*/ 91 w 210"/>
                <a:gd name="T95" fmla="*/ 87 h 187"/>
                <a:gd name="T96" fmla="*/ 95 w 210"/>
                <a:gd name="T97" fmla="*/ 113 h 187"/>
                <a:gd name="T98" fmla="*/ 92 w 210"/>
                <a:gd name="T99" fmla="*/ 127 h 187"/>
                <a:gd name="T100" fmla="*/ 106 w 210"/>
                <a:gd name="T101" fmla="*/ 144 h 187"/>
                <a:gd name="T102" fmla="*/ 141 w 210"/>
                <a:gd name="T103" fmla="*/ 161 h 187"/>
                <a:gd name="T104" fmla="*/ 157 w 210"/>
                <a:gd name="T105" fmla="*/ 177 h 187"/>
                <a:gd name="T106" fmla="*/ 150 w 210"/>
                <a:gd name="T107" fmla="*/ 185 h 187"/>
                <a:gd name="T108" fmla="*/ 134 w 210"/>
                <a:gd name="T109" fmla="*/ 186 h 187"/>
                <a:gd name="T110" fmla="*/ 87 w 210"/>
                <a:gd name="T111" fmla="*/ 159 h 187"/>
                <a:gd name="T112" fmla="*/ 70 w 210"/>
                <a:gd name="T113" fmla="*/ 128 h 187"/>
                <a:gd name="T114" fmla="*/ 72 w 210"/>
                <a:gd name="T115" fmla="*/ 121 h 187"/>
                <a:gd name="T116" fmla="*/ 56 w 210"/>
                <a:gd name="T117" fmla="*/ 84 h 187"/>
                <a:gd name="T118" fmla="*/ 33 w 210"/>
                <a:gd name="T119" fmla="*/ 82 h 187"/>
                <a:gd name="T120" fmla="*/ 34 w 210"/>
                <a:gd name="T121" fmla="*/ 60 h 187"/>
                <a:gd name="T122" fmla="*/ 30 w 210"/>
                <a:gd name="T123" fmla="*/ 50 h 187"/>
                <a:gd name="T124" fmla="*/ 8 w 210"/>
                <a:gd name="T12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 h="187">
                  <a:moveTo>
                    <a:pt x="3" y="19"/>
                  </a:moveTo>
                  <a:cubicBezTo>
                    <a:pt x="9" y="11"/>
                    <a:pt x="17" y="9"/>
                    <a:pt x="27" y="9"/>
                  </a:cubicBezTo>
                  <a:cubicBezTo>
                    <a:pt x="31" y="9"/>
                    <a:pt x="34" y="11"/>
                    <a:pt x="37" y="13"/>
                  </a:cubicBezTo>
                  <a:cubicBezTo>
                    <a:pt x="39" y="15"/>
                    <a:pt x="40" y="19"/>
                    <a:pt x="42" y="17"/>
                  </a:cubicBezTo>
                  <a:cubicBezTo>
                    <a:pt x="43" y="16"/>
                    <a:pt x="44" y="14"/>
                    <a:pt x="44" y="13"/>
                  </a:cubicBezTo>
                  <a:cubicBezTo>
                    <a:pt x="45" y="10"/>
                    <a:pt x="45" y="9"/>
                    <a:pt x="47" y="7"/>
                  </a:cubicBezTo>
                  <a:cubicBezTo>
                    <a:pt x="49" y="6"/>
                    <a:pt x="51" y="6"/>
                    <a:pt x="53" y="6"/>
                  </a:cubicBezTo>
                  <a:cubicBezTo>
                    <a:pt x="55" y="5"/>
                    <a:pt x="57" y="6"/>
                    <a:pt x="59" y="7"/>
                  </a:cubicBezTo>
                  <a:cubicBezTo>
                    <a:pt x="62" y="9"/>
                    <a:pt x="63" y="11"/>
                    <a:pt x="65" y="13"/>
                  </a:cubicBezTo>
                  <a:cubicBezTo>
                    <a:pt x="67" y="18"/>
                    <a:pt x="65" y="21"/>
                    <a:pt x="64" y="25"/>
                  </a:cubicBezTo>
                  <a:cubicBezTo>
                    <a:pt x="64" y="28"/>
                    <a:pt x="62" y="30"/>
                    <a:pt x="61" y="33"/>
                  </a:cubicBezTo>
                  <a:cubicBezTo>
                    <a:pt x="60" y="36"/>
                    <a:pt x="59" y="39"/>
                    <a:pt x="59" y="42"/>
                  </a:cubicBezTo>
                  <a:cubicBezTo>
                    <a:pt x="61" y="49"/>
                    <a:pt x="63" y="56"/>
                    <a:pt x="68" y="62"/>
                  </a:cubicBezTo>
                  <a:cubicBezTo>
                    <a:pt x="70" y="63"/>
                    <a:pt x="71" y="65"/>
                    <a:pt x="72" y="67"/>
                  </a:cubicBezTo>
                  <a:cubicBezTo>
                    <a:pt x="74" y="69"/>
                    <a:pt x="75" y="68"/>
                    <a:pt x="76" y="66"/>
                  </a:cubicBezTo>
                  <a:cubicBezTo>
                    <a:pt x="77" y="61"/>
                    <a:pt x="78" y="56"/>
                    <a:pt x="79" y="51"/>
                  </a:cubicBezTo>
                  <a:cubicBezTo>
                    <a:pt x="83" y="34"/>
                    <a:pt x="90" y="19"/>
                    <a:pt x="103" y="8"/>
                  </a:cubicBezTo>
                  <a:cubicBezTo>
                    <a:pt x="110" y="2"/>
                    <a:pt x="118" y="0"/>
                    <a:pt x="127" y="1"/>
                  </a:cubicBezTo>
                  <a:cubicBezTo>
                    <a:pt x="135" y="2"/>
                    <a:pt x="141" y="6"/>
                    <a:pt x="147" y="11"/>
                  </a:cubicBezTo>
                  <a:cubicBezTo>
                    <a:pt x="149" y="13"/>
                    <a:pt x="152" y="14"/>
                    <a:pt x="154" y="16"/>
                  </a:cubicBezTo>
                  <a:cubicBezTo>
                    <a:pt x="158" y="20"/>
                    <a:pt x="163" y="24"/>
                    <a:pt x="167" y="28"/>
                  </a:cubicBezTo>
                  <a:cubicBezTo>
                    <a:pt x="171" y="32"/>
                    <a:pt x="175" y="36"/>
                    <a:pt x="178" y="40"/>
                  </a:cubicBezTo>
                  <a:cubicBezTo>
                    <a:pt x="183" y="47"/>
                    <a:pt x="190" y="54"/>
                    <a:pt x="194" y="62"/>
                  </a:cubicBezTo>
                  <a:cubicBezTo>
                    <a:pt x="197" y="67"/>
                    <a:pt x="200" y="72"/>
                    <a:pt x="202" y="77"/>
                  </a:cubicBezTo>
                  <a:cubicBezTo>
                    <a:pt x="204" y="81"/>
                    <a:pt x="205" y="86"/>
                    <a:pt x="205" y="91"/>
                  </a:cubicBezTo>
                  <a:cubicBezTo>
                    <a:pt x="206" y="96"/>
                    <a:pt x="205" y="102"/>
                    <a:pt x="200" y="105"/>
                  </a:cubicBezTo>
                  <a:cubicBezTo>
                    <a:pt x="196" y="108"/>
                    <a:pt x="192" y="110"/>
                    <a:pt x="187" y="111"/>
                  </a:cubicBezTo>
                  <a:cubicBezTo>
                    <a:pt x="185" y="111"/>
                    <a:pt x="184" y="110"/>
                    <a:pt x="185" y="108"/>
                  </a:cubicBezTo>
                  <a:cubicBezTo>
                    <a:pt x="185" y="108"/>
                    <a:pt x="181" y="107"/>
                    <a:pt x="181" y="107"/>
                  </a:cubicBezTo>
                  <a:cubicBezTo>
                    <a:pt x="181" y="106"/>
                    <a:pt x="182" y="106"/>
                    <a:pt x="181" y="105"/>
                  </a:cubicBezTo>
                  <a:cubicBezTo>
                    <a:pt x="180" y="104"/>
                    <a:pt x="180" y="104"/>
                    <a:pt x="179" y="105"/>
                  </a:cubicBezTo>
                  <a:cubicBezTo>
                    <a:pt x="177" y="106"/>
                    <a:pt x="176" y="106"/>
                    <a:pt x="174" y="107"/>
                  </a:cubicBezTo>
                  <a:cubicBezTo>
                    <a:pt x="172" y="108"/>
                    <a:pt x="172" y="109"/>
                    <a:pt x="173" y="110"/>
                  </a:cubicBezTo>
                  <a:cubicBezTo>
                    <a:pt x="175" y="112"/>
                    <a:pt x="178" y="114"/>
                    <a:pt x="180" y="116"/>
                  </a:cubicBezTo>
                  <a:cubicBezTo>
                    <a:pt x="182" y="118"/>
                    <a:pt x="183" y="119"/>
                    <a:pt x="184" y="120"/>
                  </a:cubicBezTo>
                  <a:cubicBezTo>
                    <a:pt x="187" y="123"/>
                    <a:pt x="203" y="134"/>
                    <a:pt x="207" y="137"/>
                  </a:cubicBezTo>
                  <a:cubicBezTo>
                    <a:pt x="208" y="138"/>
                    <a:pt x="209" y="140"/>
                    <a:pt x="210" y="141"/>
                  </a:cubicBezTo>
                  <a:cubicBezTo>
                    <a:pt x="210" y="142"/>
                    <a:pt x="210" y="143"/>
                    <a:pt x="210" y="144"/>
                  </a:cubicBezTo>
                  <a:cubicBezTo>
                    <a:pt x="209" y="144"/>
                    <a:pt x="208" y="144"/>
                    <a:pt x="208" y="144"/>
                  </a:cubicBezTo>
                  <a:cubicBezTo>
                    <a:pt x="205" y="143"/>
                    <a:pt x="203" y="142"/>
                    <a:pt x="201" y="141"/>
                  </a:cubicBezTo>
                  <a:cubicBezTo>
                    <a:pt x="192" y="135"/>
                    <a:pt x="183" y="130"/>
                    <a:pt x="174" y="124"/>
                  </a:cubicBezTo>
                  <a:cubicBezTo>
                    <a:pt x="169" y="121"/>
                    <a:pt x="165" y="118"/>
                    <a:pt x="160" y="114"/>
                  </a:cubicBezTo>
                  <a:cubicBezTo>
                    <a:pt x="158" y="112"/>
                    <a:pt x="157" y="113"/>
                    <a:pt x="156" y="116"/>
                  </a:cubicBezTo>
                  <a:cubicBezTo>
                    <a:pt x="155" y="121"/>
                    <a:pt x="154" y="123"/>
                    <a:pt x="153" y="129"/>
                  </a:cubicBezTo>
                  <a:cubicBezTo>
                    <a:pt x="152" y="131"/>
                    <a:pt x="151" y="133"/>
                    <a:pt x="150" y="135"/>
                  </a:cubicBezTo>
                  <a:cubicBezTo>
                    <a:pt x="149" y="136"/>
                    <a:pt x="147" y="137"/>
                    <a:pt x="146" y="137"/>
                  </a:cubicBezTo>
                  <a:cubicBezTo>
                    <a:pt x="145" y="137"/>
                    <a:pt x="143" y="137"/>
                    <a:pt x="142" y="137"/>
                  </a:cubicBezTo>
                  <a:cubicBezTo>
                    <a:pt x="141" y="136"/>
                    <a:pt x="140" y="135"/>
                    <a:pt x="139" y="134"/>
                  </a:cubicBezTo>
                  <a:cubicBezTo>
                    <a:pt x="137" y="129"/>
                    <a:pt x="135" y="124"/>
                    <a:pt x="133" y="118"/>
                  </a:cubicBezTo>
                  <a:cubicBezTo>
                    <a:pt x="133" y="117"/>
                    <a:pt x="132" y="116"/>
                    <a:pt x="132" y="115"/>
                  </a:cubicBezTo>
                  <a:cubicBezTo>
                    <a:pt x="131" y="116"/>
                    <a:pt x="131" y="116"/>
                    <a:pt x="130" y="117"/>
                  </a:cubicBezTo>
                  <a:cubicBezTo>
                    <a:pt x="129" y="120"/>
                    <a:pt x="126" y="121"/>
                    <a:pt x="123" y="122"/>
                  </a:cubicBezTo>
                  <a:cubicBezTo>
                    <a:pt x="120" y="122"/>
                    <a:pt x="118" y="121"/>
                    <a:pt x="117" y="118"/>
                  </a:cubicBezTo>
                  <a:cubicBezTo>
                    <a:pt x="115" y="112"/>
                    <a:pt x="112" y="106"/>
                    <a:pt x="110" y="100"/>
                  </a:cubicBezTo>
                  <a:cubicBezTo>
                    <a:pt x="109" y="98"/>
                    <a:pt x="108" y="97"/>
                    <a:pt x="106" y="97"/>
                  </a:cubicBezTo>
                  <a:cubicBezTo>
                    <a:pt x="103" y="98"/>
                    <a:pt x="101" y="98"/>
                    <a:pt x="98" y="97"/>
                  </a:cubicBezTo>
                  <a:cubicBezTo>
                    <a:pt x="97" y="97"/>
                    <a:pt x="95" y="95"/>
                    <a:pt x="94" y="94"/>
                  </a:cubicBezTo>
                  <a:cubicBezTo>
                    <a:pt x="93" y="92"/>
                    <a:pt x="92" y="89"/>
                    <a:pt x="91" y="87"/>
                  </a:cubicBezTo>
                  <a:cubicBezTo>
                    <a:pt x="91" y="87"/>
                    <a:pt x="91" y="87"/>
                    <a:pt x="91" y="87"/>
                  </a:cubicBezTo>
                  <a:cubicBezTo>
                    <a:pt x="91" y="87"/>
                    <a:pt x="91" y="87"/>
                    <a:pt x="91" y="86"/>
                  </a:cubicBezTo>
                  <a:cubicBezTo>
                    <a:pt x="91" y="85"/>
                    <a:pt x="91" y="84"/>
                    <a:pt x="92" y="83"/>
                  </a:cubicBezTo>
                  <a:cubicBezTo>
                    <a:pt x="92" y="81"/>
                    <a:pt x="94" y="80"/>
                    <a:pt x="97" y="81"/>
                  </a:cubicBezTo>
                  <a:cubicBezTo>
                    <a:pt x="97" y="81"/>
                    <a:pt x="97" y="81"/>
                    <a:pt x="97" y="81"/>
                  </a:cubicBezTo>
                  <a:cubicBezTo>
                    <a:pt x="99" y="81"/>
                    <a:pt x="101" y="81"/>
                    <a:pt x="103" y="81"/>
                  </a:cubicBezTo>
                  <a:cubicBezTo>
                    <a:pt x="104" y="81"/>
                    <a:pt x="103" y="78"/>
                    <a:pt x="103" y="77"/>
                  </a:cubicBezTo>
                  <a:cubicBezTo>
                    <a:pt x="102" y="72"/>
                    <a:pt x="99" y="67"/>
                    <a:pt x="96" y="64"/>
                  </a:cubicBezTo>
                  <a:cubicBezTo>
                    <a:pt x="95" y="62"/>
                    <a:pt x="95" y="59"/>
                    <a:pt x="94" y="57"/>
                  </a:cubicBezTo>
                  <a:cubicBezTo>
                    <a:pt x="94" y="56"/>
                    <a:pt x="94" y="55"/>
                    <a:pt x="95" y="54"/>
                  </a:cubicBezTo>
                  <a:cubicBezTo>
                    <a:pt x="98" y="51"/>
                    <a:pt x="107" y="51"/>
                    <a:pt x="111" y="54"/>
                  </a:cubicBezTo>
                  <a:cubicBezTo>
                    <a:pt x="114" y="57"/>
                    <a:pt x="116" y="61"/>
                    <a:pt x="118" y="66"/>
                  </a:cubicBezTo>
                  <a:cubicBezTo>
                    <a:pt x="119" y="67"/>
                    <a:pt x="119" y="68"/>
                    <a:pt x="121" y="67"/>
                  </a:cubicBezTo>
                  <a:cubicBezTo>
                    <a:pt x="125" y="64"/>
                    <a:pt x="128" y="66"/>
                    <a:pt x="132" y="68"/>
                  </a:cubicBezTo>
                  <a:cubicBezTo>
                    <a:pt x="134" y="70"/>
                    <a:pt x="135" y="73"/>
                    <a:pt x="135" y="76"/>
                  </a:cubicBezTo>
                  <a:cubicBezTo>
                    <a:pt x="135" y="83"/>
                    <a:pt x="137" y="90"/>
                    <a:pt x="139" y="97"/>
                  </a:cubicBezTo>
                  <a:cubicBezTo>
                    <a:pt x="139" y="98"/>
                    <a:pt x="140" y="98"/>
                    <a:pt x="140" y="99"/>
                  </a:cubicBezTo>
                  <a:cubicBezTo>
                    <a:pt x="140" y="98"/>
                    <a:pt x="141" y="97"/>
                    <a:pt x="141" y="97"/>
                  </a:cubicBezTo>
                  <a:cubicBezTo>
                    <a:pt x="141" y="95"/>
                    <a:pt x="140" y="94"/>
                    <a:pt x="140" y="92"/>
                  </a:cubicBezTo>
                  <a:cubicBezTo>
                    <a:pt x="139" y="90"/>
                    <a:pt x="143" y="85"/>
                    <a:pt x="146" y="86"/>
                  </a:cubicBezTo>
                  <a:cubicBezTo>
                    <a:pt x="148" y="86"/>
                    <a:pt x="151" y="87"/>
                    <a:pt x="153" y="87"/>
                  </a:cubicBezTo>
                  <a:cubicBezTo>
                    <a:pt x="155" y="88"/>
                    <a:pt x="157" y="89"/>
                    <a:pt x="158" y="91"/>
                  </a:cubicBezTo>
                  <a:cubicBezTo>
                    <a:pt x="159" y="93"/>
                    <a:pt x="160" y="95"/>
                    <a:pt x="161" y="97"/>
                  </a:cubicBezTo>
                  <a:cubicBezTo>
                    <a:pt x="163" y="100"/>
                    <a:pt x="164" y="103"/>
                    <a:pt x="167" y="105"/>
                  </a:cubicBezTo>
                  <a:cubicBezTo>
                    <a:pt x="168" y="106"/>
                    <a:pt x="169" y="107"/>
                    <a:pt x="171" y="106"/>
                  </a:cubicBezTo>
                  <a:cubicBezTo>
                    <a:pt x="177" y="102"/>
                    <a:pt x="182" y="98"/>
                    <a:pt x="187" y="92"/>
                  </a:cubicBezTo>
                  <a:cubicBezTo>
                    <a:pt x="188" y="89"/>
                    <a:pt x="188" y="88"/>
                    <a:pt x="188" y="85"/>
                  </a:cubicBezTo>
                  <a:cubicBezTo>
                    <a:pt x="186" y="79"/>
                    <a:pt x="182" y="72"/>
                    <a:pt x="179" y="66"/>
                  </a:cubicBezTo>
                  <a:cubicBezTo>
                    <a:pt x="173" y="57"/>
                    <a:pt x="166" y="49"/>
                    <a:pt x="159" y="41"/>
                  </a:cubicBezTo>
                  <a:cubicBezTo>
                    <a:pt x="156" y="38"/>
                    <a:pt x="154" y="35"/>
                    <a:pt x="152" y="33"/>
                  </a:cubicBezTo>
                  <a:cubicBezTo>
                    <a:pt x="147" y="29"/>
                    <a:pt x="143" y="25"/>
                    <a:pt x="138" y="21"/>
                  </a:cubicBezTo>
                  <a:cubicBezTo>
                    <a:pt x="128" y="15"/>
                    <a:pt x="119" y="14"/>
                    <a:pt x="110" y="21"/>
                  </a:cubicBezTo>
                  <a:cubicBezTo>
                    <a:pt x="99" y="31"/>
                    <a:pt x="95" y="43"/>
                    <a:pt x="92" y="56"/>
                  </a:cubicBezTo>
                  <a:cubicBezTo>
                    <a:pt x="90" y="62"/>
                    <a:pt x="90" y="68"/>
                    <a:pt x="89" y="74"/>
                  </a:cubicBezTo>
                  <a:cubicBezTo>
                    <a:pt x="89" y="76"/>
                    <a:pt x="89" y="78"/>
                    <a:pt x="89" y="80"/>
                  </a:cubicBezTo>
                  <a:cubicBezTo>
                    <a:pt x="90" y="82"/>
                    <a:pt x="90" y="84"/>
                    <a:pt x="91" y="86"/>
                  </a:cubicBezTo>
                  <a:cubicBezTo>
                    <a:pt x="91" y="87"/>
                    <a:pt x="91" y="87"/>
                    <a:pt x="91" y="87"/>
                  </a:cubicBezTo>
                  <a:cubicBezTo>
                    <a:pt x="91" y="87"/>
                    <a:pt x="91" y="87"/>
                    <a:pt x="91" y="87"/>
                  </a:cubicBezTo>
                  <a:cubicBezTo>
                    <a:pt x="91" y="90"/>
                    <a:pt x="91" y="94"/>
                    <a:pt x="92" y="97"/>
                  </a:cubicBezTo>
                  <a:cubicBezTo>
                    <a:pt x="93" y="103"/>
                    <a:pt x="94" y="108"/>
                    <a:pt x="95" y="113"/>
                  </a:cubicBezTo>
                  <a:cubicBezTo>
                    <a:pt x="95" y="117"/>
                    <a:pt x="95" y="120"/>
                    <a:pt x="94" y="124"/>
                  </a:cubicBezTo>
                  <a:cubicBezTo>
                    <a:pt x="94" y="125"/>
                    <a:pt x="93" y="126"/>
                    <a:pt x="92" y="127"/>
                  </a:cubicBezTo>
                  <a:cubicBezTo>
                    <a:pt x="89" y="130"/>
                    <a:pt x="88" y="133"/>
                    <a:pt x="92" y="136"/>
                  </a:cubicBezTo>
                  <a:cubicBezTo>
                    <a:pt x="97" y="139"/>
                    <a:pt x="102" y="142"/>
                    <a:pt x="106" y="144"/>
                  </a:cubicBezTo>
                  <a:cubicBezTo>
                    <a:pt x="114" y="149"/>
                    <a:pt x="122" y="153"/>
                    <a:pt x="130" y="157"/>
                  </a:cubicBezTo>
                  <a:cubicBezTo>
                    <a:pt x="133" y="159"/>
                    <a:pt x="137" y="160"/>
                    <a:pt x="141" y="161"/>
                  </a:cubicBezTo>
                  <a:cubicBezTo>
                    <a:pt x="148" y="163"/>
                    <a:pt x="152" y="167"/>
                    <a:pt x="157" y="171"/>
                  </a:cubicBezTo>
                  <a:cubicBezTo>
                    <a:pt x="159" y="173"/>
                    <a:pt x="158" y="175"/>
                    <a:pt x="157" y="177"/>
                  </a:cubicBezTo>
                  <a:cubicBezTo>
                    <a:pt x="155" y="179"/>
                    <a:pt x="153" y="182"/>
                    <a:pt x="151" y="184"/>
                  </a:cubicBezTo>
                  <a:cubicBezTo>
                    <a:pt x="151" y="184"/>
                    <a:pt x="150" y="185"/>
                    <a:pt x="150" y="185"/>
                  </a:cubicBezTo>
                  <a:cubicBezTo>
                    <a:pt x="145" y="186"/>
                    <a:pt x="141" y="186"/>
                    <a:pt x="137" y="187"/>
                  </a:cubicBezTo>
                  <a:cubicBezTo>
                    <a:pt x="136" y="187"/>
                    <a:pt x="135" y="187"/>
                    <a:pt x="134" y="186"/>
                  </a:cubicBezTo>
                  <a:cubicBezTo>
                    <a:pt x="126" y="182"/>
                    <a:pt x="118" y="179"/>
                    <a:pt x="111" y="174"/>
                  </a:cubicBezTo>
                  <a:cubicBezTo>
                    <a:pt x="103" y="170"/>
                    <a:pt x="95" y="164"/>
                    <a:pt x="87" y="159"/>
                  </a:cubicBezTo>
                  <a:cubicBezTo>
                    <a:pt x="83" y="156"/>
                    <a:pt x="78" y="152"/>
                    <a:pt x="75" y="147"/>
                  </a:cubicBezTo>
                  <a:cubicBezTo>
                    <a:pt x="71" y="141"/>
                    <a:pt x="69" y="135"/>
                    <a:pt x="70" y="128"/>
                  </a:cubicBezTo>
                  <a:cubicBezTo>
                    <a:pt x="70" y="126"/>
                    <a:pt x="69" y="124"/>
                    <a:pt x="71" y="123"/>
                  </a:cubicBezTo>
                  <a:cubicBezTo>
                    <a:pt x="72" y="122"/>
                    <a:pt x="72" y="121"/>
                    <a:pt x="72" y="121"/>
                  </a:cubicBezTo>
                  <a:cubicBezTo>
                    <a:pt x="70" y="114"/>
                    <a:pt x="70" y="107"/>
                    <a:pt x="66" y="101"/>
                  </a:cubicBezTo>
                  <a:cubicBezTo>
                    <a:pt x="63" y="96"/>
                    <a:pt x="59" y="90"/>
                    <a:pt x="56" y="84"/>
                  </a:cubicBezTo>
                  <a:cubicBezTo>
                    <a:pt x="55" y="83"/>
                    <a:pt x="54" y="83"/>
                    <a:pt x="52" y="84"/>
                  </a:cubicBezTo>
                  <a:cubicBezTo>
                    <a:pt x="47" y="88"/>
                    <a:pt x="37" y="86"/>
                    <a:pt x="33" y="82"/>
                  </a:cubicBezTo>
                  <a:cubicBezTo>
                    <a:pt x="31" y="79"/>
                    <a:pt x="31" y="75"/>
                    <a:pt x="32" y="72"/>
                  </a:cubicBezTo>
                  <a:cubicBezTo>
                    <a:pt x="34" y="68"/>
                    <a:pt x="34" y="64"/>
                    <a:pt x="34" y="60"/>
                  </a:cubicBezTo>
                  <a:cubicBezTo>
                    <a:pt x="34" y="59"/>
                    <a:pt x="34" y="58"/>
                    <a:pt x="34" y="57"/>
                  </a:cubicBezTo>
                  <a:cubicBezTo>
                    <a:pt x="34" y="54"/>
                    <a:pt x="32" y="52"/>
                    <a:pt x="30" y="50"/>
                  </a:cubicBezTo>
                  <a:cubicBezTo>
                    <a:pt x="26" y="46"/>
                    <a:pt x="22" y="41"/>
                    <a:pt x="18" y="37"/>
                  </a:cubicBezTo>
                  <a:cubicBezTo>
                    <a:pt x="15" y="35"/>
                    <a:pt x="12" y="33"/>
                    <a:pt x="8" y="32"/>
                  </a:cubicBezTo>
                  <a:cubicBezTo>
                    <a:pt x="4" y="31"/>
                    <a:pt x="0" y="24"/>
                    <a:pt x="3" y="1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1" name="Freeform 60"/>
            <p:cNvSpPr>
              <a:spLocks noEditPoints="1"/>
            </p:cNvSpPr>
            <p:nvPr/>
          </p:nvSpPr>
          <p:spPr bwMode="auto">
            <a:xfrm>
              <a:off x="-1889125" y="-954088"/>
              <a:ext cx="114300" cy="150813"/>
            </a:xfrm>
            <a:custGeom>
              <a:avLst/>
              <a:gdLst>
                <a:gd name="T0" fmla="*/ 0 w 151"/>
                <a:gd name="T1" fmla="*/ 139 h 197"/>
                <a:gd name="T2" fmla="*/ 13 w 151"/>
                <a:gd name="T3" fmla="*/ 110 h 197"/>
                <a:gd name="T4" fmla="*/ 55 w 151"/>
                <a:gd name="T5" fmla="*/ 43 h 197"/>
                <a:gd name="T6" fmla="*/ 83 w 151"/>
                <a:gd name="T7" fmla="*/ 8 h 197"/>
                <a:gd name="T8" fmla="*/ 102 w 151"/>
                <a:gd name="T9" fmla="*/ 4 h 197"/>
                <a:gd name="T10" fmla="*/ 108 w 151"/>
                <a:gd name="T11" fmla="*/ 19 h 197"/>
                <a:gd name="T12" fmla="*/ 89 w 151"/>
                <a:gd name="T13" fmla="*/ 38 h 197"/>
                <a:gd name="T14" fmla="*/ 68 w 151"/>
                <a:gd name="T15" fmla="*/ 60 h 197"/>
                <a:gd name="T16" fmla="*/ 56 w 151"/>
                <a:gd name="T17" fmla="*/ 91 h 197"/>
                <a:gd name="T18" fmla="*/ 57 w 151"/>
                <a:gd name="T19" fmla="*/ 113 h 197"/>
                <a:gd name="T20" fmla="*/ 59 w 151"/>
                <a:gd name="T21" fmla="*/ 112 h 197"/>
                <a:gd name="T22" fmla="*/ 64 w 151"/>
                <a:gd name="T23" fmla="*/ 96 h 197"/>
                <a:gd name="T24" fmla="*/ 79 w 151"/>
                <a:gd name="T25" fmla="*/ 70 h 197"/>
                <a:gd name="T26" fmla="*/ 95 w 151"/>
                <a:gd name="T27" fmla="*/ 74 h 197"/>
                <a:gd name="T28" fmla="*/ 97 w 151"/>
                <a:gd name="T29" fmla="*/ 94 h 197"/>
                <a:gd name="T30" fmla="*/ 107 w 151"/>
                <a:gd name="T31" fmla="*/ 110 h 197"/>
                <a:gd name="T32" fmla="*/ 103 w 151"/>
                <a:gd name="T33" fmla="*/ 124 h 197"/>
                <a:gd name="T34" fmla="*/ 113 w 151"/>
                <a:gd name="T35" fmla="*/ 138 h 197"/>
                <a:gd name="T36" fmla="*/ 138 w 151"/>
                <a:gd name="T37" fmla="*/ 121 h 197"/>
                <a:gd name="T38" fmla="*/ 143 w 151"/>
                <a:gd name="T39" fmla="*/ 146 h 197"/>
                <a:gd name="T40" fmla="*/ 136 w 151"/>
                <a:gd name="T41" fmla="*/ 152 h 197"/>
                <a:gd name="T42" fmla="*/ 135 w 151"/>
                <a:gd name="T43" fmla="*/ 152 h 197"/>
                <a:gd name="T44" fmla="*/ 138 w 151"/>
                <a:gd name="T45" fmla="*/ 138 h 197"/>
                <a:gd name="T46" fmla="*/ 122 w 151"/>
                <a:gd name="T47" fmla="*/ 150 h 197"/>
                <a:gd name="T48" fmla="*/ 133 w 151"/>
                <a:gd name="T49" fmla="*/ 169 h 197"/>
                <a:gd name="T50" fmla="*/ 134 w 151"/>
                <a:gd name="T51" fmla="*/ 178 h 197"/>
                <a:gd name="T52" fmla="*/ 130 w 151"/>
                <a:gd name="T53" fmla="*/ 184 h 197"/>
                <a:gd name="T54" fmla="*/ 119 w 151"/>
                <a:gd name="T55" fmla="*/ 184 h 197"/>
                <a:gd name="T56" fmla="*/ 112 w 151"/>
                <a:gd name="T57" fmla="*/ 176 h 197"/>
                <a:gd name="T58" fmla="*/ 107 w 151"/>
                <a:gd name="T59" fmla="*/ 175 h 197"/>
                <a:gd name="T60" fmla="*/ 93 w 151"/>
                <a:gd name="T61" fmla="*/ 197 h 197"/>
                <a:gd name="T62" fmla="*/ 83 w 151"/>
                <a:gd name="T63" fmla="*/ 185 h 197"/>
                <a:gd name="T64" fmla="*/ 86 w 151"/>
                <a:gd name="T65" fmla="*/ 177 h 197"/>
                <a:gd name="T66" fmla="*/ 101 w 151"/>
                <a:gd name="T67" fmla="*/ 155 h 197"/>
                <a:gd name="T68" fmla="*/ 93 w 151"/>
                <a:gd name="T69" fmla="*/ 136 h 197"/>
                <a:gd name="T70" fmla="*/ 89 w 151"/>
                <a:gd name="T71" fmla="*/ 138 h 197"/>
                <a:gd name="T72" fmla="*/ 78 w 151"/>
                <a:gd name="T73" fmla="*/ 120 h 197"/>
                <a:gd name="T74" fmla="*/ 91 w 151"/>
                <a:gd name="T75" fmla="*/ 79 h 197"/>
                <a:gd name="T76" fmla="*/ 88 w 151"/>
                <a:gd name="T77" fmla="*/ 78 h 197"/>
                <a:gd name="T78" fmla="*/ 72 w 151"/>
                <a:gd name="T79" fmla="*/ 115 h 197"/>
                <a:gd name="T80" fmla="*/ 74 w 151"/>
                <a:gd name="T81" fmla="*/ 127 h 197"/>
                <a:gd name="T82" fmla="*/ 75 w 151"/>
                <a:gd name="T83" fmla="*/ 135 h 197"/>
                <a:gd name="T84" fmla="*/ 73 w 151"/>
                <a:gd name="T85" fmla="*/ 150 h 197"/>
                <a:gd name="T86" fmla="*/ 57 w 151"/>
                <a:gd name="T87" fmla="*/ 138 h 197"/>
                <a:gd name="T88" fmla="*/ 57 w 151"/>
                <a:gd name="T89" fmla="*/ 76 h 197"/>
                <a:gd name="T90" fmla="*/ 55 w 151"/>
                <a:gd name="T91" fmla="*/ 72 h 197"/>
                <a:gd name="T92" fmla="*/ 40 w 151"/>
                <a:gd name="T93" fmla="*/ 97 h 197"/>
                <a:gd name="T94" fmla="*/ 16 w 151"/>
                <a:gd name="T95" fmla="*/ 143 h 197"/>
                <a:gd name="T96" fmla="*/ 0 w 151"/>
                <a:gd name="T97" fmla="*/ 142 h 197"/>
                <a:gd name="T98" fmla="*/ 19 w 151"/>
                <a:gd name="T99" fmla="*/ 36 h 197"/>
                <a:gd name="T100" fmla="*/ 26 w 151"/>
                <a:gd name="T101" fmla="*/ 40 h 197"/>
                <a:gd name="T102" fmla="*/ 26 w 151"/>
                <a:gd name="T103" fmla="*/ 55 h 197"/>
                <a:gd name="T104" fmla="*/ 35 w 151"/>
                <a:gd name="T105" fmla="*/ 41 h 197"/>
                <a:gd name="T106" fmla="*/ 51 w 151"/>
                <a:gd name="T107" fmla="*/ 23 h 197"/>
                <a:gd name="T108" fmla="*/ 29 w 151"/>
                <a:gd name="T109" fmla="*/ 7 h 197"/>
                <a:gd name="T110" fmla="*/ 10 w 151"/>
                <a:gd name="T111" fmla="*/ 12 h 197"/>
                <a:gd name="T112" fmla="*/ 14 w 151"/>
                <a:gd name="T11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 h="197">
                  <a:moveTo>
                    <a:pt x="0" y="142"/>
                  </a:moveTo>
                  <a:cubicBezTo>
                    <a:pt x="0" y="141"/>
                    <a:pt x="0" y="140"/>
                    <a:pt x="0" y="139"/>
                  </a:cubicBezTo>
                  <a:cubicBezTo>
                    <a:pt x="1" y="133"/>
                    <a:pt x="3" y="128"/>
                    <a:pt x="6" y="123"/>
                  </a:cubicBezTo>
                  <a:cubicBezTo>
                    <a:pt x="9" y="119"/>
                    <a:pt x="11" y="115"/>
                    <a:pt x="13" y="110"/>
                  </a:cubicBezTo>
                  <a:cubicBezTo>
                    <a:pt x="17" y="104"/>
                    <a:pt x="20" y="98"/>
                    <a:pt x="23" y="92"/>
                  </a:cubicBezTo>
                  <a:cubicBezTo>
                    <a:pt x="24" y="90"/>
                    <a:pt x="50" y="49"/>
                    <a:pt x="55" y="43"/>
                  </a:cubicBezTo>
                  <a:cubicBezTo>
                    <a:pt x="59" y="37"/>
                    <a:pt x="63" y="31"/>
                    <a:pt x="68" y="25"/>
                  </a:cubicBezTo>
                  <a:cubicBezTo>
                    <a:pt x="73" y="20"/>
                    <a:pt x="78" y="14"/>
                    <a:pt x="83" y="8"/>
                  </a:cubicBezTo>
                  <a:cubicBezTo>
                    <a:pt x="84" y="7"/>
                    <a:pt x="85" y="6"/>
                    <a:pt x="86" y="4"/>
                  </a:cubicBezTo>
                  <a:cubicBezTo>
                    <a:pt x="90" y="1"/>
                    <a:pt x="97" y="0"/>
                    <a:pt x="102" y="4"/>
                  </a:cubicBezTo>
                  <a:cubicBezTo>
                    <a:pt x="105" y="6"/>
                    <a:pt x="107" y="10"/>
                    <a:pt x="108" y="14"/>
                  </a:cubicBezTo>
                  <a:cubicBezTo>
                    <a:pt x="109" y="16"/>
                    <a:pt x="108" y="17"/>
                    <a:pt x="108" y="19"/>
                  </a:cubicBezTo>
                  <a:cubicBezTo>
                    <a:pt x="106" y="23"/>
                    <a:pt x="103" y="25"/>
                    <a:pt x="100" y="27"/>
                  </a:cubicBezTo>
                  <a:cubicBezTo>
                    <a:pt x="96" y="30"/>
                    <a:pt x="92" y="34"/>
                    <a:pt x="89" y="38"/>
                  </a:cubicBezTo>
                  <a:cubicBezTo>
                    <a:pt x="84" y="42"/>
                    <a:pt x="79" y="47"/>
                    <a:pt x="74" y="52"/>
                  </a:cubicBezTo>
                  <a:cubicBezTo>
                    <a:pt x="71" y="54"/>
                    <a:pt x="70" y="57"/>
                    <a:pt x="68" y="60"/>
                  </a:cubicBezTo>
                  <a:cubicBezTo>
                    <a:pt x="65" y="65"/>
                    <a:pt x="62" y="69"/>
                    <a:pt x="60" y="73"/>
                  </a:cubicBezTo>
                  <a:cubicBezTo>
                    <a:pt x="58" y="79"/>
                    <a:pt x="57" y="85"/>
                    <a:pt x="56" y="91"/>
                  </a:cubicBezTo>
                  <a:cubicBezTo>
                    <a:pt x="55" y="96"/>
                    <a:pt x="55" y="101"/>
                    <a:pt x="56" y="106"/>
                  </a:cubicBezTo>
                  <a:cubicBezTo>
                    <a:pt x="56" y="108"/>
                    <a:pt x="57" y="110"/>
                    <a:pt x="57" y="113"/>
                  </a:cubicBezTo>
                  <a:cubicBezTo>
                    <a:pt x="57" y="113"/>
                    <a:pt x="58" y="114"/>
                    <a:pt x="58" y="114"/>
                  </a:cubicBezTo>
                  <a:cubicBezTo>
                    <a:pt x="59" y="113"/>
                    <a:pt x="59" y="113"/>
                    <a:pt x="59" y="112"/>
                  </a:cubicBezTo>
                  <a:cubicBezTo>
                    <a:pt x="60" y="110"/>
                    <a:pt x="60" y="107"/>
                    <a:pt x="61" y="104"/>
                  </a:cubicBezTo>
                  <a:cubicBezTo>
                    <a:pt x="61" y="101"/>
                    <a:pt x="63" y="98"/>
                    <a:pt x="64" y="96"/>
                  </a:cubicBezTo>
                  <a:cubicBezTo>
                    <a:pt x="66" y="91"/>
                    <a:pt x="68" y="87"/>
                    <a:pt x="70" y="83"/>
                  </a:cubicBezTo>
                  <a:cubicBezTo>
                    <a:pt x="72" y="78"/>
                    <a:pt x="74" y="72"/>
                    <a:pt x="79" y="70"/>
                  </a:cubicBezTo>
                  <a:cubicBezTo>
                    <a:pt x="82" y="69"/>
                    <a:pt x="85" y="68"/>
                    <a:pt x="88" y="67"/>
                  </a:cubicBezTo>
                  <a:cubicBezTo>
                    <a:pt x="91" y="66"/>
                    <a:pt x="95" y="69"/>
                    <a:pt x="95" y="74"/>
                  </a:cubicBezTo>
                  <a:cubicBezTo>
                    <a:pt x="96" y="77"/>
                    <a:pt x="97" y="80"/>
                    <a:pt x="97" y="84"/>
                  </a:cubicBezTo>
                  <a:cubicBezTo>
                    <a:pt x="97" y="87"/>
                    <a:pt x="97" y="90"/>
                    <a:pt x="97" y="94"/>
                  </a:cubicBezTo>
                  <a:cubicBezTo>
                    <a:pt x="97" y="97"/>
                    <a:pt x="100" y="100"/>
                    <a:pt x="102" y="101"/>
                  </a:cubicBezTo>
                  <a:cubicBezTo>
                    <a:pt x="105" y="103"/>
                    <a:pt x="107" y="106"/>
                    <a:pt x="107" y="110"/>
                  </a:cubicBezTo>
                  <a:cubicBezTo>
                    <a:pt x="107" y="114"/>
                    <a:pt x="106" y="118"/>
                    <a:pt x="104" y="121"/>
                  </a:cubicBezTo>
                  <a:cubicBezTo>
                    <a:pt x="103" y="122"/>
                    <a:pt x="103" y="123"/>
                    <a:pt x="103" y="124"/>
                  </a:cubicBezTo>
                  <a:cubicBezTo>
                    <a:pt x="105" y="128"/>
                    <a:pt x="107" y="133"/>
                    <a:pt x="109" y="138"/>
                  </a:cubicBezTo>
                  <a:cubicBezTo>
                    <a:pt x="110" y="140"/>
                    <a:pt x="111" y="140"/>
                    <a:pt x="113" y="138"/>
                  </a:cubicBezTo>
                  <a:cubicBezTo>
                    <a:pt x="116" y="135"/>
                    <a:pt x="119" y="131"/>
                    <a:pt x="123" y="128"/>
                  </a:cubicBezTo>
                  <a:cubicBezTo>
                    <a:pt x="127" y="124"/>
                    <a:pt x="132" y="121"/>
                    <a:pt x="138" y="121"/>
                  </a:cubicBezTo>
                  <a:cubicBezTo>
                    <a:pt x="145" y="120"/>
                    <a:pt x="151" y="124"/>
                    <a:pt x="149" y="132"/>
                  </a:cubicBezTo>
                  <a:cubicBezTo>
                    <a:pt x="149" y="138"/>
                    <a:pt x="145" y="142"/>
                    <a:pt x="143" y="146"/>
                  </a:cubicBezTo>
                  <a:cubicBezTo>
                    <a:pt x="141" y="148"/>
                    <a:pt x="140" y="148"/>
                    <a:pt x="139" y="149"/>
                  </a:cubicBezTo>
                  <a:cubicBezTo>
                    <a:pt x="138" y="149"/>
                    <a:pt x="137" y="151"/>
                    <a:pt x="136" y="152"/>
                  </a:cubicBezTo>
                  <a:cubicBezTo>
                    <a:pt x="136" y="152"/>
                    <a:pt x="136" y="153"/>
                    <a:pt x="135" y="153"/>
                  </a:cubicBezTo>
                  <a:cubicBezTo>
                    <a:pt x="135" y="153"/>
                    <a:pt x="135" y="152"/>
                    <a:pt x="135" y="152"/>
                  </a:cubicBezTo>
                  <a:cubicBezTo>
                    <a:pt x="136" y="151"/>
                    <a:pt x="138" y="146"/>
                    <a:pt x="138" y="144"/>
                  </a:cubicBezTo>
                  <a:cubicBezTo>
                    <a:pt x="139" y="142"/>
                    <a:pt x="139" y="139"/>
                    <a:pt x="138" y="138"/>
                  </a:cubicBezTo>
                  <a:cubicBezTo>
                    <a:pt x="136" y="138"/>
                    <a:pt x="135" y="138"/>
                    <a:pt x="133" y="139"/>
                  </a:cubicBezTo>
                  <a:cubicBezTo>
                    <a:pt x="129" y="141"/>
                    <a:pt x="125" y="146"/>
                    <a:pt x="122" y="150"/>
                  </a:cubicBezTo>
                  <a:cubicBezTo>
                    <a:pt x="120" y="152"/>
                    <a:pt x="120" y="154"/>
                    <a:pt x="122" y="156"/>
                  </a:cubicBezTo>
                  <a:cubicBezTo>
                    <a:pt x="125" y="161"/>
                    <a:pt x="128" y="166"/>
                    <a:pt x="133" y="169"/>
                  </a:cubicBezTo>
                  <a:cubicBezTo>
                    <a:pt x="134" y="170"/>
                    <a:pt x="135" y="172"/>
                    <a:pt x="134" y="174"/>
                  </a:cubicBezTo>
                  <a:cubicBezTo>
                    <a:pt x="134" y="175"/>
                    <a:pt x="134" y="177"/>
                    <a:pt x="134" y="178"/>
                  </a:cubicBezTo>
                  <a:cubicBezTo>
                    <a:pt x="134" y="180"/>
                    <a:pt x="134" y="182"/>
                    <a:pt x="132" y="183"/>
                  </a:cubicBezTo>
                  <a:cubicBezTo>
                    <a:pt x="131" y="183"/>
                    <a:pt x="130" y="183"/>
                    <a:pt x="130" y="184"/>
                  </a:cubicBezTo>
                  <a:cubicBezTo>
                    <a:pt x="130" y="186"/>
                    <a:pt x="128" y="186"/>
                    <a:pt x="127" y="186"/>
                  </a:cubicBezTo>
                  <a:cubicBezTo>
                    <a:pt x="124" y="185"/>
                    <a:pt x="121" y="185"/>
                    <a:pt x="119" y="184"/>
                  </a:cubicBezTo>
                  <a:cubicBezTo>
                    <a:pt x="119" y="184"/>
                    <a:pt x="118" y="184"/>
                    <a:pt x="118" y="184"/>
                  </a:cubicBezTo>
                  <a:cubicBezTo>
                    <a:pt x="116" y="181"/>
                    <a:pt x="114" y="178"/>
                    <a:pt x="112" y="176"/>
                  </a:cubicBezTo>
                  <a:cubicBezTo>
                    <a:pt x="111" y="174"/>
                    <a:pt x="109" y="172"/>
                    <a:pt x="109" y="171"/>
                  </a:cubicBezTo>
                  <a:cubicBezTo>
                    <a:pt x="108" y="172"/>
                    <a:pt x="107" y="174"/>
                    <a:pt x="107" y="175"/>
                  </a:cubicBezTo>
                  <a:cubicBezTo>
                    <a:pt x="105" y="180"/>
                    <a:pt x="104" y="185"/>
                    <a:pt x="102" y="190"/>
                  </a:cubicBezTo>
                  <a:cubicBezTo>
                    <a:pt x="99" y="195"/>
                    <a:pt x="98" y="197"/>
                    <a:pt x="93" y="197"/>
                  </a:cubicBezTo>
                  <a:cubicBezTo>
                    <a:pt x="89" y="196"/>
                    <a:pt x="84" y="192"/>
                    <a:pt x="84" y="189"/>
                  </a:cubicBezTo>
                  <a:cubicBezTo>
                    <a:pt x="84" y="187"/>
                    <a:pt x="83" y="186"/>
                    <a:pt x="83" y="185"/>
                  </a:cubicBezTo>
                  <a:cubicBezTo>
                    <a:pt x="82" y="182"/>
                    <a:pt x="82" y="180"/>
                    <a:pt x="84" y="177"/>
                  </a:cubicBezTo>
                  <a:cubicBezTo>
                    <a:pt x="86" y="175"/>
                    <a:pt x="85" y="176"/>
                    <a:pt x="86" y="177"/>
                  </a:cubicBezTo>
                  <a:cubicBezTo>
                    <a:pt x="88" y="178"/>
                    <a:pt x="90" y="176"/>
                    <a:pt x="92" y="174"/>
                  </a:cubicBezTo>
                  <a:cubicBezTo>
                    <a:pt x="96" y="169"/>
                    <a:pt x="98" y="162"/>
                    <a:pt x="101" y="155"/>
                  </a:cubicBezTo>
                  <a:cubicBezTo>
                    <a:pt x="101" y="154"/>
                    <a:pt x="101" y="153"/>
                    <a:pt x="101" y="153"/>
                  </a:cubicBezTo>
                  <a:cubicBezTo>
                    <a:pt x="98" y="147"/>
                    <a:pt x="96" y="141"/>
                    <a:pt x="93" y="136"/>
                  </a:cubicBezTo>
                  <a:cubicBezTo>
                    <a:pt x="91" y="135"/>
                    <a:pt x="91" y="135"/>
                    <a:pt x="90" y="136"/>
                  </a:cubicBezTo>
                  <a:cubicBezTo>
                    <a:pt x="89" y="137"/>
                    <a:pt x="89" y="138"/>
                    <a:pt x="89" y="138"/>
                  </a:cubicBezTo>
                  <a:cubicBezTo>
                    <a:pt x="86" y="141"/>
                    <a:pt x="83" y="141"/>
                    <a:pt x="81" y="138"/>
                  </a:cubicBezTo>
                  <a:cubicBezTo>
                    <a:pt x="78" y="132"/>
                    <a:pt x="76" y="126"/>
                    <a:pt x="78" y="120"/>
                  </a:cubicBezTo>
                  <a:cubicBezTo>
                    <a:pt x="80" y="115"/>
                    <a:pt x="83" y="110"/>
                    <a:pt x="85" y="104"/>
                  </a:cubicBezTo>
                  <a:cubicBezTo>
                    <a:pt x="88" y="96"/>
                    <a:pt x="91" y="88"/>
                    <a:pt x="91" y="79"/>
                  </a:cubicBezTo>
                  <a:cubicBezTo>
                    <a:pt x="91" y="79"/>
                    <a:pt x="91" y="77"/>
                    <a:pt x="91" y="77"/>
                  </a:cubicBezTo>
                  <a:cubicBezTo>
                    <a:pt x="90" y="77"/>
                    <a:pt x="89" y="77"/>
                    <a:pt x="88" y="78"/>
                  </a:cubicBezTo>
                  <a:cubicBezTo>
                    <a:pt x="84" y="81"/>
                    <a:pt x="82" y="85"/>
                    <a:pt x="79" y="89"/>
                  </a:cubicBezTo>
                  <a:cubicBezTo>
                    <a:pt x="75" y="97"/>
                    <a:pt x="74" y="106"/>
                    <a:pt x="72" y="115"/>
                  </a:cubicBezTo>
                  <a:cubicBezTo>
                    <a:pt x="71" y="117"/>
                    <a:pt x="73" y="120"/>
                    <a:pt x="73" y="122"/>
                  </a:cubicBezTo>
                  <a:cubicBezTo>
                    <a:pt x="73" y="124"/>
                    <a:pt x="74" y="125"/>
                    <a:pt x="74" y="127"/>
                  </a:cubicBezTo>
                  <a:cubicBezTo>
                    <a:pt x="74" y="128"/>
                    <a:pt x="74" y="130"/>
                    <a:pt x="75" y="132"/>
                  </a:cubicBezTo>
                  <a:cubicBezTo>
                    <a:pt x="75" y="133"/>
                    <a:pt x="75" y="134"/>
                    <a:pt x="75" y="135"/>
                  </a:cubicBezTo>
                  <a:cubicBezTo>
                    <a:pt x="75" y="138"/>
                    <a:pt x="75" y="141"/>
                    <a:pt x="75" y="144"/>
                  </a:cubicBezTo>
                  <a:cubicBezTo>
                    <a:pt x="75" y="146"/>
                    <a:pt x="75" y="148"/>
                    <a:pt x="73" y="150"/>
                  </a:cubicBezTo>
                  <a:cubicBezTo>
                    <a:pt x="71" y="151"/>
                    <a:pt x="69" y="150"/>
                    <a:pt x="67" y="149"/>
                  </a:cubicBezTo>
                  <a:cubicBezTo>
                    <a:pt x="62" y="147"/>
                    <a:pt x="59" y="143"/>
                    <a:pt x="57" y="138"/>
                  </a:cubicBezTo>
                  <a:cubicBezTo>
                    <a:pt x="53" y="132"/>
                    <a:pt x="52" y="125"/>
                    <a:pt x="51" y="118"/>
                  </a:cubicBezTo>
                  <a:cubicBezTo>
                    <a:pt x="51" y="104"/>
                    <a:pt x="53" y="90"/>
                    <a:pt x="57" y="76"/>
                  </a:cubicBezTo>
                  <a:cubicBezTo>
                    <a:pt x="57" y="74"/>
                    <a:pt x="58" y="72"/>
                    <a:pt x="57" y="71"/>
                  </a:cubicBezTo>
                  <a:cubicBezTo>
                    <a:pt x="57" y="71"/>
                    <a:pt x="56" y="71"/>
                    <a:pt x="55" y="72"/>
                  </a:cubicBezTo>
                  <a:cubicBezTo>
                    <a:pt x="51" y="79"/>
                    <a:pt x="46" y="86"/>
                    <a:pt x="42" y="93"/>
                  </a:cubicBezTo>
                  <a:cubicBezTo>
                    <a:pt x="41" y="94"/>
                    <a:pt x="40" y="96"/>
                    <a:pt x="40" y="97"/>
                  </a:cubicBezTo>
                  <a:cubicBezTo>
                    <a:pt x="34" y="105"/>
                    <a:pt x="31" y="115"/>
                    <a:pt x="26" y="124"/>
                  </a:cubicBezTo>
                  <a:cubicBezTo>
                    <a:pt x="23" y="130"/>
                    <a:pt x="20" y="137"/>
                    <a:pt x="16" y="143"/>
                  </a:cubicBezTo>
                  <a:cubicBezTo>
                    <a:pt x="14" y="147"/>
                    <a:pt x="11" y="148"/>
                    <a:pt x="7" y="147"/>
                  </a:cubicBezTo>
                  <a:cubicBezTo>
                    <a:pt x="4" y="147"/>
                    <a:pt x="2" y="145"/>
                    <a:pt x="0" y="142"/>
                  </a:cubicBezTo>
                  <a:close/>
                  <a:moveTo>
                    <a:pt x="14" y="34"/>
                  </a:moveTo>
                  <a:cubicBezTo>
                    <a:pt x="16" y="34"/>
                    <a:pt x="18" y="35"/>
                    <a:pt x="19" y="36"/>
                  </a:cubicBezTo>
                  <a:cubicBezTo>
                    <a:pt x="21" y="36"/>
                    <a:pt x="22" y="37"/>
                    <a:pt x="23" y="37"/>
                  </a:cubicBezTo>
                  <a:cubicBezTo>
                    <a:pt x="25" y="37"/>
                    <a:pt x="26" y="38"/>
                    <a:pt x="26" y="40"/>
                  </a:cubicBezTo>
                  <a:cubicBezTo>
                    <a:pt x="26" y="42"/>
                    <a:pt x="26" y="44"/>
                    <a:pt x="26" y="47"/>
                  </a:cubicBezTo>
                  <a:cubicBezTo>
                    <a:pt x="26" y="49"/>
                    <a:pt x="25" y="55"/>
                    <a:pt x="26" y="55"/>
                  </a:cubicBezTo>
                  <a:cubicBezTo>
                    <a:pt x="27" y="55"/>
                    <a:pt x="29" y="49"/>
                    <a:pt x="30" y="47"/>
                  </a:cubicBezTo>
                  <a:cubicBezTo>
                    <a:pt x="31" y="45"/>
                    <a:pt x="32" y="42"/>
                    <a:pt x="35" y="41"/>
                  </a:cubicBezTo>
                  <a:cubicBezTo>
                    <a:pt x="40" y="40"/>
                    <a:pt x="45" y="37"/>
                    <a:pt x="48" y="33"/>
                  </a:cubicBezTo>
                  <a:cubicBezTo>
                    <a:pt x="51" y="30"/>
                    <a:pt x="53" y="27"/>
                    <a:pt x="51" y="23"/>
                  </a:cubicBezTo>
                  <a:cubicBezTo>
                    <a:pt x="49" y="17"/>
                    <a:pt x="46" y="11"/>
                    <a:pt x="39" y="9"/>
                  </a:cubicBezTo>
                  <a:cubicBezTo>
                    <a:pt x="36" y="8"/>
                    <a:pt x="33" y="7"/>
                    <a:pt x="29" y="7"/>
                  </a:cubicBezTo>
                  <a:cubicBezTo>
                    <a:pt x="25" y="7"/>
                    <a:pt x="20" y="7"/>
                    <a:pt x="16" y="8"/>
                  </a:cubicBezTo>
                  <a:cubicBezTo>
                    <a:pt x="13" y="9"/>
                    <a:pt x="11" y="9"/>
                    <a:pt x="10" y="12"/>
                  </a:cubicBezTo>
                  <a:cubicBezTo>
                    <a:pt x="9" y="14"/>
                    <a:pt x="8" y="17"/>
                    <a:pt x="7" y="19"/>
                  </a:cubicBezTo>
                  <a:cubicBezTo>
                    <a:pt x="5" y="24"/>
                    <a:pt x="8" y="33"/>
                    <a:pt x="14" y="34"/>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2" name="Freeform 61"/>
            <p:cNvSpPr>
              <a:spLocks noEditPoints="1"/>
            </p:cNvSpPr>
            <p:nvPr/>
          </p:nvSpPr>
          <p:spPr bwMode="auto">
            <a:xfrm>
              <a:off x="-1695450" y="-1049338"/>
              <a:ext cx="127000" cy="174625"/>
            </a:xfrm>
            <a:custGeom>
              <a:avLst/>
              <a:gdLst>
                <a:gd name="T0" fmla="*/ 81 w 167"/>
                <a:gd name="T1" fmla="*/ 122 h 228"/>
                <a:gd name="T2" fmla="*/ 96 w 167"/>
                <a:gd name="T3" fmla="*/ 130 h 228"/>
                <a:gd name="T4" fmla="*/ 82 w 167"/>
                <a:gd name="T5" fmla="*/ 167 h 228"/>
                <a:gd name="T6" fmla="*/ 99 w 167"/>
                <a:gd name="T7" fmla="*/ 175 h 228"/>
                <a:gd name="T8" fmla="*/ 87 w 167"/>
                <a:gd name="T9" fmla="*/ 195 h 228"/>
                <a:gd name="T10" fmla="*/ 84 w 167"/>
                <a:gd name="T11" fmla="*/ 216 h 228"/>
                <a:gd name="T12" fmla="*/ 110 w 167"/>
                <a:gd name="T13" fmla="*/ 210 h 228"/>
                <a:gd name="T14" fmla="*/ 150 w 167"/>
                <a:gd name="T15" fmla="*/ 201 h 228"/>
                <a:gd name="T16" fmla="*/ 161 w 167"/>
                <a:gd name="T17" fmla="*/ 197 h 228"/>
                <a:gd name="T18" fmla="*/ 163 w 167"/>
                <a:gd name="T19" fmla="*/ 174 h 228"/>
                <a:gd name="T20" fmla="*/ 124 w 167"/>
                <a:gd name="T21" fmla="*/ 178 h 228"/>
                <a:gd name="T22" fmla="*/ 121 w 167"/>
                <a:gd name="T23" fmla="*/ 159 h 228"/>
                <a:gd name="T24" fmla="*/ 138 w 167"/>
                <a:gd name="T25" fmla="*/ 128 h 228"/>
                <a:gd name="T26" fmla="*/ 114 w 167"/>
                <a:gd name="T27" fmla="*/ 133 h 228"/>
                <a:gd name="T28" fmla="*/ 118 w 167"/>
                <a:gd name="T29" fmla="*/ 112 h 228"/>
                <a:gd name="T30" fmla="*/ 136 w 167"/>
                <a:gd name="T31" fmla="*/ 85 h 228"/>
                <a:gd name="T32" fmla="*/ 147 w 167"/>
                <a:gd name="T33" fmla="*/ 25 h 228"/>
                <a:gd name="T34" fmla="*/ 112 w 167"/>
                <a:gd name="T35" fmla="*/ 1 h 228"/>
                <a:gd name="T36" fmla="*/ 97 w 167"/>
                <a:gd name="T37" fmla="*/ 5 h 228"/>
                <a:gd name="T38" fmla="*/ 66 w 167"/>
                <a:gd name="T39" fmla="*/ 46 h 228"/>
                <a:gd name="T40" fmla="*/ 83 w 167"/>
                <a:gd name="T41" fmla="*/ 53 h 228"/>
                <a:gd name="T42" fmla="*/ 116 w 167"/>
                <a:gd name="T43" fmla="*/ 21 h 228"/>
                <a:gd name="T44" fmla="*/ 131 w 167"/>
                <a:gd name="T45" fmla="*/ 46 h 228"/>
                <a:gd name="T46" fmla="*/ 115 w 167"/>
                <a:gd name="T47" fmla="*/ 89 h 228"/>
                <a:gd name="T48" fmla="*/ 111 w 167"/>
                <a:gd name="T49" fmla="*/ 76 h 228"/>
                <a:gd name="T50" fmla="*/ 123 w 167"/>
                <a:gd name="T51" fmla="*/ 53 h 228"/>
                <a:gd name="T52" fmla="*/ 103 w 167"/>
                <a:gd name="T53" fmla="*/ 49 h 228"/>
                <a:gd name="T54" fmla="*/ 89 w 167"/>
                <a:gd name="T55" fmla="*/ 59 h 228"/>
                <a:gd name="T56" fmla="*/ 81 w 167"/>
                <a:gd name="T57" fmla="*/ 80 h 228"/>
                <a:gd name="T58" fmla="*/ 79 w 167"/>
                <a:gd name="T59" fmla="*/ 81 h 228"/>
                <a:gd name="T60" fmla="*/ 59 w 167"/>
                <a:gd name="T61" fmla="*/ 102 h 228"/>
                <a:gd name="T62" fmla="*/ 84 w 167"/>
                <a:gd name="T63" fmla="*/ 87 h 228"/>
                <a:gd name="T64" fmla="*/ 89 w 167"/>
                <a:gd name="T65" fmla="*/ 102 h 228"/>
                <a:gd name="T66" fmla="*/ 82 w 167"/>
                <a:gd name="T67" fmla="*/ 88 h 228"/>
                <a:gd name="T68" fmla="*/ 7 w 167"/>
                <a:gd name="T69" fmla="*/ 103 h 228"/>
                <a:gd name="T70" fmla="*/ 33 w 167"/>
                <a:gd name="T71" fmla="*/ 100 h 228"/>
                <a:gd name="T72" fmla="*/ 40 w 167"/>
                <a:gd name="T73" fmla="*/ 123 h 228"/>
                <a:gd name="T74" fmla="*/ 10 w 167"/>
                <a:gd name="T75" fmla="*/ 157 h 228"/>
                <a:gd name="T76" fmla="*/ 32 w 167"/>
                <a:gd name="T77" fmla="*/ 185 h 228"/>
                <a:gd name="T78" fmla="*/ 42 w 167"/>
                <a:gd name="T79" fmla="*/ 226 h 228"/>
                <a:gd name="T80" fmla="*/ 61 w 167"/>
                <a:gd name="T81" fmla="*/ 185 h 228"/>
                <a:gd name="T82" fmla="*/ 67 w 167"/>
                <a:gd name="T83" fmla="*/ 143 h 228"/>
                <a:gd name="T84" fmla="*/ 66 w 167"/>
                <a:gd name="T85" fmla="*/ 139 h 228"/>
                <a:gd name="T86" fmla="*/ 48 w 167"/>
                <a:gd name="T87" fmla="*/ 197 h 228"/>
                <a:gd name="T88" fmla="*/ 46 w 167"/>
                <a:gd name="T89" fmla="*/ 191 h 228"/>
                <a:gd name="T90" fmla="*/ 53 w 167"/>
                <a:gd name="T91" fmla="*/ 137 h 228"/>
                <a:gd name="T92" fmla="*/ 46 w 167"/>
                <a:gd name="T93" fmla="*/ 110 h 228"/>
                <a:gd name="T94" fmla="*/ 52 w 167"/>
                <a:gd name="T95" fmla="*/ 68 h 228"/>
                <a:gd name="T96" fmla="*/ 22 w 167"/>
                <a:gd name="T97" fmla="*/ 71 h 228"/>
                <a:gd name="T98" fmla="*/ 1 w 167"/>
                <a:gd name="T99" fmla="*/ 95 h 228"/>
                <a:gd name="T100" fmla="*/ 34 w 167"/>
                <a:gd name="T101" fmla="*/ 162 h 228"/>
                <a:gd name="T102" fmla="*/ 33 w 167"/>
                <a:gd name="T103" fmla="*/ 146 h 228"/>
                <a:gd name="T104" fmla="*/ 35 w 167"/>
                <a:gd name="T105" fmla="*/ 16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7" h="228">
                  <a:moveTo>
                    <a:pt x="62" y="112"/>
                  </a:moveTo>
                  <a:cubicBezTo>
                    <a:pt x="65" y="117"/>
                    <a:pt x="69" y="122"/>
                    <a:pt x="76" y="122"/>
                  </a:cubicBezTo>
                  <a:cubicBezTo>
                    <a:pt x="77" y="122"/>
                    <a:pt x="79" y="123"/>
                    <a:pt x="81" y="122"/>
                  </a:cubicBezTo>
                  <a:cubicBezTo>
                    <a:pt x="82" y="121"/>
                    <a:pt x="83" y="122"/>
                    <a:pt x="84" y="123"/>
                  </a:cubicBezTo>
                  <a:cubicBezTo>
                    <a:pt x="85" y="127"/>
                    <a:pt x="88" y="128"/>
                    <a:pt x="92" y="128"/>
                  </a:cubicBezTo>
                  <a:cubicBezTo>
                    <a:pt x="95" y="127"/>
                    <a:pt x="96" y="128"/>
                    <a:pt x="96" y="130"/>
                  </a:cubicBezTo>
                  <a:cubicBezTo>
                    <a:pt x="97" y="133"/>
                    <a:pt x="97" y="137"/>
                    <a:pt x="97" y="140"/>
                  </a:cubicBezTo>
                  <a:cubicBezTo>
                    <a:pt x="97" y="144"/>
                    <a:pt x="96" y="148"/>
                    <a:pt x="92" y="151"/>
                  </a:cubicBezTo>
                  <a:cubicBezTo>
                    <a:pt x="87" y="155"/>
                    <a:pt x="85" y="161"/>
                    <a:pt x="82" y="167"/>
                  </a:cubicBezTo>
                  <a:cubicBezTo>
                    <a:pt x="81" y="169"/>
                    <a:pt x="82" y="170"/>
                    <a:pt x="83" y="171"/>
                  </a:cubicBezTo>
                  <a:cubicBezTo>
                    <a:pt x="87" y="173"/>
                    <a:pt x="91" y="174"/>
                    <a:pt x="96" y="173"/>
                  </a:cubicBezTo>
                  <a:cubicBezTo>
                    <a:pt x="98" y="173"/>
                    <a:pt x="98" y="173"/>
                    <a:pt x="99" y="175"/>
                  </a:cubicBezTo>
                  <a:cubicBezTo>
                    <a:pt x="99" y="178"/>
                    <a:pt x="99" y="180"/>
                    <a:pt x="100" y="183"/>
                  </a:cubicBezTo>
                  <a:cubicBezTo>
                    <a:pt x="100" y="185"/>
                    <a:pt x="99" y="187"/>
                    <a:pt x="98" y="188"/>
                  </a:cubicBezTo>
                  <a:cubicBezTo>
                    <a:pt x="94" y="191"/>
                    <a:pt x="90" y="192"/>
                    <a:pt x="87" y="195"/>
                  </a:cubicBezTo>
                  <a:cubicBezTo>
                    <a:pt x="86" y="196"/>
                    <a:pt x="84" y="197"/>
                    <a:pt x="83" y="199"/>
                  </a:cubicBezTo>
                  <a:cubicBezTo>
                    <a:pt x="80" y="203"/>
                    <a:pt x="79" y="209"/>
                    <a:pt x="82" y="212"/>
                  </a:cubicBezTo>
                  <a:cubicBezTo>
                    <a:pt x="82" y="213"/>
                    <a:pt x="83" y="215"/>
                    <a:pt x="84" y="216"/>
                  </a:cubicBezTo>
                  <a:cubicBezTo>
                    <a:pt x="85" y="219"/>
                    <a:pt x="88" y="221"/>
                    <a:pt x="91" y="220"/>
                  </a:cubicBezTo>
                  <a:cubicBezTo>
                    <a:pt x="93" y="219"/>
                    <a:pt x="96" y="218"/>
                    <a:pt x="98" y="217"/>
                  </a:cubicBezTo>
                  <a:cubicBezTo>
                    <a:pt x="102" y="214"/>
                    <a:pt x="106" y="212"/>
                    <a:pt x="110" y="210"/>
                  </a:cubicBezTo>
                  <a:cubicBezTo>
                    <a:pt x="113" y="208"/>
                    <a:pt x="116" y="207"/>
                    <a:pt x="119" y="205"/>
                  </a:cubicBezTo>
                  <a:cubicBezTo>
                    <a:pt x="126" y="202"/>
                    <a:pt x="134" y="199"/>
                    <a:pt x="142" y="200"/>
                  </a:cubicBezTo>
                  <a:cubicBezTo>
                    <a:pt x="145" y="200"/>
                    <a:pt x="148" y="201"/>
                    <a:pt x="150" y="201"/>
                  </a:cubicBezTo>
                  <a:cubicBezTo>
                    <a:pt x="151" y="201"/>
                    <a:pt x="152" y="202"/>
                    <a:pt x="153" y="201"/>
                  </a:cubicBezTo>
                  <a:cubicBezTo>
                    <a:pt x="156" y="200"/>
                    <a:pt x="157" y="199"/>
                    <a:pt x="159" y="198"/>
                  </a:cubicBezTo>
                  <a:cubicBezTo>
                    <a:pt x="160" y="198"/>
                    <a:pt x="161" y="197"/>
                    <a:pt x="161" y="197"/>
                  </a:cubicBezTo>
                  <a:cubicBezTo>
                    <a:pt x="162" y="194"/>
                    <a:pt x="163" y="192"/>
                    <a:pt x="164" y="189"/>
                  </a:cubicBezTo>
                  <a:cubicBezTo>
                    <a:pt x="165" y="186"/>
                    <a:pt x="165" y="183"/>
                    <a:pt x="166" y="180"/>
                  </a:cubicBezTo>
                  <a:cubicBezTo>
                    <a:pt x="167" y="177"/>
                    <a:pt x="166" y="175"/>
                    <a:pt x="163" y="174"/>
                  </a:cubicBezTo>
                  <a:cubicBezTo>
                    <a:pt x="161" y="173"/>
                    <a:pt x="158" y="173"/>
                    <a:pt x="156" y="173"/>
                  </a:cubicBezTo>
                  <a:cubicBezTo>
                    <a:pt x="152" y="173"/>
                    <a:pt x="148" y="172"/>
                    <a:pt x="144" y="173"/>
                  </a:cubicBezTo>
                  <a:cubicBezTo>
                    <a:pt x="137" y="174"/>
                    <a:pt x="131" y="177"/>
                    <a:pt x="124" y="178"/>
                  </a:cubicBezTo>
                  <a:cubicBezTo>
                    <a:pt x="123" y="179"/>
                    <a:pt x="122" y="178"/>
                    <a:pt x="122" y="177"/>
                  </a:cubicBezTo>
                  <a:cubicBezTo>
                    <a:pt x="120" y="176"/>
                    <a:pt x="120" y="174"/>
                    <a:pt x="119" y="172"/>
                  </a:cubicBezTo>
                  <a:cubicBezTo>
                    <a:pt x="118" y="167"/>
                    <a:pt x="117" y="163"/>
                    <a:pt x="121" y="159"/>
                  </a:cubicBezTo>
                  <a:cubicBezTo>
                    <a:pt x="124" y="155"/>
                    <a:pt x="128" y="151"/>
                    <a:pt x="133" y="148"/>
                  </a:cubicBezTo>
                  <a:cubicBezTo>
                    <a:pt x="138" y="144"/>
                    <a:pt x="142" y="137"/>
                    <a:pt x="138" y="130"/>
                  </a:cubicBezTo>
                  <a:cubicBezTo>
                    <a:pt x="138" y="129"/>
                    <a:pt x="138" y="129"/>
                    <a:pt x="138" y="128"/>
                  </a:cubicBezTo>
                  <a:cubicBezTo>
                    <a:pt x="137" y="125"/>
                    <a:pt x="134" y="123"/>
                    <a:pt x="131" y="124"/>
                  </a:cubicBezTo>
                  <a:cubicBezTo>
                    <a:pt x="128" y="125"/>
                    <a:pt x="125" y="127"/>
                    <a:pt x="122" y="128"/>
                  </a:cubicBezTo>
                  <a:cubicBezTo>
                    <a:pt x="119" y="129"/>
                    <a:pt x="117" y="131"/>
                    <a:pt x="114" y="133"/>
                  </a:cubicBezTo>
                  <a:cubicBezTo>
                    <a:pt x="112" y="134"/>
                    <a:pt x="111" y="134"/>
                    <a:pt x="111" y="132"/>
                  </a:cubicBezTo>
                  <a:cubicBezTo>
                    <a:pt x="111" y="129"/>
                    <a:pt x="110" y="126"/>
                    <a:pt x="110" y="124"/>
                  </a:cubicBezTo>
                  <a:cubicBezTo>
                    <a:pt x="110" y="118"/>
                    <a:pt x="113" y="114"/>
                    <a:pt x="118" y="112"/>
                  </a:cubicBezTo>
                  <a:cubicBezTo>
                    <a:pt x="125" y="111"/>
                    <a:pt x="128" y="107"/>
                    <a:pt x="129" y="101"/>
                  </a:cubicBezTo>
                  <a:cubicBezTo>
                    <a:pt x="130" y="99"/>
                    <a:pt x="130" y="98"/>
                    <a:pt x="131" y="96"/>
                  </a:cubicBezTo>
                  <a:cubicBezTo>
                    <a:pt x="132" y="92"/>
                    <a:pt x="135" y="89"/>
                    <a:pt x="136" y="85"/>
                  </a:cubicBezTo>
                  <a:cubicBezTo>
                    <a:pt x="138" y="80"/>
                    <a:pt x="140" y="75"/>
                    <a:pt x="142" y="70"/>
                  </a:cubicBezTo>
                  <a:cubicBezTo>
                    <a:pt x="144" y="60"/>
                    <a:pt x="146" y="50"/>
                    <a:pt x="148" y="40"/>
                  </a:cubicBezTo>
                  <a:cubicBezTo>
                    <a:pt x="148" y="35"/>
                    <a:pt x="148" y="30"/>
                    <a:pt x="147" y="25"/>
                  </a:cubicBezTo>
                  <a:cubicBezTo>
                    <a:pt x="146" y="21"/>
                    <a:pt x="144" y="17"/>
                    <a:pt x="141" y="14"/>
                  </a:cubicBezTo>
                  <a:cubicBezTo>
                    <a:pt x="138" y="9"/>
                    <a:pt x="134" y="4"/>
                    <a:pt x="128" y="2"/>
                  </a:cubicBezTo>
                  <a:cubicBezTo>
                    <a:pt x="123" y="0"/>
                    <a:pt x="117" y="0"/>
                    <a:pt x="112" y="1"/>
                  </a:cubicBezTo>
                  <a:cubicBezTo>
                    <a:pt x="112" y="1"/>
                    <a:pt x="111" y="1"/>
                    <a:pt x="110" y="1"/>
                  </a:cubicBezTo>
                  <a:cubicBezTo>
                    <a:pt x="109" y="2"/>
                    <a:pt x="107" y="2"/>
                    <a:pt x="105" y="3"/>
                  </a:cubicBezTo>
                  <a:cubicBezTo>
                    <a:pt x="102" y="4"/>
                    <a:pt x="100" y="4"/>
                    <a:pt x="97" y="5"/>
                  </a:cubicBezTo>
                  <a:cubicBezTo>
                    <a:pt x="89" y="10"/>
                    <a:pt x="82" y="17"/>
                    <a:pt x="76" y="24"/>
                  </a:cubicBezTo>
                  <a:cubicBezTo>
                    <a:pt x="73" y="29"/>
                    <a:pt x="70" y="33"/>
                    <a:pt x="68" y="39"/>
                  </a:cubicBezTo>
                  <a:cubicBezTo>
                    <a:pt x="68" y="41"/>
                    <a:pt x="66" y="43"/>
                    <a:pt x="66" y="46"/>
                  </a:cubicBezTo>
                  <a:cubicBezTo>
                    <a:pt x="65" y="49"/>
                    <a:pt x="66" y="52"/>
                    <a:pt x="68" y="53"/>
                  </a:cubicBezTo>
                  <a:cubicBezTo>
                    <a:pt x="70" y="53"/>
                    <a:pt x="72" y="54"/>
                    <a:pt x="75" y="54"/>
                  </a:cubicBezTo>
                  <a:cubicBezTo>
                    <a:pt x="78" y="54"/>
                    <a:pt x="80" y="54"/>
                    <a:pt x="83" y="53"/>
                  </a:cubicBezTo>
                  <a:cubicBezTo>
                    <a:pt x="85" y="52"/>
                    <a:pt x="87" y="51"/>
                    <a:pt x="88" y="50"/>
                  </a:cubicBezTo>
                  <a:cubicBezTo>
                    <a:pt x="91" y="46"/>
                    <a:pt x="94" y="42"/>
                    <a:pt x="97" y="38"/>
                  </a:cubicBezTo>
                  <a:cubicBezTo>
                    <a:pt x="102" y="31"/>
                    <a:pt x="108" y="25"/>
                    <a:pt x="116" y="21"/>
                  </a:cubicBezTo>
                  <a:cubicBezTo>
                    <a:pt x="120" y="20"/>
                    <a:pt x="122" y="20"/>
                    <a:pt x="125" y="23"/>
                  </a:cubicBezTo>
                  <a:cubicBezTo>
                    <a:pt x="128" y="26"/>
                    <a:pt x="130" y="30"/>
                    <a:pt x="131" y="35"/>
                  </a:cubicBezTo>
                  <a:cubicBezTo>
                    <a:pt x="131" y="38"/>
                    <a:pt x="131" y="42"/>
                    <a:pt x="131" y="46"/>
                  </a:cubicBezTo>
                  <a:cubicBezTo>
                    <a:pt x="130" y="52"/>
                    <a:pt x="129" y="58"/>
                    <a:pt x="128" y="64"/>
                  </a:cubicBezTo>
                  <a:cubicBezTo>
                    <a:pt x="127" y="70"/>
                    <a:pt x="125" y="76"/>
                    <a:pt x="123" y="82"/>
                  </a:cubicBezTo>
                  <a:cubicBezTo>
                    <a:pt x="122" y="86"/>
                    <a:pt x="119" y="89"/>
                    <a:pt x="115" y="89"/>
                  </a:cubicBezTo>
                  <a:cubicBezTo>
                    <a:pt x="114" y="89"/>
                    <a:pt x="113" y="89"/>
                    <a:pt x="112" y="90"/>
                  </a:cubicBezTo>
                  <a:cubicBezTo>
                    <a:pt x="110" y="90"/>
                    <a:pt x="109" y="89"/>
                    <a:pt x="109" y="87"/>
                  </a:cubicBezTo>
                  <a:cubicBezTo>
                    <a:pt x="109" y="84"/>
                    <a:pt x="109" y="80"/>
                    <a:pt x="111" y="76"/>
                  </a:cubicBezTo>
                  <a:cubicBezTo>
                    <a:pt x="114" y="73"/>
                    <a:pt x="117" y="69"/>
                    <a:pt x="120" y="66"/>
                  </a:cubicBezTo>
                  <a:cubicBezTo>
                    <a:pt x="121" y="65"/>
                    <a:pt x="121" y="64"/>
                    <a:pt x="122" y="63"/>
                  </a:cubicBezTo>
                  <a:cubicBezTo>
                    <a:pt x="122" y="60"/>
                    <a:pt x="122" y="56"/>
                    <a:pt x="123" y="53"/>
                  </a:cubicBezTo>
                  <a:cubicBezTo>
                    <a:pt x="123" y="52"/>
                    <a:pt x="122" y="51"/>
                    <a:pt x="122" y="51"/>
                  </a:cubicBezTo>
                  <a:cubicBezTo>
                    <a:pt x="117" y="48"/>
                    <a:pt x="112" y="45"/>
                    <a:pt x="106" y="49"/>
                  </a:cubicBezTo>
                  <a:cubicBezTo>
                    <a:pt x="105" y="50"/>
                    <a:pt x="104" y="50"/>
                    <a:pt x="103" y="49"/>
                  </a:cubicBezTo>
                  <a:cubicBezTo>
                    <a:pt x="100" y="47"/>
                    <a:pt x="94" y="47"/>
                    <a:pt x="91" y="50"/>
                  </a:cubicBezTo>
                  <a:cubicBezTo>
                    <a:pt x="90" y="52"/>
                    <a:pt x="90" y="54"/>
                    <a:pt x="89" y="56"/>
                  </a:cubicBezTo>
                  <a:cubicBezTo>
                    <a:pt x="89" y="57"/>
                    <a:pt x="88" y="59"/>
                    <a:pt x="89" y="59"/>
                  </a:cubicBezTo>
                  <a:cubicBezTo>
                    <a:pt x="90" y="61"/>
                    <a:pt x="89" y="62"/>
                    <a:pt x="88" y="63"/>
                  </a:cubicBezTo>
                  <a:cubicBezTo>
                    <a:pt x="87" y="64"/>
                    <a:pt x="86" y="66"/>
                    <a:pt x="85" y="67"/>
                  </a:cubicBezTo>
                  <a:cubicBezTo>
                    <a:pt x="82" y="71"/>
                    <a:pt x="80" y="75"/>
                    <a:pt x="81" y="80"/>
                  </a:cubicBezTo>
                  <a:cubicBezTo>
                    <a:pt x="81" y="81"/>
                    <a:pt x="81" y="82"/>
                    <a:pt x="81" y="83"/>
                  </a:cubicBezTo>
                  <a:cubicBezTo>
                    <a:pt x="80" y="83"/>
                    <a:pt x="80" y="83"/>
                    <a:pt x="80" y="83"/>
                  </a:cubicBezTo>
                  <a:cubicBezTo>
                    <a:pt x="80" y="82"/>
                    <a:pt x="79" y="82"/>
                    <a:pt x="79" y="81"/>
                  </a:cubicBezTo>
                  <a:cubicBezTo>
                    <a:pt x="76" y="75"/>
                    <a:pt x="72" y="73"/>
                    <a:pt x="66" y="73"/>
                  </a:cubicBezTo>
                  <a:cubicBezTo>
                    <a:pt x="61" y="73"/>
                    <a:pt x="54" y="78"/>
                    <a:pt x="55" y="85"/>
                  </a:cubicBezTo>
                  <a:cubicBezTo>
                    <a:pt x="56" y="91"/>
                    <a:pt x="57" y="96"/>
                    <a:pt x="59" y="102"/>
                  </a:cubicBezTo>
                  <a:cubicBezTo>
                    <a:pt x="60" y="105"/>
                    <a:pt x="61" y="109"/>
                    <a:pt x="62" y="112"/>
                  </a:cubicBezTo>
                  <a:close/>
                  <a:moveTo>
                    <a:pt x="82" y="87"/>
                  </a:moveTo>
                  <a:cubicBezTo>
                    <a:pt x="83" y="86"/>
                    <a:pt x="83" y="87"/>
                    <a:pt x="84" y="87"/>
                  </a:cubicBezTo>
                  <a:cubicBezTo>
                    <a:pt x="86" y="89"/>
                    <a:pt x="88" y="90"/>
                    <a:pt x="91" y="91"/>
                  </a:cubicBezTo>
                  <a:cubicBezTo>
                    <a:pt x="92" y="91"/>
                    <a:pt x="93" y="93"/>
                    <a:pt x="93" y="93"/>
                  </a:cubicBezTo>
                  <a:cubicBezTo>
                    <a:pt x="92" y="96"/>
                    <a:pt x="91" y="99"/>
                    <a:pt x="89" y="102"/>
                  </a:cubicBezTo>
                  <a:cubicBezTo>
                    <a:pt x="89" y="102"/>
                    <a:pt x="89" y="103"/>
                    <a:pt x="88" y="103"/>
                  </a:cubicBezTo>
                  <a:cubicBezTo>
                    <a:pt x="88" y="103"/>
                    <a:pt x="87" y="102"/>
                    <a:pt x="87" y="102"/>
                  </a:cubicBezTo>
                  <a:cubicBezTo>
                    <a:pt x="86" y="97"/>
                    <a:pt x="84" y="93"/>
                    <a:pt x="82" y="88"/>
                  </a:cubicBezTo>
                  <a:cubicBezTo>
                    <a:pt x="82" y="88"/>
                    <a:pt x="82" y="88"/>
                    <a:pt x="82" y="88"/>
                  </a:cubicBezTo>
                  <a:cubicBezTo>
                    <a:pt x="82" y="87"/>
                    <a:pt x="82" y="87"/>
                    <a:pt x="82" y="87"/>
                  </a:cubicBezTo>
                  <a:close/>
                  <a:moveTo>
                    <a:pt x="7" y="103"/>
                  </a:moveTo>
                  <a:cubicBezTo>
                    <a:pt x="8" y="103"/>
                    <a:pt x="9" y="104"/>
                    <a:pt x="10" y="105"/>
                  </a:cubicBezTo>
                  <a:cubicBezTo>
                    <a:pt x="13" y="109"/>
                    <a:pt x="20" y="110"/>
                    <a:pt x="24" y="107"/>
                  </a:cubicBezTo>
                  <a:cubicBezTo>
                    <a:pt x="27" y="104"/>
                    <a:pt x="30" y="102"/>
                    <a:pt x="33" y="100"/>
                  </a:cubicBezTo>
                  <a:cubicBezTo>
                    <a:pt x="34" y="98"/>
                    <a:pt x="35" y="98"/>
                    <a:pt x="36" y="100"/>
                  </a:cubicBezTo>
                  <a:cubicBezTo>
                    <a:pt x="37" y="102"/>
                    <a:pt x="37" y="104"/>
                    <a:pt x="38" y="107"/>
                  </a:cubicBezTo>
                  <a:cubicBezTo>
                    <a:pt x="38" y="112"/>
                    <a:pt x="39" y="118"/>
                    <a:pt x="40" y="123"/>
                  </a:cubicBezTo>
                  <a:cubicBezTo>
                    <a:pt x="40" y="127"/>
                    <a:pt x="38" y="129"/>
                    <a:pt x="35" y="129"/>
                  </a:cubicBezTo>
                  <a:cubicBezTo>
                    <a:pt x="31" y="130"/>
                    <a:pt x="28" y="131"/>
                    <a:pt x="25" y="133"/>
                  </a:cubicBezTo>
                  <a:cubicBezTo>
                    <a:pt x="17" y="139"/>
                    <a:pt x="13" y="147"/>
                    <a:pt x="10" y="157"/>
                  </a:cubicBezTo>
                  <a:cubicBezTo>
                    <a:pt x="8" y="163"/>
                    <a:pt x="8" y="168"/>
                    <a:pt x="12" y="174"/>
                  </a:cubicBezTo>
                  <a:cubicBezTo>
                    <a:pt x="17" y="180"/>
                    <a:pt x="22" y="183"/>
                    <a:pt x="30" y="182"/>
                  </a:cubicBezTo>
                  <a:cubicBezTo>
                    <a:pt x="31" y="182"/>
                    <a:pt x="32" y="183"/>
                    <a:pt x="32" y="185"/>
                  </a:cubicBezTo>
                  <a:cubicBezTo>
                    <a:pt x="31" y="192"/>
                    <a:pt x="30" y="199"/>
                    <a:pt x="30" y="207"/>
                  </a:cubicBezTo>
                  <a:cubicBezTo>
                    <a:pt x="29" y="211"/>
                    <a:pt x="29" y="216"/>
                    <a:pt x="31" y="220"/>
                  </a:cubicBezTo>
                  <a:cubicBezTo>
                    <a:pt x="33" y="225"/>
                    <a:pt x="38" y="228"/>
                    <a:pt x="42" y="226"/>
                  </a:cubicBezTo>
                  <a:cubicBezTo>
                    <a:pt x="44" y="225"/>
                    <a:pt x="45" y="223"/>
                    <a:pt x="47" y="221"/>
                  </a:cubicBezTo>
                  <a:cubicBezTo>
                    <a:pt x="53" y="214"/>
                    <a:pt x="56" y="205"/>
                    <a:pt x="58" y="195"/>
                  </a:cubicBezTo>
                  <a:cubicBezTo>
                    <a:pt x="59" y="192"/>
                    <a:pt x="60" y="189"/>
                    <a:pt x="61" y="185"/>
                  </a:cubicBezTo>
                  <a:cubicBezTo>
                    <a:pt x="62" y="180"/>
                    <a:pt x="63" y="175"/>
                    <a:pt x="64" y="170"/>
                  </a:cubicBezTo>
                  <a:cubicBezTo>
                    <a:pt x="65" y="165"/>
                    <a:pt x="66" y="157"/>
                    <a:pt x="66" y="156"/>
                  </a:cubicBezTo>
                  <a:cubicBezTo>
                    <a:pt x="66" y="152"/>
                    <a:pt x="67" y="148"/>
                    <a:pt x="67" y="143"/>
                  </a:cubicBezTo>
                  <a:cubicBezTo>
                    <a:pt x="67" y="142"/>
                    <a:pt x="68" y="140"/>
                    <a:pt x="68" y="139"/>
                  </a:cubicBezTo>
                  <a:cubicBezTo>
                    <a:pt x="68" y="138"/>
                    <a:pt x="68" y="136"/>
                    <a:pt x="67" y="136"/>
                  </a:cubicBezTo>
                  <a:cubicBezTo>
                    <a:pt x="66" y="136"/>
                    <a:pt x="66" y="138"/>
                    <a:pt x="66" y="139"/>
                  </a:cubicBezTo>
                  <a:cubicBezTo>
                    <a:pt x="64" y="146"/>
                    <a:pt x="62" y="154"/>
                    <a:pt x="60" y="161"/>
                  </a:cubicBezTo>
                  <a:cubicBezTo>
                    <a:pt x="58" y="167"/>
                    <a:pt x="57" y="173"/>
                    <a:pt x="55" y="179"/>
                  </a:cubicBezTo>
                  <a:cubicBezTo>
                    <a:pt x="53" y="185"/>
                    <a:pt x="52" y="191"/>
                    <a:pt x="48" y="197"/>
                  </a:cubicBezTo>
                  <a:cubicBezTo>
                    <a:pt x="47" y="197"/>
                    <a:pt x="47" y="198"/>
                    <a:pt x="46" y="198"/>
                  </a:cubicBezTo>
                  <a:cubicBezTo>
                    <a:pt x="46" y="197"/>
                    <a:pt x="45" y="196"/>
                    <a:pt x="45" y="196"/>
                  </a:cubicBezTo>
                  <a:cubicBezTo>
                    <a:pt x="45" y="194"/>
                    <a:pt x="46" y="193"/>
                    <a:pt x="46" y="191"/>
                  </a:cubicBezTo>
                  <a:cubicBezTo>
                    <a:pt x="47" y="187"/>
                    <a:pt x="48" y="182"/>
                    <a:pt x="48" y="178"/>
                  </a:cubicBezTo>
                  <a:cubicBezTo>
                    <a:pt x="50" y="171"/>
                    <a:pt x="51" y="164"/>
                    <a:pt x="52" y="156"/>
                  </a:cubicBezTo>
                  <a:cubicBezTo>
                    <a:pt x="53" y="150"/>
                    <a:pt x="53" y="144"/>
                    <a:pt x="53" y="137"/>
                  </a:cubicBezTo>
                  <a:cubicBezTo>
                    <a:pt x="53" y="134"/>
                    <a:pt x="52" y="131"/>
                    <a:pt x="49" y="128"/>
                  </a:cubicBezTo>
                  <a:cubicBezTo>
                    <a:pt x="49" y="127"/>
                    <a:pt x="48" y="126"/>
                    <a:pt x="48" y="125"/>
                  </a:cubicBezTo>
                  <a:cubicBezTo>
                    <a:pt x="47" y="120"/>
                    <a:pt x="47" y="115"/>
                    <a:pt x="46" y="110"/>
                  </a:cubicBezTo>
                  <a:cubicBezTo>
                    <a:pt x="45" y="104"/>
                    <a:pt x="46" y="98"/>
                    <a:pt x="47" y="93"/>
                  </a:cubicBezTo>
                  <a:cubicBezTo>
                    <a:pt x="48" y="90"/>
                    <a:pt x="49" y="87"/>
                    <a:pt x="51" y="84"/>
                  </a:cubicBezTo>
                  <a:cubicBezTo>
                    <a:pt x="53" y="79"/>
                    <a:pt x="53" y="73"/>
                    <a:pt x="52" y="68"/>
                  </a:cubicBezTo>
                  <a:cubicBezTo>
                    <a:pt x="51" y="65"/>
                    <a:pt x="49" y="62"/>
                    <a:pt x="45" y="62"/>
                  </a:cubicBezTo>
                  <a:cubicBezTo>
                    <a:pt x="42" y="61"/>
                    <a:pt x="39" y="61"/>
                    <a:pt x="35" y="63"/>
                  </a:cubicBezTo>
                  <a:cubicBezTo>
                    <a:pt x="31" y="66"/>
                    <a:pt x="27" y="68"/>
                    <a:pt x="22" y="71"/>
                  </a:cubicBezTo>
                  <a:cubicBezTo>
                    <a:pt x="19" y="73"/>
                    <a:pt x="15" y="76"/>
                    <a:pt x="11" y="78"/>
                  </a:cubicBezTo>
                  <a:cubicBezTo>
                    <a:pt x="9" y="81"/>
                    <a:pt x="6" y="83"/>
                    <a:pt x="3" y="86"/>
                  </a:cubicBezTo>
                  <a:cubicBezTo>
                    <a:pt x="1" y="88"/>
                    <a:pt x="0" y="92"/>
                    <a:pt x="1" y="95"/>
                  </a:cubicBezTo>
                  <a:cubicBezTo>
                    <a:pt x="2" y="98"/>
                    <a:pt x="4" y="101"/>
                    <a:pt x="7" y="103"/>
                  </a:cubicBezTo>
                  <a:close/>
                  <a:moveTo>
                    <a:pt x="35" y="160"/>
                  </a:moveTo>
                  <a:cubicBezTo>
                    <a:pt x="34" y="161"/>
                    <a:pt x="34" y="161"/>
                    <a:pt x="34" y="162"/>
                  </a:cubicBezTo>
                  <a:cubicBezTo>
                    <a:pt x="33" y="164"/>
                    <a:pt x="32" y="166"/>
                    <a:pt x="30" y="165"/>
                  </a:cubicBezTo>
                  <a:cubicBezTo>
                    <a:pt x="28" y="165"/>
                    <a:pt x="26" y="162"/>
                    <a:pt x="26" y="160"/>
                  </a:cubicBezTo>
                  <a:cubicBezTo>
                    <a:pt x="26" y="154"/>
                    <a:pt x="29" y="150"/>
                    <a:pt x="33" y="146"/>
                  </a:cubicBezTo>
                  <a:cubicBezTo>
                    <a:pt x="34" y="146"/>
                    <a:pt x="35" y="146"/>
                    <a:pt x="35" y="146"/>
                  </a:cubicBezTo>
                  <a:cubicBezTo>
                    <a:pt x="35" y="148"/>
                    <a:pt x="36" y="149"/>
                    <a:pt x="35" y="151"/>
                  </a:cubicBezTo>
                  <a:cubicBezTo>
                    <a:pt x="35" y="154"/>
                    <a:pt x="35" y="157"/>
                    <a:pt x="35" y="160"/>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3" name="Freeform 62"/>
            <p:cNvSpPr>
              <a:spLocks/>
            </p:cNvSpPr>
            <p:nvPr/>
          </p:nvSpPr>
          <p:spPr bwMode="auto">
            <a:xfrm>
              <a:off x="-1458913" y="-1000125"/>
              <a:ext cx="100013" cy="82550"/>
            </a:xfrm>
            <a:custGeom>
              <a:avLst/>
              <a:gdLst>
                <a:gd name="T0" fmla="*/ 6 w 131"/>
                <a:gd name="T1" fmla="*/ 85 h 109"/>
                <a:gd name="T2" fmla="*/ 10 w 131"/>
                <a:gd name="T3" fmla="*/ 80 h 109"/>
                <a:gd name="T4" fmla="*/ 18 w 131"/>
                <a:gd name="T5" fmla="*/ 76 h 109"/>
                <a:gd name="T6" fmla="*/ 42 w 131"/>
                <a:gd name="T7" fmla="*/ 72 h 109"/>
                <a:gd name="T8" fmla="*/ 54 w 131"/>
                <a:gd name="T9" fmla="*/ 72 h 109"/>
                <a:gd name="T10" fmla="*/ 71 w 131"/>
                <a:gd name="T11" fmla="*/ 67 h 109"/>
                <a:gd name="T12" fmla="*/ 87 w 131"/>
                <a:gd name="T13" fmla="*/ 52 h 109"/>
                <a:gd name="T14" fmla="*/ 97 w 131"/>
                <a:gd name="T15" fmla="*/ 37 h 109"/>
                <a:gd name="T16" fmla="*/ 91 w 131"/>
                <a:gd name="T17" fmla="*/ 38 h 109"/>
                <a:gd name="T18" fmla="*/ 77 w 131"/>
                <a:gd name="T19" fmla="*/ 42 h 109"/>
                <a:gd name="T20" fmla="*/ 60 w 131"/>
                <a:gd name="T21" fmla="*/ 41 h 109"/>
                <a:gd name="T22" fmla="*/ 51 w 131"/>
                <a:gd name="T23" fmla="*/ 25 h 109"/>
                <a:gd name="T24" fmla="*/ 58 w 131"/>
                <a:gd name="T25" fmla="*/ 16 h 109"/>
                <a:gd name="T26" fmla="*/ 77 w 131"/>
                <a:gd name="T27" fmla="*/ 7 h 109"/>
                <a:gd name="T28" fmla="*/ 103 w 131"/>
                <a:gd name="T29" fmla="*/ 2 h 109"/>
                <a:gd name="T30" fmla="*/ 118 w 131"/>
                <a:gd name="T31" fmla="*/ 10 h 109"/>
                <a:gd name="T32" fmla="*/ 123 w 131"/>
                <a:gd name="T33" fmla="*/ 23 h 109"/>
                <a:gd name="T34" fmla="*/ 124 w 131"/>
                <a:gd name="T35" fmla="*/ 27 h 109"/>
                <a:gd name="T36" fmla="*/ 122 w 131"/>
                <a:gd name="T37" fmla="*/ 36 h 109"/>
                <a:gd name="T38" fmla="*/ 112 w 131"/>
                <a:gd name="T39" fmla="*/ 53 h 109"/>
                <a:gd name="T40" fmla="*/ 97 w 131"/>
                <a:gd name="T41" fmla="*/ 70 h 109"/>
                <a:gd name="T42" fmla="*/ 95 w 131"/>
                <a:gd name="T43" fmla="*/ 73 h 109"/>
                <a:gd name="T44" fmla="*/ 98 w 131"/>
                <a:gd name="T45" fmla="*/ 73 h 109"/>
                <a:gd name="T46" fmla="*/ 112 w 131"/>
                <a:gd name="T47" fmla="*/ 75 h 109"/>
                <a:gd name="T48" fmla="*/ 118 w 131"/>
                <a:gd name="T49" fmla="*/ 73 h 109"/>
                <a:gd name="T50" fmla="*/ 127 w 131"/>
                <a:gd name="T51" fmla="*/ 76 h 109"/>
                <a:gd name="T52" fmla="*/ 131 w 131"/>
                <a:gd name="T53" fmla="*/ 92 h 109"/>
                <a:gd name="T54" fmla="*/ 125 w 131"/>
                <a:gd name="T55" fmla="*/ 104 h 109"/>
                <a:gd name="T56" fmla="*/ 115 w 131"/>
                <a:gd name="T57" fmla="*/ 108 h 109"/>
                <a:gd name="T58" fmla="*/ 108 w 131"/>
                <a:gd name="T59" fmla="*/ 105 h 109"/>
                <a:gd name="T60" fmla="*/ 100 w 131"/>
                <a:gd name="T61" fmla="*/ 103 h 109"/>
                <a:gd name="T62" fmla="*/ 44 w 131"/>
                <a:gd name="T63" fmla="*/ 104 h 109"/>
                <a:gd name="T64" fmla="*/ 21 w 131"/>
                <a:gd name="T65" fmla="*/ 107 h 109"/>
                <a:gd name="T66" fmla="*/ 11 w 131"/>
                <a:gd name="T67" fmla="*/ 105 h 109"/>
                <a:gd name="T68" fmla="*/ 6 w 131"/>
                <a:gd name="T69" fmla="*/ 8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09">
                  <a:moveTo>
                    <a:pt x="6" y="85"/>
                  </a:moveTo>
                  <a:cubicBezTo>
                    <a:pt x="8" y="84"/>
                    <a:pt x="9" y="82"/>
                    <a:pt x="10" y="80"/>
                  </a:cubicBezTo>
                  <a:cubicBezTo>
                    <a:pt x="12" y="77"/>
                    <a:pt x="15" y="76"/>
                    <a:pt x="18" y="76"/>
                  </a:cubicBezTo>
                  <a:cubicBezTo>
                    <a:pt x="26" y="75"/>
                    <a:pt x="34" y="73"/>
                    <a:pt x="42" y="72"/>
                  </a:cubicBezTo>
                  <a:cubicBezTo>
                    <a:pt x="46" y="72"/>
                    <a:pt x="50" y="72"/>
                    <a:pt x="54" y="72"/>
                  </a:cubicBezTo>
                  <a:cubicBezTo>
                    <a:pt x="60" y="71"/>
                    <a:pt x="66" y="71"/>
                    <a:pt x="71" y="67"/>
                  </a:cubicBezTo>
                  <a:cubicBezTo>
                    <a:pt x="77" y="63"/>
                    <a:pt x="82" y="58"/>
                    <a:pt x="87" y="52"/>
                  </a:cubicBezTo>
                  <a:cubicBezTo>
                    <a:pt x="90" y="48"/>
                    <a:pt x="98" y="38"/>
                    <a:pt x="97" y="37"/>
                  </a:cubicBezTo>
                  <a:cubicBezTo>
                    <a:pt x="96" y="36"/>
                    <a:pt x="92" y="37"/>
                    <a:pt x="91" y="38"/>
                  </a:cubicBezTo>
                  <a:cubicBezTo>
                    <a:pt x="85" y="39"/>
                    <a:pt x="83" y="41"/>
                    <a:pt x="77" y="42"/>
                  </a:cubicBezTo>
                  <a:cubicBezTo>
                    <a:pt x="72" y="43"/>
                    <a:pt x="65" y="45"/>
                    <a:pt x="60" y="41"/>
                  </a:cubicBezTo>
                  <a:cubicBezTo>
                    <a:pt x="55" y="37"/>
                    <a:pt x="52" y="31"/>
                    <a:pt x="51" y="25"/>
                  </a:cubicBezTo>
                  <a:cubicBezTo>
                    <a:pt x="51" y="21"/>
                    <a:pt x="54" y="18"/>
                    <a:pt x="58" y="16"/>
                  </a:cubicBezTo>
                  <a:cubicBezTo>
                    <a:pt x="64" y="13"/>
                    <a:pt x="70" y="9"/>
                    <a:pt x="77" y="7"/>
                  </a:cubicBezTo>
                  <a:cubicBezTo>
                    <a:pt x="85" y="3"/>
                    <a:pt x="94" y="0"/>
                    <a:pt x="103" y="2"/>
                  </a:cubicBezTo>
                  <a:cubicBezTo>
                    <a:pt x="109" y="3"/>
                    <a:pt x="114" y="6"/>
                    <a:pt x="118" y="10"/>
                  </a:cubicBezTo>
                  <a:cubicBezTo>
                    <a:pt x="122" y="13"/>
                    <a:pt x="123" y="18"/>
                    <a:pt x="123" y="23"/>
                  </a:cubicBezTo>
                  <a:cubicBezTo>
                    <a:pt x="123" y="24"/>
                    <a:pt x="123" y="26"/>
                    <a:pt x="124" y="27"/>
                  </a:cubicBezTo>
                  <a:cubicBezTo>
                    <a:pt x="124" y="30"/>
                    <a:pt x="123" y="33"/>
                    <a:pt x="122" y="36"/>
                  </a:cubicBezTo>
                  <a:cubicBezTo>
                    <a:pt x="121" y="38"/>
                    <a:pt x="116" y="47"/>
                    <a:pt x="112" y="53"/>
                  </a:cubicBezTo>
                  <a:cubicBezTo>
                    <a:pt x="108" y="58"/>
                    <a:pt x="101" y="66"/>
                    <a:pt x="97" y="70"/>
                  </a:cubicBezTo>
                  <a:cubicBezTo>
                    <a:pt x="96" y="71"/>
                    <a:pt x="94" y="72"/>
                    <a:pt x="95" y="73"/>
                  </a:cubicBezTo>
                  <a:cubicBezTo>
                    <a:pt x="95" y="73"/>
                    <a:pt x="97" y="73"/>
                    <a:pt x="98" y="73"/>
                  </a:cubicBezTo>
                  <a:cubicBezTo>
                    <a:pt x="103" y="74"/>
                    <a:pt x="107" y="75"/>
                    <a:pt x="112" y="75"/>
                  </a:cubicBezTo>
                  <a:cubicBezTo>
                    <a:pt x="114" y="75"/>
                    <a:pt x="116" y="74"/>
                    <a:pt x="118" y="73"/>
                  </a:cubicBezTo>
                  <a:cubicBezTo>
                    <a:pt x="122" y="72"/>
                    <a:pt x="125" y="73"/>
                    <a:pt x="127" y="76"/>
                  </a:cubicBezTo>
                  <a:cubicBezTo>
                    <a:pt x="130" y="81"/>
                    <a:pt x="131" y="86"/>
                    <a:pt x="131" y="92"/>
                  </a:cubicBezTo>
                  <a:cubicBezTo>
                    <a:pt x="130" y="96"/>
                    <a:pt x="128" y="100"/>
                    <a:pt x="125" y="104"/>
                  </a:cubicBezTo>
                  <a:cubicBezTo>
                    <a:pt x="121" y="108"/>
                    <a:pt x="119" y="109"/>
                    <a:pt x="115" y="108"/>
                  </a:cubicBezTo>
                  <a:cubicBezTo>
                    <a:pt x="113" y="108"/>
                    <a:pt x="111" y="105"/>
                    <a:pt x="108" y="105"/>
                  </a:cubicBezTo>
                  <a:cubicBezTo>
                    <a:pt x="106" y="104"/>
                    <a:pt x="103" y="103"/>
                    <a:pt x="100" y="103"/>
                  </a:cubicBezTo>
                  <a:cubicBezTo>
                    <a:pt x="87" y="101"/>
                    <a:pt x="50" y="104"/>
                    <a:pt x="44" y="104"/>
                  </a:cubicBezTo>
                  <a:cubicBezTo>
                    <a:pt x="41" y="105"/>
                    <a:pt x="29" y="106"/>
                    <a:pt x="21" y="107"/>
                  </a:cubicBezTo>
                  <a:cubicBezTo>
                    <a:pt x="18" y="107"/>
                    <a:pt x="14" y="106"/>
                    <a:pt x="11" y="105"/>
                  </a:cubicBezTo>
                  <a:cubicBezTo>
                    <a:pt x="4" y="103"/>
                    <a:pt x="0" y="92"/>
                    <a:pt x="6" y="85"/>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sp>
          <p:nvSpPr>
            <p:cNvPr id="64" name="Freeform 63"/>
            <p:cNvSpPr>
              <a:spLocks/>
            </p:cNvSpPr>
            <p:nvPr/>
          </p:nvSpPr>
          <p:spPr bwMode="auto">
            <a:xfrm>
              <a:off x="-1271588" y="-927100"/>
              <a:ext cx="134938" cy="142875"/>
            </a:xfrm>
            <a:custGeom>
              <a:avLst/>
              <a:gdLst>
                <a:gd name="T0" fmla="*/ 1 w 177"/>
                <a:gd name="T1" fmla="*/ 99 h 188"/>
                <a:gd name="T2" fmla="*/ 0 w 177"/>
                <a:gd name="T3" fmla="*/ 97 h 188"/>
                <a:gd name="T4" fmla="*/ 40 w 177"/>
                <a:gd name="T5" fmla="*/ 95 h 188"/>
                <a:gd name="T6" fmla="*/ 81 w 177"/>
                <a:gd name="T7" fmla="*/ 80 h 188"/>
                <a:gd name="T8" fmla="*/ 98 w 177"/>
                <a:gd name="T9" fmla="*/ 69 h 188"/>
                <a:gd name="T10" fmla="*/ 90 w 177"/>
                <a:gd name="T11" fmla="*/ 66 h 188"/>
                <a:gd name="T12" fmla="*/ 78 w 177"/>
                <a:gd name="T13" fmla="*/ 60 h 188"/>
                <a:gd name="T14" fmla="*/ 71 w 177"/>
                <a:gd name="T15" fmla="*/ 52 h 188"/>
                <a:gd name="T16" fmla="*/ 70 w 177"/>
                <a:gd name="T17" fmla="*/ 50 h 188"/>
                <a:gd name="T18" fmla="*/ 73 w 177"/>
                <a:gd name="T19" fmla="*/ 39 h 188"/>
                <a:gd name="T20" fmla="*/ 75 w 177"/>
                <a:gd name="T21" fmla="*/ 36 h 188"/>
                <a:gd name="T22" fmla="*/ 90 w 177"/>
                <a:gd name="T23" fmla="*/ 35 h 188"/>
                <a:gd name="T24" fmla="*/ 109 w 177"/>
                <a:gd name="T25" fmla="*/ 42 h 188"/>
                <a:gd name="T26" fmla="*/ 119 w 177"/>
                <a:gd name="T27" fmla="*/ 45 h 188"/>
                <a:gd name="T28" fmla="*/ 127 w 177"/>
                <a:gd name="T29" fmla="*/ 43 h 188"/>
                <a:gd name="T30" fmla="*/ 146 w 177"/>
                <a:gd name="T31" fmla="*/ 20 h 188"/>
                <a:gd name="T32" fmla="*/ 153 w 177"/>
                <a:gd name="T33" fmla="*/ 9 h 188"/>
                <a:gd name="T34" fmla="*/ 166 w 177"/>
                <a:gd name="T35" fmla="*/ 1 h 188"/>
                <a:gd name="T36" fmla="*/ 173 w 177"/>
                <a:gd name="T37" fmla="*/ 5 h 188"/>
                <a:gd name="T38" fmla="*/ 177 w 177"/>
                <a:gd name="T39" fmla="*/ 19 h 188"/>
                <a:gd name="T40" fmla="*/ 175 w 177"/>
                <a:gd name="T41" fmla="*/ 24 h 188"/>
                <a:gd name="T42" fmla="*/ 164 w 177"/>
                <a:gd name="T43" fmla="*/ 39 h 188"/>
                <a:gd name="T44" fmla="*/ 154 w 177"/>
                <a:gd name="T45" fmla="*/ 51 h 188"/>
                <a:gd name="T46" fmla="*/ 153 w 177"/>
                <a:gd name="T47" fmla="*/ 53 h 188"/>
                <a:gd name="T48" fmla="*/ 155 w 177"/>
                <a:gd name="T49" fmla="*/ 53 h 188"/>
                <a:gd name="T50" fmla="*/ 164 w 177"/>
                <a:gd name="T51" fmla="*/ 55 h 188"/>
                <a:gd name="T52" fmla="*/ 172 w 177"/>
                <a:gd name="T53" fmla="*/ 67 h 188"/>
                <a:gd name="T54" fmla="*/ 171 w 177"/>
                <a:gd name="T55" fmla="*/ 71 h 188"/>
                <a:gd name="T56" fmla="*/ 167 w 177"/>
                <a:gd name="T57" fmla="*/ 75 h 188"/>
                <a:gd name="T58" fmla="*/ 164 w 177"/>
                <a:gd name="T59" fmla="*/ 77 h 188"/>
                <a:gd name="T60" fmla="*/ 158 w 177"/>
                <a:gd name="T61" fmla="*/ 81 h 188"/>
                <a:gd name="T62" fmla="*/ 146 w 177"/>
                <a:gd name="T63" fmla="*/ 82 h 188"/>
                <a:gd name="T64" fmla="*/ 130 w 177"/>
                <a:gd name="T65" fmla="*/ 77 h 188"/>
                <a:gd name="T66" fmla="*/ 121 w 177"/>
                <a:gd name="T67" fmla="*/ 81 h 188"/>
                <a:gd name="T68" fmla="*/ 115 w 177"/>
                <a:gd name="T69" fmla="*/ 85 h 188"/>
                <a:gd name="T70" fmla="*/ 111 w 177"/>
                <a:gd name="T71" fmla="*/ 92 h 188"/>
                <a:gd name="T72" fmla="*/ 112 w 177"/>
                <a:gd name="T73" fmla="*/ 116 h 188"/>
                <a:gd name="T74" fmla="*/ 115 w 177"/>
                <a:gd name="T75" fmla="*/ 135 h 188"/>
                <a:gd name="T76" fmla="*/ 120 w 177"/>
                <a:gd name="T77" fmla="*/ 155 h 188"/>
                <a:gd name="T78" fmla="*/ 125 w 177"/>
                <a:gd name="T79" fmla="*/ 169 h 188"/>
                <a:gd name="T80" fmla="*/ 132 w 177"/>
                <a:gd name="T81" fmla="*/ 181 h 188"/>
                <a:gd name="T82" fmla="*/ 128 w 177"/>
                <a:gd name="T83" fmla="*/ 184 h 188"/>
                <a:gd name="T84" fmla="*/ 124 w 177"/>
                <a:gd name="T85" fmla="*/ 186 h 188"/>
                <a:gd name="T86" fmla="*/ 119 w 177"/>
                <a:gd name="T87" fmla="*/ 187 h 188"/>
                <a:gd name="T88" fmla="*/ 115 w 177"/>
                <a:gd name="T89" fmla="*/ 188 h 188"/>
                <a:gd name="T90" fmla="*/ 105 w 177"/>
                <a:gd name="T91" fmla="*/ 183 h 188"/>
                <a:gd name="T92" fmla="*/ 101 w 177"/>
                <a:gd name="T93" fmla="*/ 179 h 188"/>
                <a:gd name="T94" fmla="*/ 94 w 177"/>
                <a:gd name="T95" fmla="*/ 171 h 188"/>
                <a:gd name="T96" fmla="*/ 88 w 177"/>
                <a:gd name="T97" fmla="*/ 162 h 188"/>
                <a:gd name="T98" fmla="*/ 86 w 177"/>
                <a:gd name="T99" fmla="*/ 148 h 188"/>
                <a:gd name="T100" fmla="*/ 87 w 177"/>
                <a:gd name="T101" fmla="*/ 137 h 188"/>
                <a:gd name="T102" fmla="*/ 89 w 177"/>
                <a:gd name="T103" fmla="*/ 121 h 188"/>
                <a:gd name="T104" fmla="*/ 91 w 177"/>
                <a:gd name="T105" fmla="*/ 101 h 188"/>
                <a:gd name="T106" fmla="*/ 89 w 177"/>
                <a:gd name="T107" fmla="*/ 100 h 188"/>
                <a:gd name="T108" fmla="*/ 69 w 177"/>
                <a:gd name="T109" fmla="*/ 108 h 188"/>
                <a:gd name="T110" fmla="*/ 51 w 177"/>
                <a:gd name="T111" fmla="*/ 112 h 188"/>
                <a:gd name="T112" fmla="*/ 18 w 177"/>
                <a:gd name="T113" fmla="*/ 110 h 188"/>
                <a:gd name="T114" fmla="*/ 9 w 177"/>
                <a:gd name="T115" fmla="*/ 105 h 188"/>
                <a:gd name="T116" fmla="*/ 1 w 177"/>
                <a:gd name="T117" fmla="*/ 9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7" h="188">
                  <a:moveTo>
                    <a:pt x="1" y="99"/>
                  </a:moveTo>
                  <a:cubicBezTo>
                    <a:pt x="0" y="97"/>
                    <a:pt x="0" y="97"/>
                    <a:pt x="0" y="97"/>
                  </a:cubicBezTo>
                  <a:cubicBezTo>
                    <a:pt x="3" y="96"/>
                    <a:pt x="16" y="101"/>
                    <a:pt x="40" y="95"/>
                  </a:cubicBezTo>
                  <a:cubicBezTo>
                    <a:pt x="60" y="91"/>
                    <a:pt x="71" y="85"/>
                    <a:pt x="81" y="80"/>
                  </a:cubicBezTo>
                  <a:cubicBezTo>
                    <a:pt x="89" y="75"/>
                    <a:pt x="97" y="70"/>
                    <a:pt x="98" y="69"/>
                  </a:cubicBezTo>
                  <a:cubicBezTo>
                    <a:pt x="96" y="68"/>
                    <a:pt x="92" y="67"/>
                    <a:pt x="90" y="66"/>
                  </a:cubicBezTo>
                  <a:cubicBezTo>
                    <a:pt x="86" y="64"/>
                    <a:pt x="82" y="62"/>
                    <a:pt x="78" y="60"/>
                  </a:cubicBezTo>
                  <a:cubicBezTo>
                    <a:pt x="75" y="58"/>
                    <a:pt x="72" y="56"/>
                    <a:pt x="71" y="52"/>
                  </a:cubicBezTo>
                  <a:cubicBezTo>
                    <a:pt x="70" y="52"/>
                    <a:pt x="70" y="51"/>
                    <a:pt x="70" y="50"/>
                  </a:cubicBezTo>
                  <a:cubicBezTo>
                    <a:pt x="71" y="47"/>
                    <a:pt x="72" y="43"/>
                    <a:pt x="73" y="39"/>
                  </a:cubicBezTo>
                  <a:cubicBezTo>
                    <a:pt x="73" y="38"/>
                    <a:pt x="74" y="37"/>
                    <a:pt x="75" y="36"/>
                  </a:cubicBezTo>
                  <a:cubicBezTo>
                    <a:pt x="79" y="32"/>
                    <a:pt x="85" y="32"/>
                    <a:pt x="90" y="35"/>
                  </a:cubicBezTo>
                  <a:cubicBezTo>
                    <a:pt x="96" y="39"/>
                    <a:pt x="103" y="41"/>
                    <a:pt x="109" y="42"/>
                  </a:cubicBezTo>
                  <a:cubicBezTo>
                    <a:pt x="113" y="43"/>
                    <a:pt x="116" y="44"/>
                    <a:pt x="119" y="45"/>
                  </a:cubicBezTo>
                  <a:cubicBezTo>
                    <a:pt x="122" y="46"/>
                    <a:pt x="125" y="45"/>
                    <a:pt x="127" y="43"/>
                  </a:cubicBezTo>
                  <a:cubicBezTo>
                    <a:pt x="134" y="36"/>
                    <a:pt x="140" y="28"/>
                    <a:pt x="146" y="20"/>
                  </a:cubicBezTo>
                  <a:cubicBezTo>
                    <a:pt x="148" y="17"/>
                    <a:pt x="151" y="13"/>
                    <a:pt x="153" y="9"/>
                  </a:cubicBezTo>
                  <a:cubicBezTo>
                    <a:pt x="155" y="3"/>
                    <a:pt x="161" y="2"/>
                    <a:pt x="166" y="1"/>
                  </a:cubicBezTo>
                  <a:cubicBezTo>
                    <a:pt x="169" y="0"/>
                    <a:pt x="171" y="2"/>
                    <a:pt x="173" y="5"/>
                  </a:cubicBezTo>
                  <a:cubicBezTo>
                    <a:pt x="176" y="9"/>
                    <a:pt x="177" y="14"/>
                    <a:pt x="177" y="19"/>
                  </a:cubicBezTo>
                  <a:cubicBezTo>
                    <a:pt x="177" y="21"/>
                    <a:pt x="176" y="23"/>
                    <a:pt x="175" y="24"/>
                  </a:cubicBezTo>
                  <a:cubicBezTo>
                    <a:pt x="172" y="29"/>
                    <a:pt x="168" y="34"/>
                    <a:pt x="164" y="39"/>
                  </a:cubicBezTo>
                  <a:cubicBezTo>
                    <a:pt x="161" y="43"/>
                    <a:pt x="157" y="47"/>
                    <a:pt x="154" y="51"/>
                  </a:cubicBezTo>
                  <a:cubicBezTo>
                    <a:pt x="153" y="51"/>
                    <a:pt x="152" y="53"/>
                    <a:pt x="153" y="53"/>
                  </a:cubicBezTo>
                  <a:cubicBezTo>
                    <a:pt x="153" y="54"/>
                    <a:pt x="154" y="54"/>
                    <a:pt x="155" y="53"/>
                  </a:cubicBezTo>
                  <a:cubicBezTo>
                    <a:pt x="158" y="52"/>
                    <a:pt x="161" y="54"/>
                    <a:pt x="164" y="55"/>
                  </a:cubicBezTo>
                  <a:cubicBezTo>
                    <a:pt x="168" y="58"/>
                    <a:pt x="170" y="62"/>
                    <a:pt x="172" y="67"/>
                  </a:cubicBezTo>
                  <a:cubicBezTo>
                    <a:pt x="174" y="69"/>
                    <a:pt x="173" y="70"/>
                    <a:pt x="171" y="71"/>
                  </a:cubicBezTo>
                  <a:cubicBezTo>
                    <a:pt x="170" y="72"/>
                    <a:pt x="169" y="74"/>
                    <a:pt x="167" y="75"/>
                  </a:cubicBezTo>
                  <a:cubicBezTo>
                    <a:pt x="167" y="76"/>
                    <a:pt x="165" y="76"/>
                    <a:pt x="164" y="77"/>
                  </a:cubicBezTo>
                  <a:cubicBezTo>
                    <a:pt x="162" y="78"/>
                    <a:pt x="160" y="79"/>
                    <a:pt x="158" y="81"/>
                  </a:cubicBezTo>
                  <a:cubicBezTo>
                    <a:pt x="154" y="83"/>
                    <a:pt x="149" y="84"/>
                    <a:pt x="146" y="82"/>
                  </a:cubicBezTo>
                  <a:cubicBezTo>
                    <a:pt x="141" y="78"/>
                    <a:pt x="136" y="78"/>
                    <a:pt x="130" y="77"/>
                  </a:cubicBezTo>
                  <a:cubicBezTo>
                    <a:pt x="126" y="76"/>
                    <a:pt x="124" y="79"/>
                    <a:pt x="121" y="81"/>
                  </a:cubicBezTo>
                  <a:cubicBezTo>
                    <a:pt x="119" y="83"/>
                    <a:pt x="117" y="84"/>
                    <a:pt x="115" y="85"/>
                  </a:cubicBezTo>
                  <a:cubicBezTo>
                    <a:pt x="113" y="86"/>
                    <a:pt x="110" y="88"/>
                    <a:pt x="111" y="92"/>
                  </a:cubicBezTo>
                  <a:cubicBezTo>
                    <a:pt x="111" y="98"/>
                    <a:pt x="111" y="108"/>
                    <a:pt x="112" y="116"/>
                  </a:cubicBezTo>
                  <a:cubicBezTo>
                    <a:pt x="113" y="122"/>
                    <a:pt x="114" y="129"/>
                    <a:pt x="115" y="135"/>
                  </a:cubicBezTo>
                  <a:cubicBezTo>
                    <a:pt x="116" y="142"/>
                    <a:pt x="117" y="148"/>
                    <a:pt x="120" y="155"/>
                  </a:cubicBezTo>
                  <a:cubicBezTo>
                    <a:pt x="122" y="160"/>
                    <a:pt x="123" y="163"/>
                    <a:pt x="125" y="169"/>
                  </a:cubicBezTo>
                  <a:cubicBezTo>
                    <a:pt x="130" y="178"/>
                    <a:pt x="132" y="181"/>
                    <a:pt x="132" y="181"/>
                  </a:cubicBezTo>
                  <a:cubicBezTo>
                    <a:pt x="132" y="182"/>
                    <a:pt x="131" y="183"/>
                    <a:pt x="128" y="184"/>
                  </a:cubicBezTo>
                  <a:cubicBezTo>
                    <a:pt x="126" y="185"/>
                    <a:pt x="125" y="185"/>
                    <a:pt x="124" y="186"/>
                  </a:cubicBezTo>
                  <a:cubicBezTo>
                    <a:pt x="122" y="186"/>
                    <a:pt x="120" y="186"/>
                    <a:pt x="119" y="187"/>
                  </a:cubicBezTo>
                  <a:cubicBezTo>
                    <a:pt x="118" y="187"/>
                    <a:pt x="118" y="187"/>
                    <a:pt x="115" y="188"/>
                  </a:cubicBezTo>
                  <a:cubicBezTo>
                    <a:pt x="113" y="188"/>
                    <a:pt x="108" y="185"/>
                    <a:pt x="105" y="183"/>
                  </a:cubicBezTo>
                  <a:cubicBezTo>
                    <a:pt x="104" y="181"/>
                    <a:pt x="103" y="181"/>
                    <a:pt x="101" y="179"/>
                  </a:cubicBezTo>
                  <a:cubicBezTo>
                    <a:pt x="98" y="176"/>
                    <a:pt x="96" y="174"/>
                    <a:pt x="94" y="171"/>
                  </a:cubicBezTo>
                  <a:cubicBezTo>
                    <a:pt x="92" y="168"/>
                    <a:pt x="90" y="165"/>
                    <a:pt x="88" y="162"/>
                  </a:cubicBezTo>
                  <a:cubicBezTo>
                    <a:pt x="85" y="158"/>
                    <a:pt x="85" y="153"/>
                    <a:pt x="86" y="148"/>
                  </a:cubicBezTo>
                  <a:cubicBezTo>
                    <a:pt x="87" y="144"/>
                    <a:pt x="86" y="141"/>
                    <a:pt x="87" y="137"/>
                  </a:cubicBezTo>
                  <a:cubicBezTo>
                    <a:pt x="87" y="131"/>
                    <a:pt x="88" y="126"/>
                    <a:pt x="89" y="121"/>
                  </a:cubicBezTo>
                  <a:cubicBezTo>
                    <a:pt x="90" y="114"/>
                    <a:pt x="91" y="108"/>
                    <a:pt x="91" y="101"/>
                  </a:cubicBezTo>
                  <a:cubicBezTo>
                    <a:pt x="92" y="99"/>
                    <a:pt x="91" y="99"/>
                    <a:pt x="89" y="100"/>
                  </a:cubicBezTo>
                  <a:cubicBezTo>
                    <a:pt x="82" y="102"/>
                    <a:pt x="75" y="105"/>
                    <a:pt x="69" y="108"/>
                  </a:cubicBezTo>
                  <a:cubicBezTo>
                    <a:pt x="67" y="108"/>
                    <a:pt x="58" y="111"/>
                    <a:pt x="51" y="112"/>
                  </a:cubicBezTo>
                  <a:cubicBezTo>
                    <a:pt x="40" y="113"/>
                    <a:pt x="22" y="112"/>
                    <a:pt x="18" y="110"/>
                  </a:cubicBezTo>
                  <a:cubicBezTo>
                    <a:pt x="15" y="109"/>
                    <a:pt x="12" y="107"/>
                    <a:pt x="9" y="105"/>
                  </a:cubicBezTo>
                  <a:cubicBezTo>
                    <a:pt x="8" y="104"/>
                    <a:pt x="3" y="100"/>
                    <a:pt x="1" y="99"/>
                  </a:cubicBezTo>
                  <a:close/>
                </a:path>
              </a:pathLst>
            </a:custGeom>
            <a:grpFill/>
            <a:ln>
              <a:noFill/>
            </a:ln>
          </p:spPr>
          <p:txBody>
            <a:bodyPr vert="horz" wrap="square" lIns="91440" tIns="45720" rIns="91440" bIns="45720" numCol="1" anchor="t" anchorCtr="0" compatLnSpc="1">
              <a:prstTxWarp prst="textNoShape">
                <a:avLst/>
              </a:prstTxWarp>
            </a:bodyPr>
            <a:lstStyle/>
            <a:p>
              <a:endParaRPr lang="zh-CN" altLang="en-US"/>
            </a:p>
          </p:txBody>
        </p:sp>
      </p:grpSp>
      <p:sp>
        <p:nvSpPr>
          <p:cNvPr id="68" name="标题 1"/>
          <p:cNvSpPr>
            <a:spLocks noGrp="1"/>
          </p:cNvSpPr>
          <p:nvPr>
            <p:ph type="title"/>
          </p:nvPr>
        </p:nvSpPr>
        <p:spPr>
          <a:xfrm>
            <a:off x="485775" y="366907"/>
            <a:ext cx="4783090" cy="672105"/>
          </a:xfrm>
        </p:spPr>
        <p:txBody>
          <a:bodyPr>
            <a:noAutofit/>
          </a:bodyPr>
          <a:lstStyle>
            <a:lvl1pPr>
              <a:defRPr sz="2800">
                <a:solidFill>
                  <a:srgbClr val="8F1E8C"/>
                </a:solidFill>
                <a:latin typeface="思源黑体 CN Regular" panose="020B0500000000000000" pitchFamily="34" charset="-122"/>
                <a:ea typeface="思源黑体 CN Regular" panose="020B0500000000000000" pitchFamily="34" charset="-122"/>
              </a:defRPr>
            </a:lvl1pPr>
          </a:lstStyle>
          <a:p>
            <a:r>
              <a:rPr lang="zh-CN" altLang="en-US" dirty="0"/>
              <a:t>单击此处编辑母版标题样式</a:t>
            </a:r>
          </a:p>
        </p:txBody>
      </p:sp>
    </p:spTree>
    <p:extLst>
      <p:ext uri="{BB962C8B-B14F-4D97-AF65-F5344CB8AC3E}">
        <p14:creationId xmlns:p14="http://schemas.microsoft.com/office/powerpoint/2010/main" val="7834427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477EA1BC-73E1-4B32-AD3F-BC46ED9A3A3B}" type="datetimeFigureOut">
              <a:rPr lang="zh-CN" altLang="en-US" smtClean="0"/>
              <a:t>2026/5/22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6CBB23C-EF9A-4E62-970A-65B821B173F7}" type="slidenum">
              <a:rPr lang="zh-CN" altLang="en-US" smtClean="0"/>
              <a:t>‹#›</a:t>
            </a:fld>
            <a:endParaRPr lang="zh-CN" altLang="en-US"/>
          </a:p>
        </p:txBody>
      </p:sp>
    </p:spTree>
    <p:extLst>
      <p:ext uri="{BB962C8B-B14F-4D97-AF65-F5344CB8AC3E}">
        <p14:creationId xmlns:p14="http://schemas.microsoft.com/office/powerpoint/2010/main" val="11682054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01A8FF3F-82D0-46F3-A3A1-0B82FBD73DBA}" type="datetimeFigureOut">
              <a:rPr lang="zh-CN" altLang="en-US" smtClean="0"/>
              <a:t>2026/5/22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C12AD1C-DCAB-4D2E-9343-4B9973E32E2A}" type="slidenum">
              <a:rPr lang="zh-CN" altLang="en-US" smtClean="0"/>
              <a:t>‹#›</a:t>
            </a:fld>
            <a:endParaRPr lang="zh-CN" altLang="en-US"/>
          </a:p>
        </p:txBody>
      </p:sp>
    </p:spTree>
    <p:extLst>
      <p:ext uri="{BB962C8B-B14F-4D97-AF65-F5344CB8AC3E}">
        <p14:creationId xmlns:p14="http://schemas.microsoft.com/office/powerpoint/2010/main" val="3553983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EA1BC-73E1-4B32-AD3F-BC46ED9A3A3B}" type="datetimeFigureOut">
              <a:rPr lang="zh-CN" altLang="en-US" smtClean="0"/>
              <a:t>2026/5/22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BB23C-EF9A-4E62-970A-65B821B173F7}" type="slidenum">
              <a:rPr lang="zh-CN" altLang="en-US" smtClean="0"/>
              <a:t>‹#›</a:t>
            </a:fld>
            <a:endParaRPr lang="zh-CN" altLang="en-US"/>
          </a:p>
        </p:txBody>
      </p:sp>
    </p:spTree>
    <p:extLst>
      <p:ext uri="{BB962C8B-B14F-4D97-AF65-F5344CB8AC3E}">
        <p14:creationId xmlns:p14="http://schemas.microsoft.com/office/powerpoint/2010/main" val="3469742360"/>
      </p:ext>
    </p:extLst>
  </p:cSld>
  <p:clrMap bg1="lt1" tx1="dk1" bg2="lt2" tx2="dk2" accent1="accent1" accent2="accent2" accent3="accent3" accent4="accent4" accent5="accent5" accent6="accent6" hlink="hlink" folHlink="folHlink"/>
  <p:sldLayoutIdLst>
    <p:sldLayoutId id="2147483740" r:id="rId1"/>
    <p:sldLayoutId id="2147483742"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7EA1BC-73E1-4B32-AD3F-BC46ED9A3A3B}" type="datetimeFigureOut">
              <a:rPr lang="zh-CN" altLang="en-US" smtClean="0"/>
              <a:t>2026/5/22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6CBB23C-EF9A-4E62-970A-65B821B173F7}" type="slidenum">
              <a:rPr lang="zh-CN" altLang="en-US" smtClean="0"/>
              <a:t>‹#›</a:t>
            </a:fld>
            <a:endParaRPr lang="zh-CN" altLang="en-US"/>
          </a:p>
        </p:txBody>
      </p:sp>
    </p:spTree>
    <p:extLst>
      <p:ext uri="{BB962C8B-B14F-4D97-AF65-F5344CB8AC3E}">
        <p14:creationId xmlns:p14="http://schemas.microsoft.com/office/powerpoint/2010/main" val="233748125"/>
      </p:ext>
    </p:extLst>
  </p:cSld>
  <p:clrMap bg1="lt1" tx1="dk1" bg2="lt2" tx2="dk2" accent1="accent1" accent2="accent2" accent3="accent3" accent4="accent4" accent5="accent5" accent6="accent6" hlink="hlink" folHlink="folHlink"/>
  <p:sldLayoutIdLst>
    <p:sldLayoutId id="2147483727" r:id="rId1"/>
    <p:sldLayoutId id="214748373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08572599"/>
      </p:ext>
    </p:extLst>
  </p:cSld>
  <p:clrMap bg1="lt1" tx1="dk1" bg2="lt2" tx2="dk2" accent1="accent1" accent2="accent2" accent3="accent3" accent4="accent4" accent5="accent5" accent6="accent6" hlink="hlink" folHlink="folHlink"/>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264">
          <p15:clr>
            <a:srgbClr val="F26B43"/>
          </p15:clr>
        </p15:guide>
        <p15:guide id="2" pos="3840">
          <p15:clr>
            <a:srgbClr val="F26B43"/>
          </p15:clr>
        </p15:guide>
        <p15:guide id="3" pos="192">
          <p15:clr>
            <a:srgbClr val="F26B43"/>
          </p15:clr>
        </p15:guide>
        <p15:guide id="4" pos="7488">
          <p15:clr>
            <a:srgbClr val="F26B43"/>
          </p15:clr>
        </p15:guide>
        <p15:guide id="5" orient="horz" pos="432">
          <p15:clr>
            <a:srgbClr val="F26B43"/>
          </p15:clr>
        </p15:guide>
        <p15:guide id="6" orient="horz" pos="472">
          <p15:clr>
            <a:srgbClr val="F26B43"/>
          </p15:clr>
        </p15:guide>
        <p15:guide id="7" orient="horz" pos="4104">
          <p15:clr>
            <a:srgbClr val="F26B43"/>
          </p15:clr>
        </p15:guide>
        <p15:guide id="8" orient="horz" pos="4056">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 Id="rId4" Type="http://schemas.openxmlformats.org/officeDocument/2006/relationships/image" Target="../media/image3.emf"/></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4.xml"/><Relationship Id="rId1" Type="http://schemas.openxmlformats.org/officeDocument/2006/relationships/tags" Target="../tags/tag2.xml"/><Relationship Id="rId4" Type="http://schemas.openxmlformats.org/officeDocument/2006/relationships/image" Target="../media/image4.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0.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5.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37.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alphaModFix amt="35000"/>
            <a:lum/>
          </a:blip>
          <a:srcRect/>
          <a:stretch>
            <a:fillRect/>
          </a:stretch>
        </a:blipFill>
        <a:effectLst/>
      </p:bgPr>
    </p:bg>
    <p:spTree>
      <p:nvGrpSpPr>
        <p:cNvPr id="1" name=""/>
        <p:cNvGrpSpPr/>
        <p:nvPr/>
      </p:nvGrpSpPr>
      <p:grpSpPr>
        <a:xfrm>
          <a:off x="0" y="0"/>
          <a:ext cx="0" cy="0"/>
          <a:chOff x="0" y="0"/>
          <a:chExt cx="0" cy="0"/>
        </a:xfrm>
      </p:grpSpPr>
      <p:sp>
        <p:nvSpPr>
          <p:cNvPr id="9" name="矩形 8"/>
          <p:cNvSpPr/>
          <p:nvPr/>
        </p:nvSpPr>
        <p:spPr>
          <a:xfrm>
            <a:off x="942535" y="0"/>
            <a:ext cx="12192000" cy="6858000"/>
          </a:xfrm>
          <a:prstGeom prst="rect">
            <a:avLst/>
          </a:prstGeom>
          <a:gradFill flip="none" rotWithShape="1">
            <a:gsLst>
              <a:gs pos="45000">
                <a:srgbClr val="A34FA1">
                  <a:alpha val="70000"/>
                </a:srgbClr>
              </a:gs>
              <a:gs pos="0">
                <a:srgbClr val="891D86"/>
              </a:gs>
              <a:gs pos="99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文本框 3"/>
          <p:cNvSpPr txBox="1"/>
          <p:nvPr/>
        </p:nvSpPr>
        <p:spPr>
          <a:xfrm>
            <a:off x="5443538" y="1297553"/>
            <a:ext cx="6269037" cy="2438488"/>
          </a:xfrm>
          <a:prstGeom prst="rect">
            <a:avLst/>
          </a:prstGeom>
          <a:noFill/>
        </p:spPr>
        <p:txBody>
          <a:bodyPr wrap="square" rtlCol="0">
            <a:spAutoFit/>
          </a:bodyPr>
          <a:lstStyle/>
          <a:p>
            <a:pPr algn="r">
              <a:lnSpc>
                <a:spcPct val="150000"/>
              </a:lnSpc>
            </a:pPr>
            <a:r>
              <a:rPr lang="zh-CN" altLang="en-US" sz="5400" dirty="0">
                <a:solidFill>
                  <a:schemeClr val="bg1"/>
                </a:solidFill>
                <a:latin typeface="思源黑体 CN Heavy" panose="020B0A00000000000000" pitchFamily="34" charset="-122"/>
                <a:ea typeface="思源黑体 CN Heavy" panose="020B0A00000000000000" pitchFamily="34" charset="-122"/>
              </a:rPr>
              <a:t>芯片缺陷检测算法设计及实现</a:t>
            </a:r>
          </a:p>
        </p:txBody>
      </p:sp>
      <p:sp>
        <p:nvSpPr>
          <p:cNvPr id="7" name="文本框 6"/>
          <p:cNvSpPr txBox="1"/>
          <p:nvPr/>
        </p:nvSpPr>
        <p:spPr>
          <a:xfrm>
            <a:off x="6426494" y="4090953"/>
            <a:ext cx="4923316" cy="1135054"/>
          </a:xfrm>
          <a:prstGeom prst="rect">
            <a:avLst/>
          </a:prstGeom>
          <a:noFill/>
        </p:spPr>
        <p:txBody>
          <a:bodyPr wrap="square" rtlCol="0">
            <a:spAutoFit/>
          </a:bodyPr>
          <a:lstStyle/>
          <a:p>
            <a:pPr algn="r">
              <a:lnSpc>
                <a:spcPct val="150000"/>
              </a:lnSpc>
            </a:pPr>
            <a:r>
              <a:rPr lang="zh-CN" altLang="en-US" sz="2400" dirty="0">
                <a:solidFill>
                  <a:schemeClr val="bg1"/>
                </a:solidFill>
                <a:latin typeface="思源黑体 CN Regular" panose="020B0500000000000000" pitchFamily="34" charset="-122"/>
                <a:ea typeface="思源黑体 CN Regular" panose="020B0500000000000000" pitchFamily="34" charset="-122"/>
              </a:rPr>
              <a:t>答  辩  人：王   鹏</a:t>
            </a:r>
            <a:r>
              <a:rPr lang="en-US" altLang="zh-CN" sz="2400" dirty="0">
                <a:solidFill>
                  <a:schemeClr val="bg1"/>
                </a:solidFill>
                <a:latin typeface="思源黑体 CN Regular" panose="020B0500000000000000" pitchFamily="34" charset="-122"/>
                <a:ea typeface="思源黑体 CN Regular" panose="020B0500000000000000" pitchFamily="34" charset="-122"/>
              </a:rPr>
              <a:t>      </a:t>
            </a:r>
          </a:p>
          <a:p>
            <a:pPr algn="r">
              <a:lnSpc>
                <a:spcPct val="150000"/>
              </a:lnSpc>
            </a:pPr>
            <a:r>
              <a:rPr lang="zh-CN" altLang="en-US" sz="2400" dirty="0">
                <a:solidFill>
                  <a:schemeClr val="bg1"/>
                </a:solidFill>
                <a:latin typeface="思源黑体 CN Regular" panose="020B0500000000000000" pitchFamily="34" charset="-122"/>
                <a:ea typeface="思源黑体 CN Regular" panose="020B0500000000000000" pitchFamily="34" charset="-122"/>
              </a:rPr>
              <a:t>指导老师：吕建勇</a:t>
            </a:r>
            <a:r>
              <a:rPr lang="en-US" altLang="zh-CN" sz="2400" dirty="0">
                <a:solidFill>
                  <a:schemeClr val="bg1"/>
                </a:solidFill>
                <a:latin typeface="思源黑体 CN Regular" panose="020B0500000000000000" pitchFamily="34" charset="-122"/>
                <a:ea typeface="思源黑体 CN Regular" panose="020B0500000000000000" pitchFamily="34" charset="-122"/>
              </a:rPr>
              <a:t> </a:t>
            </a:r>
            <a:endParaRPr lang="zh-CN" altLang="en-US" sz="2400" dirty="0">
              <a:solidFill>
                <a:schemeClr val="bg1"/>
              </a:solidFill>
              <a:latin typeface="思源黑体 CN Regular" panose="020B0500000000000000" pitchFamily="34" charset="-122"/>
              <a:ea typeface="思源黑体 CN Regular" panose="020B0500000000000000" pitchFamily="34" charset="-122"/>
            </a:endParaRPr>
          </a:p>
        </p:txBody>
      </p:sp>
      <p:pic>
        <p:nvPicPr>
          <p:cNvPr id="10" name="图片 9"/>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9550" y="304800"/>
            <a:ext cx="1192152" cy="6248400"/>
          </a:xfrm>
          <a:prstGeom prst="rect">
            <a:avLst/>
          </a:prstGeom>
        </p:spPr>
      </p:pic>
      <p:cxnSp>
        <p:nvCxnSpPr>
          <p:cNvPr id="3" name="直接连接符 2"/>
          <p:cNvCxnSpPr/>
          <p:nvPr/>
        </p:nvCxnSpPr>
        <p:spPr>
          <a:xfrm>
            <a:off x="9151455" y="3882876"/>
            <a:ext cx="2377260" cy="0"/>
          </a:xfrm>
          <a:prstGeom prst="line">
            <a:avLst/>
          </a:prstGeom>
          <a:ln w="38100">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652169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rotWithShape="1">
          <a:blip r:embed="rId4">
            <a:extLst>
              <a:ext uri="{28A0092B-C50C-407E-A947-70E740481C1C}">
                <a14:useLocalDpi xmlns:a14="http://schemas.microsoft.com/office/drawing/2010/main" val="0"/>
              </a:ext>
            </a:extLst>
          </a:blip>
          <a:srcRect l="13228" r="19" b="6530"/>
          <a:stretch/>
        </p:blipFill>
        <p:spPr>
          <a:xfrm>
            <a:off x="0" y="0"/>
            <a:ext cx="11049000" cy="6858000"/>
          </a:xfrm>
          <a:prstGeom prst="rect">
            <a:avLst/>
          </a:prstGeom>
        </p:spPr>
      </p:pic>
      <p:sp>
        <p:nvSpPr>
          <p:cNvPr id="46" name="矩形 45"/>
          <p:cNvSpPr/>
          <p:nvPr/>
        </p:nvSpPr>
        <p:spPr>
          <a:xfrm>
            <a:off x="4438650" y="0"/>
            <a:ext cx="7753350" cy="6858000"/>
          </a:xfrm>
          <a:prstGeom prst="rect">
            <a:avLst/>
          </a:prstGeom>
          <a:gradFill flip="none" rotWithShape="1">
            <a:gsLst>
              <a:gs pos="15000">
                <a:srgbClr val="8E268B"/>
              </a:gs>
              <a:gs pos="37000">
                <a:srgbClr val="A34FA1">
                  <a:alpha val="88000"/>
                </a:srgbClr>
              </a:gs>
              <a:gs pos="0">
                <a:srgbClr val="891D86"/>
              </a:gs>
              <a:gs pos="99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5" name="文本框 4"/>
          <p:cNvSpPr txBox="1"/>
          <p:nvPr/>
        </p:nvSpPr>
        <p:spPr>
          <a:xfrm>
            <a:off x="3934907" y="157923"/>
            <a:ext cx="7848599" cy="923330"/>
          </a:xfrm>
          <a:prstGeom prst="rect">
            <a:avLst/>
          </a:prstGeom>
          <a:noFill/>
          <a:ln>
            <a:noFill/>
          </a:ln>
        </p:spPr>
        <p:txBody>
          <a:bodyPr wrap="square" rtlCol="0">
            <a:spAutoFit/>
          </a:bodyPr>
          <a:lstStyle/>
          <a:p>
            <a:pPr algn="r"/>
            <a:r>
              <a:rPr lang="zh-CN" altLang="en-US" sz="5400" dirty="0">
                <a:gradFill>
                  <a:gsLst>
                    <a:gs pos="35000">
                      <a:schemeClr val="bg1">
                        <a:lumMod val="85000"/>
                      </a:schemeClr>
                    </a:gs>
                    <a:gs pos="0">
                      <a:schemeClr val="bg1"/>
                    </a:gs>
                    <a:gs pos="99000">
                      <a:schemeClr val="bg1">
                        <a:alpha val="0"/>
                      </a:schemeClr>
                    </a:gs>
                  </a:gsLst>
                  <a:lin ang="5400000" scaled="1"/>
                </a:gradFill>
                <a:latin typeface="Arial Black" panose="020B0A04020102020204" pitchFamily="34" charset="0"/>
                <a:ea typeface="思源黑体 CN Heavy" panose="020B0A00000000000000" pitchFamily="34" charset="-122"/>
                <a:cs typeface="Times New Roman" panose="02020603050405020304" pitchFamily="18" charset="0"/>
              </a:rPr>
              <a:t>，目录</a:t>
            </a:r>
          </a:p>
        </p:txBody>
      </p:sp>
      <p:grpSp>
        <p:nvGrpSpPr>
          <p:cNvPr id="14" name="#2416" descr="本素材由iSlide™ 提供&#10;iSlide™尊重知识产权并注重保护用户享有的各项权利。郑重提醒您：&#10;iSlide™插件中提供的任何信息内容的所有权、知识产权归其原始权利人或权利受让人所有，您免费/购买获得的是信息内容的使用权，并受下述条款的约束；&#10;1. 您仅可以个人非商业用途使用该等信息内容，不可将信息内容的全部或部分用于出售，或以出租、出借、转让、分销、发布等其他任何方式供他人使用；&#10;2. 禁止在接入互联网或移动互联网的任何网站、平台、应用或程序上以任何方式为他人提供iSlide™插件资源内容的下载。&#10;The resource is supplied by iSlide™.&#10;iSlide™ respects all intellectual property rights and protects all the rights its users acquired.Solemnly remind you:&#10;The ownership and intellectual property of the resources supplied in iSlide Add-in belongs to its owner or the assignee of this ownership.you only acquired the usage of the resources supplied in iSlide Add-in, as well as respected the following restrain terms:&#10;1.You are only allowed to use such resource for personal and non-commercial aim, not allowed to use such resource or part of it for the sale; or rent, lend, transfer to others; or distribution or release it in any way.&#10;2.You are not permitted to provide the resource of iSlide Add-in in any website, platform, application access to the Internet or mobile Internet." title="iSlide™ 版权声明  COPYRIGHT NOTICE"/>
          <p:cNvGrpSpPr>
            <a:grpSpLocks noChangeAspect="1"/>
          </p:cNvGrpSpPr>
          <p:nvPr>
            <p:custDataLst>
              <p:tags r:id="rId1"/>
            </p:custDataLst>
          </p:nvPr>
        </p:nvGrpSpPr>
        <p:grpSpPr>
          <a:xfrm>
            <a:off x="7334250" y="1663289"/>
            <a:ext cx="4523913" cy="4517843"/>
            <a:chOff x="5610256" y="1395504"/>
            <a:chExt cx="4340404" cy="4517843"/>
          </a:xfrm>
        </p:grpSpPr>
        <p:sp>
          <p:nvSpPr>
            <p:cNvPr id="17" name="îṩ1îḋè"/>
            <p:cNvSpPr txBox="1"/>
            <p:nvPr/>
          </p:nvSpPr>
          <p:spPr>
            <a:xfrm>
              <a:off x="5610256" y="1424279"/>
              <a:ext cx="466794" cy="461665"/>
            </a:xfrm>
            <a:prstGeom prst="rect">
              <a:avLst/>
            </a:prstGeom>
            <a:solidFill>
              <a:schemeClr val="bg1"/>
            </a:solidFill>
          </p:spPr>
          <p:txBody>
            <a:bodyPr wrap="none" anchor="ctr">
              <a:noAutofit/>
            </a:bodyPr>
            <a:lstStyle/>
            <a:p>
              <a:pPr algn="ctr"/>
              <a:r>
                <a:rPr lang="en-US" altLang="zh-CN" sz="2800" dirty="0">
                  <a:solidFill>
                    <a:srgbClr val="891D86"/>
                  </a:solidFill>
                  <a:latin typeface="Impact" panose="020B0806030902050204" pitchFamily="34" charset="0"/>
                </a:rPr>
                <a:t>0</a:t>
              </a:r>
              <a:r>
                <a:rPr lang="en-US" altLang="zh-CN" sz="100" dirty="0">
                  <a:solidFill>
                    <a:srgbClr val="891D86"/>
                  </a:solidFill>
                  <a:latin typeface="Impact" panose="020B0806030902050204" pitchFamily="34" charset="0"/>
                </a:rPr>
                <a:t> </a:t>
              </a:r>
              <a:r>
                <a:rPr lang="en-US" altLang="zh-CN" sz="2800" dirty="0">
                  <a:solidFill>
                    <a:srgbClr val="891D86"/>
                  </a:solidFill>
                  <a:latin typeface="Impact" panose="020B0806030902050204" pitchFamily="34" charset="0"/>
                </a:rPr>
                <a:t>1</a:t>
              </a:r>
            </a:p>
          </p:txBody>
        </p:sp>
        <p:cxnSp>
          <p:nvCxnSpPr>
            <p:cNvPr id="18" name="直接连接符 17"/>
            <p:cNvCxnSpPr/>
            <p:nvPr/>
          </p:nvCxnSpPr>
          <p:spPr>
            <a:xfrm>
              <a:off x="6208722" y="1395504"/>
              <a:ext cx="0" cy="519214"/>
            </a:xfrm>
            <a:prstGeom prst="line">
              <a:avLst/>
            </a:prstGeom>
            <a:ln w="28575">
              <a:solidFill>
                <a:srgbClr val="891D86"/>
              </a:solidFill>
            </a:ln>
          </p:spPr>
          <p:style>
            <a:lnRef idx="1">
              <a:schemeClr val="accent1"/>
            </a:lnRef>
            <a:fillRef idx="0">
              <a:schemeClr val="accent1"/>
            </a:fillRef>
            <a:effectRef idx="0">
              <a:schemeClr val="accent1"/>
            </a:effectRef>
            <a:fontRef idx="minor">
              <a:schemeClr val="tx1"/>
            </a:fontRef>
          </p:style>
        </p:cxnSp>
        <p:sp>
          <p:nvSpPr>
            <p:cNvPr id="20" name="îṩḻïdé">
              <a:extLst>
                <a:ext uri="{FF2B5EF4-FFF2-40B4-BE49-F238E27FC236}">
                  <a16:creationId xmlns:a16="http://schemas.microsoft.com/office/drawing/2014/main" id="{4D5C24C6-4DD0-4193-AD42-019C1134797B}"/>
                </a:ext>
              </a:extLst>
            </p:cNvPr>
            <p:cNvSpPr txBox="1"/>
            <p:nvPr/>
          </p:nvSpPr>
          <p:spPr bwMode="auto">
            <a:xfrm>
              <a:off x="6295143" y="1395504"/>
              <a:ext cx="3610267"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eaLnBrk="1" hangingPunct="1">
                <a:lnSpc>
                  <a:spcPct val="100000"/>
                </a:lnSpc>
                <a:spcBef>
                  <a:spcPct val="0"/>
                </a:spcBef>
                <a:buFontTx/>
                <a:buNone/>
              </a:pPr>
              <a:r>
                <a:rPr lang="zh-CN" altLang="en-US" sz="2400" b="1" dirty="0">
                  <a:solidFill>
                    <a:schemeClr val="bg1"/>
                  </a:solidFill>
                  <a:latin typeface="思源黑体 CN Regular" panose="020B0500000000000000" pitchFamily="34" charset="-122"/>
                  <a:ea typeface="思源黑体 CN Regular" panose="020B0500000000000000" pitchFamily="34" charset="-122"/>
                </a:rPr>
                <a:t>绪论</a:t>
              </a:r>
              <a:endParaRPr lang="en-US" altLang="zh-CN" sz="2400" b="1" dirty="0">
                <a:solidFill>
                  <a:schemeClr val="bg1"/>
                </a:solidFill>
                <a:latin typeface="思源黑体 CN Regular" panose="020B0500000000000000" pitchFamily="34" charset="-122"/>
                <a:ea typeface="思源黑体 CN Regular" panose="020B0500000000000000" pitchFamily="34" charset="-122"/>
              </a:endParaRPr>
            </a:p>
          </p:txBody>
        </p:sp>
        <p:sp>
          <p:nvSpPr>
            <p:cNvPr id="21" name="iṣḻiḓe"/>
            <p:cNvSpPr txBox="1"/>
            <p:nvPr/>
          </p:nvSpPr>
          <p:spPr>
            <a:xfrm>
              <a:off x="5610256" y="2224005"/>
              <a:ext cx="503663" cy="461665"/>
            </a:xfrm>
            <a:prstGeom prst="rect">
              <a:avLst/>
            </a:prstGeom>
            <a:solidFill>
              <a:schemeClr val="bg1"/>
            </a:solidFill>
          </p:spPr>
          <p:txBody>
            <a:bodyPr wrap="none" anchor="ctr">
              <a:noAutofit/>
            </a:bodyPr>
            <a:lstStyle/>
            <a:p>
              <a:pPr algn="ctr"/>
              <a:r>
                <a:rPr lang="en-US" altLang="zh-CN" sz="2800">
                  <a:solidFill>
                    <a:srgbClr val="891D86"/>
                  </a:solidFill>
                  <a:latin typeface="Impact" panose="020B0806030902050204" pitchFamily="34" charset="0"/>
                </a:rPr>
                <a:t>0</a:t>
              </a:r>
              <a:r>
                <a:rPr lang="en-US" altLang="zh-CN" sz="100">
                  <a:solidFill>
                    <a:srgbClr val="891D86"/>
                  </a:solidFill>
                  <a:latin typeface="Impact" panose="020B0806030902050204" pitchFamily="34" charset="0"/>
                </a:rPr>
                <a:t> </a:t>
              </a:r>
              <a:r>
                <a:rPr lang="en-US" altLang="zh-CN" sz="2800">
                  <a:solidFill>
                    <a:srgbClr val="891D86"/>
                  </a:solidFill>
                  <a:latin typeface="Impact" panose="020B0806030902050204" pitchFamily="34" charset="0"/>
                </a:rPr>
                <a:t>2</a:t>
              </a:r>
            </a:p>
          </p:txBody>
        </p:sp>
        <p:cxnSp>
          <p:nvCxnSpPr>
            <p:cNvPr id="22" name="直接连接符 21"/>
            <p:cNvCxnSpPr/>
            <p:nvPr/>
          </p:nvCxnSpPr>
          <p:spPr>
            <a:xfrm>
              <a:off x="6227156" y="2195230"/>
              <a:ext cx="0" cy="519214"/>
            </a:xfrm>
            <a:prstGeom prst="line">
              <a:avLst/>
            </a:prstGeom>
            <a:ln w="28575" cap="flat" cmpd="sng" algn="ctr">
              <a:solidFill>
                <a:srgbClr val="891D86"/>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 name="iṧlîḓè"/>
            <p:cNvSpPr txBox="1"/>
            <p:nvPr/>
          </p:nvSpPr>
          <p:spPr>
            <a:xfrm>
              <a:off x="5610256" y="3023731"/>
              <a:ext cx="513282" cy="461665"/>
            </a:xfrm>
            <a:prstGeom prst="rect">
              <a:avLst/>
            </a:prstGeom>
            <a:solidFill>
              <a:schemeClr val="bg1"/>
            </a:solidFill>
          </p:spPr>
          <p:txBody>
            <a:bodyPr wrap="none" anchor="ctr">
              <a:noAutofit/>
            </a:bodyPr>
            <a:lstStyle/>
            <a:p>
              <a:pPr algn="ctr"/>
              <a:r>
                <a:rPr lang="en-US" altLang="zh-CN" sz="2800">
                  <a:solidFill>
                    <a:srgbClr val="891D86"/>
                  </a:solidFill>
                  <a:latin typeface="Impact" panose="020B0806030902050204" pitchFamily="34" charset="0"/>
                </a:rPr>
                <a:t>0</a:t>
              </a:r>
              <a:r>
                <a:rPr lang="en-US" altLang="zh-CN" sz="100">
                  <a:solidFill>
                    <a:srgbClr val="891D86"/>
                  </a:solidFill>
                  <a:latin typeface="Impact" panose="020B0806030902050204" pitchFamily="34" charset="0"/>
                </a:rPr>
                <a:t> </a:t>
              </a:r>
              <a:r>
                <a:rPr lang="en-US" altLang="zh-CN" sz="2800">
                  <a:solidFill>
                    <a:srgbClr val="891D86"/>
                  </a:solidFill>
                  <a:latin typeface="Impact" panose="020B0806030902050204" pitchFamily="34" charset="0"/>
                </a:rPr>
                <a:t>3</a:t>
              </a:r>
            </a:p>
          </p:txBody>
        </p:sp>
        <p:cxnSp>
          <p:nvCxnSpPr>
            <p:cNvPr id="26" name="直接连接符 25"/>
            <p:cNvCxnSpPr/>
            <p:nvPr/>
          </p:nvCxnSpPr>
          <p:spPr>
            <a:xfrm>
              <a:off x="6231966" y="2994956"/>
              <a:ext cx="0" cy="519214"/>
            </a:xfrm>
            <a:prstGeom prst="line">
              <a:avLst/>
            </a:prstGeom>
            <a:ln w="28575" cap="flat" cmpd="sng" algn="ctr">
              <a:solidFill>
                <a:srgbClr val="891D86"/>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9" name="îŝḷïďê"/>
            <p:cNvSpPr txBox="1"/>
            <p:nvPr/>
          </p:nvSpPr>
          <p:spPr>
            <a:xfrm>
              <a:off x="5610256" y="3823457"/>
              <a:ext cx="503663" cy="461665"/>
            </a:xfrm>
            <a:prstGeom prst="rect">
              <a:avLst/>
            </a:prstGeom>
            <a:solidFill>
              <a:schemeClr val="bg1"/>
            </a:solidFill>
          </p:spPr>
          <p:txBody>
            <a:bodyPr wrap="none" anchor="ctr">
              <a:noAutofit/>
            </a:bodyPr>
            <a:lstStyle/>
            <a:p>
              <a:pPr algn="ctr"/>
              <a:r>
                <a:rPr lang="en-US" altLang="zh-CN" sz="2800">
                  <a:solidFill>
                    <a:srgbClr val="891D86"/>
                  </a:solidFill>
                  <a:latin typeface="Impact" panose="020B0806030902050204" pitchFamily="34" charset="0"/>
                </a:rPr>
                <a:t>0</a:t>
              </a:r>
              <a:r>
                <a:rPr lang="en-US" altLang="zh-CN" sz="100">
                  <a:solidFill>
                    <a:srgbClr val="891D86"/>
                  </a:solidFill>
                  <a:latin typeface="Impact" panose="020B0806030902050204" pitchFamily="34" charset="0"/>
                </a:rPr>
                <a:t> </a:t>
              </a:r>
              <a:r>
                <a:rPr lang="en-US" altLang="zh-CN" sz="2800">
                  <a:solidFill>
                    <a:srgbClr val="891D86"/>
                  </a:solidFill>
                  <a:latin typeface="Impact" panose="020B0806030902050204" pitchFamily="34" charset="0"/>
                </a:rPr>
                <a:t>4</a:t>
              </a:r>
            </a:p>
          </p:txBody>
        </p:sp>
        <p:cxnSp>
          <p:nvCxnSpPr>
            <p:cNvPr id="30" name="直接连接符 29"/>
            <p:cNvCxnSpPr/>
            <p:nvPr/>
          </p:nvCxnSpPr>
          <p:spPr>
            <a:xfrm>
              <a:off x="6227156" y="3794682"/>
              <a:ext cx="0" cy="519214"/>
            </a:xfrm>
            <a:prstGeom prst="line">
              <a:avLst/>
            </a:prstGeom>
            <a:ln w="28575" cap="flat" cmpd="sng" algn="ctr">
              <a:solidFill>
                <a:srgbClr val="891D86"/>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îṩḻîḑé"/>
            <p:cNvSpPr txBox="1"/>
            <p:nvPr/>
          </p:nvSpPr>
          <p:spPr>
            <a:xfrm>
              <a:off x="5610256" y="4623183"/>
              <a:ext cx="514885" cy="461665"/>
            </a:xfrm>
            <a:prstGeom prst="rect">
              <a:avLst/>
            </a:prstGeom>
            <a:solidFill>
              <a:schemeClr val="bg1"/>
            </a:solidFill>
          </p:spPr>
          <p:txBody>
            <a:bodyPr wrap="none" anchor="ctr">
              <a:noAutofit/>
            </a:bodyPr>
            <a:lstStyle/>
            <a:p>
              <a:pPr algn="ctr"/>
              <a:r>
                <a:rPr lang="en-US" altLang="zh-CN" sz="2800">
                  <a:solidFill>
                    <a:srgbClr val="891D86"/>
                  </a:solidFill>
                  <a:latin typeface="Impact" panose="020B0806030902050204" pitchFamily="34" charset="0"/>
                </a:rPr>
                <a:t>0</a:t>
              </a:r>
              <a:r>
                <a:rPr lang="en-US" altLang="zh-CN" sz="100">
                  <a:solidFill>
                    <a:srgbClr val="891D86"/>
                  </a:solidFill>
                  <a:latin typeface="Impact" panose="020B0806030902050204" pitchFamily="34" charset="0"/>
                </a:rPr>
                <a:t> </a:t>
              </a:r>
              <a:r>
                <a:rPr lang="en-US" altLang="zh-CN" sz="2800">
                  <a:solidFill>
                    <a:srgbClr val="891D86"/>
                  </a:solidFill>
                  <a:latin typeface="Impact" panose="020B0806030902050204" pitchFamily="34" charset="0"/>
                </a:rPr>
                <a:t>5</a:t>
              </a:r>
            </a:p>
          </p:txBody>
        </p:sp>
        <p:cxnSp>
          <p:nvCxnSpPr>
            <p:cNvPr id="34" name="直接连接符 33"/>
            <p:cNvCxnSpPr/>
            <p:nvPr/>
          </p:nvCxnSpPr>
          <p:spPr>
            <a:xfrm>
              <a:off x="6232767" y="4594408"/>
              <a:ext cx="0" cy="519214"/>
            </a:xfrm>
            <a:prstGeom prst="line">
              <a:avLst/>
            </a:prstGeom>
            <a:ln w="28575" cap="flat" cmpd="sng" algn="ctr">
              <a:solidFill>
                <a:srgbClr val="891D86"/>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7" name="ísḻíḓê"/>
            <p:cNvSpPr txBox="1"/>
            <p:nvPr/>
          </p:nvSpPr>
          <p:spPr>
            <a:xfrm>
              <a:off x="5610256" y="5422908"/>
              <a:ext cx="516487" cy="461665"/>
            </a:xfrm>
            <a:prstGeom prst="rect">
              <a:avLst/>
            </a:prstGeom>
            <a:solidFill>
              <a:schemeClr val="bg1"/>
            </a:solidFill>
          </p:spPr>
          <p:txBody>
            <a:bodyPr wrap="none" anchor="ctr">
              <a:noAutofit/>
            </a:bodyPr>
            <a:lstStyle/>
            <a:p>
              <a:pPr algn="ctr"/>
              <a:r>
                <a:rPr lang="en-US" altLang="zh-CN" sz="2800">
                  <a:solidFill>
                    <a:srgbClr val="891D86"/>
                  </a:solidFill>
                  <a:latin typeface="Impact" panose="020B0806030902050204" pitchFamily="34" charset="0"/>
                </a:rPr>
                <a:t>0</a:t>
              </a:r>
              <a:r>
                <a:rPr lang="en-US" altLang="zh-CN" sz="100">
                  <a:solidFill>
                    <a:srgbClr val="891D86"/>
                  </a:solidFill>
                  <a:latin typeface="Impact" panose="020B0806030902050204" pitchFamily="34" charset="0"/>
                </a:rPr>
                <a:t> </a:t>
              </a:r>
              <a:r>
                <a:rPr lang="en-US" altLang="zh-CN" sz="2800">
                  <a:solidFill>
                    <a:srgbClr val="891D86"/>
                  </a:solidFill>
                  <a:latin typeface="Impact" panose="020B0806030902050204" pitchFamily="34" charset="0"/>
                </a:rPr>
                <a:t>6</a:t>
              </a:r>
            </a:p>
          </p:txBody>
        </p:sp>
        <p:cxnSp>
          <p:nvCxnSpPr>
            <p:cNvPr id="38" name="直接连接符 37"/>
            <p:cNvCxnSpPr/>
            <p:nvPr/>
          </p:nvCxnSpPr>
          <p:spPr>
            <a:xfrm>
              <a:off x="6233568" y="5394133"/>
              <a:ext cx="0" cy="519214"/>
            </a:xfrm>
            <a:prstGeom prst="line">
              <a:avLst/>
            </a:prstGeom>
            <a:ln w="28575" cap="flat" cmpd="sng" algn="ctr">
              <a:solidFill>
                <a:srgbClr val="891D86"/>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2" name="îṩḻïdé">
              <a:extLst>
                <a:ext uri="{FF2B5EF4-FFF2-40B4-BE49-F238E27FC236}">
                  <a16:creationId xmlns:a16="http://schemas.microsoft.com/office/drawing/2014/main" id="{4D5C24C6-4DD0-4193-AD42-019C1134797B}"/>
                </a:ext>
              </a:extLst>
            </p:cNvPr>
            <p:cNvSpPr txBox="1"/>
            <p:nvPr/>
          </p:nvSpPr>
          <p:spPr bwMode="auto">
            <a:xfrm>
              <a:off x="6340393" y="2166457"/>
              <a:ext cx="3610267"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2400" b="1" dirty="0">
                  <a:solidFill>
                    <a:schemeClr val="bg1"/>
                  </a:solidFill>
                  <a:latin typeface="思源黑体 CN Regular" panose="020B0500000000000000" pitchFamily="34" charset="-122"/>
                  <a:ea typeface="思源黑体 CN Regular" panose="020B0500000000000000" pitchFamily="34" charset="-122"/>
                </a:rPr>
                <a:t>理论基础及技术支持</a:t>
              </a:r>
              <a:endParaRPr lang="en-US" altLang="zh-CN" sz="2400" b="1" dirty="0">
                <a:solidFill>
                  <a:schemeClr val="bg1"/>
                </a:solidFill>
                <a:latin typeface="思源黑体 CN Regular" panose="020B0500000000000000" pitchFamily="34" charset="-122"/>
                <a:ea typeface="思源黑体 CN Regular" panose="020B0500000000000000" pitchFamily="34" charset="-122"/>
              </a:endParaRPr>
            </a:p>
          </p:txBody>
        </p:sp>
        <p:sp>
          <p:nvSpPr>
            <p:cNvPr id="43" name="îṩḻïdé">
              <a:extLst>
                <a:ext uri="{FF2B5EF4-FFF2-40B4-BE49-F238E27FC236}">
                  <a16:creationId xmlns:a16="http://schemas.microsoft.com/office/drawing/2014/main" id="{4D5C24C6-4DD0-4193-AD42-019C1134797B}"/>
                </a:ext>
              </a:extLst>
            </p:cNvPr>
            <p:cNvSpPr txBox="1"/>
            <p:nvPr/>
          </p:nvSpPr>
          <p:spPr bwMode="auto">
            <a:xfrm>
              <a:off x="6295143" y="2995849"/>
              <a:ext cx="3610267"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2400" b="1" dirty="0">
                  <a:solidFill>
                    <a:schemeClr val="bg1"/>
                  </a:solidFill>
                  <a:latin typeface="思源黑体 CN Regular" panose="020B0500000000000000" pitchFamily="34" charset="-122"/>
                  <a:ea typeface="思源黑体 CN Regular" panose="020B0500000000000000" pitchFamily="34" charset="-122"/>
                </a:rPr>
                <a:t>系统需求分析</a:t>
              </a:r>
              <a:endParaRPr lang="en-US" altLang="zh-CN" sz="2400" b="1" dirty="0">
                <a:solidFill>
                  <a:schemeClr val="bg1"/>
                </a:solidFill>
                <a:latin typeface="思源黑体 CN Regular" panose="020B0500000000000000" pitchFamily="34" charset="-122"/>
                <a:ea typeface="思源黑体 CN Regular" panose="020B0500000000000000" pitchFamily="34" charset="-122"/>
              </a:endParaRPr>
            </a:p>
          </p:txBody>
        </p:sp>
        <p:sp>
          <p:nvSpPr>
            <p:cNvPr id="44" name="îṩḻïdé">
              <a:extLst>
                <a:ext uri="{FF2B5EF4-FFF2-40B4-BE49-F238E27FC236}">
                  <a16:creationId xmlns:a16="http://schemas.microsoft.com/office/drawing/2014/main" id="{4D5C24C6-4DD0-4193-AD42-019C1134797B}"/>
                </a:ext>
              </a:extLst>
            </p:cNvPr>
            <p:cNvSpPr txBox="1"/>
            <p:nvPr/>
          </p:nvSpPr>
          <p:spPr bwMode="auto">
            <a:xfrm>
              <a:off x="6295143" y="3794683"/>
              <a:ext cx="3610267"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2400" b="1" dirty="0">
                  <a:solidFill>
                    <a:schemeClr val="bg1"/>
                  </a:solidFill>
                  <a:latin typeface="思源黑体 CN Regular" panose="020B0500000000000000" pitchFamily="34" charset="-122"/>
                  <a:ea typeface="思源黑体 CN Regular" panose="020B0500000000000000" pitchFamily="34" charset="-122"/>
                </a:rPr>
                <a:t>系统总体设计</a:t>
              </a:r>
              <a:endParaRPr lang="en-US" altLang="zh-CN" sz="2400" b="1" dirty="0">
                <a:solidFill>
                  <a:schemeClr val="bg1"/>
                </a:solidFill>
                <a:latin typeface="思源黑体 CN Regular" panose="020B0500000000000000" pitchFamily="34" charset="-122"/>
                <a:ea typeface="思源黑体 CN Regular" panose="020B0500000000000000" pitchFamily="34" charset="-122"/>
              </a:endParaRPr>
            </a:p>
          </p:txBody>
        </p:sp>
        <p:sp>
          <p:nvSpPr>
            <p:cNvPr id="45" name="îṩḻïdé">
              <a:extLst>
                <a:ext uri="{FF2B5EF4-FFF2-40B4-BE49-F238E27FC236}">
                  <a16:creationId xmlns:a16="http://schemas.microsoft.com/office/drawing/2014/main" id="{4D5C24C6-4DD0-4193-AD42-019C1134797B}"/>
                </a:ext>
              </a:extLst>
            </p:cNvPr>
            <p:cNvSpPr txBox="1"/>
            <p:nvPr/>
          </p:nvSpPr>
          <p:spPr bwMode="auto">
            <a:xfrm>
              <a:off x="6295143" y="4594409"/>
              <a:ext cx="3610267"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2400" b="1" dirty="0">
                  <a:solidFill>
                    <a:schemeClr val="bg1"/>
                  </a:solidFill>
                  <a:latin typeface="思源黑体 CN Regular" panose="020B0500000000000000" pitchFamily="34" charset="-122"/>
                  <a:ea typeface="思源黑体 CN Regular" panose="020B0500000000000000" pitchFamily="34" charset="-122"/>
                </a:rPr>
                <a:t>系统详细设计及编码</a:t>
              </a:r>
              <a:endParaRPr lang="en-US" altLang="zh-CN" sz="2400" b="1" dirty="0">
                <a:solidFill>
                  <a:schemeClr val="bg1"/>
                </a:solidFill>
                <a:latin typeface="思源黑体 CN Regular" panose="020B0500000000000000" pitchFamily="34" charset="-122"/>
                <a:ea typeface="思源黑体 CN Regular" panose="020B0500000000000000" pitchFamily="34" charset="-122"/>
              </a:endParaRPr>
            </a:p>
          </p:txBody>
        </p:sp>
        <p:sp>
          <p:nvSpPr>
            <p:cNvPr id="47" name="îṩḻïdé">
              <a:extLst>
                <a:ext uri="{FF2B5EF4-FFF2-40B4-BE49-F238E27FC236}">
                  <a16:creationId xmlns:a16="http://schemas.microsoft.com/office/drawing/2014/main" id="{4D5C24C6-4DD0-4193-AD42-019C1134797B}"/>
                </a:ext>
              </a:extLst>
            </p:cNvPr>
            <p:cNvSpPr txBox="1"/>
            <p:nvPr/>
          </p:nvSpPr>
          <p:spPr bwMode="auto">
            <a:xfrm>
              <a:off x="6295143" y="5394134"/>
              <a:ext cx="3610267" cy="519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b" anchorCtr="0">
              <a:noAutofit/>
            </a:bodyPr>
            <a:lstStyle>
              <a:defPPr>
                <a:defRPr lang="zh-CN"/>
              </a:defPPr>
              <a:lvl1pPr marL="0" algn="l" defTabSz="914377" rtl="0" eaLnBrk="1" latinLnBrk="0" hangingPunct="1">
                <a:defRPr sz="1800" kern="1200">
                  <a:solidFill>
                    <a:schemeClr val="tx1"/>
                  </a:solidFill>
                </a:defRPr>
              </a:lvl1pPr>
              <a:lvl2pPr marL="457189" algn="l" defTabSz="914377" rtl="0" eaLnBrk="1" latinLnBrk="0" hangingPunct="1">
                <a:defRPr sz="1800" kern="1200">
                  <a:solidFill>
                    <a:schemeClr val="tx1"/>
                  </a:solidFill>
                </a:defRPr>
              </a:lvl2pPr>
              <a:lvl3pPr marL="914377" algn="l" defTabSz="914377" rtl="0" eaLnBrk="1" latinLnBrk="0" hangingPunct="1">
                <a:defRPr sz="1800" kern="1200">
                  <a:solidFill>
                    <a:schemeClr val="tx1"/>
                  </a:solidFill>
                </a:defRPr>
              </a:lvl3pPr>
              <a:lvl4pPr marL="1371566" algn="l" defTabSz="914377" rtl="0" eaLnBrk="1" latinLnBrk="0" hangingPunct="1">
                <a:defRPr sz="1800" kern="1200">
                  <a:solidFill>
                    <a:schemeClr val="tx1"/>
                  </a:solidFill>
                </a:defRPr>
              </a:lvl4pPr>
              <a:lvl5pPr marL="1828754" algn="l" defTabSz="914377" rtl="0" eaLnBrk="1" latinLnBrk="0" hangingPunct="1">
                <a:defRPr sz="1800" kern="1200">
                  <a:solidFill>
                    <a:schemeClr val="tx1"/>
                  </a:solidFill>
                </a:defRPr>
              </a:lvl5pPr>
              <a:lvl6pPr marL="2285943" algn="l" defTabSz="914377" rtl="0" eaLnBrk="1" latinLnBrk="0" hangingPunct="1">
                <a:defRPr sz="1800" kern="1200">
                  <a:solidFill>
                    <a:schemeClr val="tx1"/>
                  </a:solidFill>
                </a:defRPr>
              </a:lvl6pPr>
              <a:lvl7pPr marL="2743131" algn="l" defTabSz="914377" rtl="0" eaLnBrk="1" latinLnBrk="0" hangingPunct="1">
                <a:defRPr sz="1800" kern="1200">
                  <a:solidFill>
                    <a:schemeClr val="tx1"/>
                  </a:solidFill>
                </a:defRPr>
              </a:lvl7pPr>
              <a:lvl8pPr marL="3200320" algn="l" defTabSz="914377" rtl="0" eaLnBrk="1" latinLnBrk="0" hangingPunct="1">
                <a:defRPr sz="1800" kern="1200">
                  <a:solidFill>
                    <a:schemeClr val="tx1"/>
                  </a:solidFill>
                </a:defRPr>
              </a:lvl8pPr>
              <a:lvl9pPr marL="3657509" algn="l" defTabSz="914377" rtl="0" eaLnBrk="1" latinLnBrk="0" hangingPunct="1">
                <a:defRPr sz="1800" kern="1200">
                  <a:solidFill>
                    <a:schemeClr val="tx1"/>
                  </a:solidFill>
                </a:defRPr>
              </a:lvl9pPr>
            </a:lstStyle>
            <a:p>
              <a:pPr>
                <a:spcBef>
                  <a:spcPct val="0"/>
                </a:spcBef>
              </a:pPr>
              <a:r>
                <a:rPr lang="zh-CN" altLang="en-US" sz="2400" b="1" dirty="0">
                  <a:solidFill>
                    <a:schemeClr val="bg1"/>
                  </a:solidFill>
                  <a:latin typeface="思源黑体 CN Regular" panose="020B0500000000000000" pitchFamily="34" charset="-122"/>
                  <a:ea typeface="思源黑体 CN Regular" panose="020B0500000000000000" pitchFamily="34" charset="-122"/>
                </a:rPr>
                <a:t>总结与展望</a:t>
              </a:r>
              <a:endParaRPr lang="en-US" altLang="zh-CN" sz="2400" b="1" dirty="0">
                <a:solidFill>
                  <a:schemeClr val="bg1"/>
                </a:solidFill>
                <a:latin typeface="思源黑体 CN Regular" panose="020B0500000000000000" pitchFamily="34" charset="-122"/>
                <a:ea typeface="思源黑体 CN Regular" panose="020B0500000000000000" pitchFamily="34" charset="-122"/>
              </a:endParaRPr>
            </a:p>
          </p:txBody>
        </p:sp>
      </p:grpSp>
      <p:cxnSp>
        <p:nvCxnSpPr>
          <p:cNvPr id="49" name="直接连接符 48"/>
          <p:cNvCxnSpPr/>
          <p:nvPr/>
        </p:nvCxnSpPr>
        <p:spPr>
          <a:xfrm>
            <a:off x="10287000" y="1119772"/>
            <a:ext cx="1239253" cy="0"/>
          </a:xfrm>
          <a:prstGeom prst="line">
            <a:avLst/>
          </a:prstGeom>
          <a:ln w="3175">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82197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a:extLst>
            <a:ext uri="{FF2B5EF4-FFF2-40B4-BE49-F238E27FC236}">
              <a16:creationId xmlns:a16="http://schemas.microsoft.com/office/drawing/2014/main" id="{2DEAD0DF-B8BA-1FF6-D687-A385D7AF7807}"/>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A82DFB33-5820-0411-8E21-8B0F964068F1}"/>
              </a:ext>
            </a:extLst>
          </p:cNvPr>
          <p:cNvSpPr/>
          <p:nvPr/>
        </p:nvSpPr>
        <p:spPr>
          <a:xfrm>
            <a:off x="0" y="0"/>
            <a:ext cx="12192000" cy="5581650"/>
          </a:xfrm>
          <a:prstGeom prst="rect">
            <a:avLst/>
          </a:prstGeom>
          <a:gradFill flip="none" rotWithShape="1">
            <a:gsLst>
              <a:gs pos="48000">
                <a:srgbClr val="891D86">
                  <a:alpha val="52000"/>
                </a:srgbClr>
              </a:gs>
              <a:gs pos="99083">
                <a:schemeClr val="bg1">
                  <a:alpha val="0"/>
                </a:schemeClr>
              </a:gs>
              <a:gs pos="80000">
                <a:srgbClr val="891D86">
                  <a:alpha val="28000"/>
                </a:srgbClr>
              </a:gs>
              <a:gs pos="0">
                <a:srgbClr val="891D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nvGrpSpPr>
          <p:cNvPr id="8" name="组合 7">
            <a:extLst>
              <a:ext uri="{FF2B5EF4-FFF2-40B4-BE49-F238E27FC236}">
                <a16:creationId xmlns:a16="http://schemas.microsoft.com/office/drawing/2014/main" id="{DB479895-393C-EE3C-5021-C287946549EC}"/>
              </a:ext>
            </a:extLst>
          </p:cNvPr>
          <p:cNvGrpSpPr/>
          <p:nvPr/>
        </p:nvGrpSpPr>
        <p:grpSpPr>
          <a:xfrm>
            <a:off x="627599" y="1160111"/>
            <a:ext cx="6026664" cy="2654335"/>
            <a:chOff x="627599" y="1160111"/>
            <a:chExt cx="6026664" cy="2654335"/>
          </a:xfrm>
        </p:grpSpPr>
        <p:sp>
          <p:nvSpPr>
            <p:cNvPr id="11" name="文本框 10">
              <a:extLst>
                <a:ext uri="{FF2B5EF4-FFF2-40B4-BE49-F238E27FC236}">
                  <a16:creationId xmlns:a16="http://schemas.microsoft.com/office/drawing/2014/main" id="{AD189AFE-6EFA-6D91-A335-27758CCA481F}"/>
                </a:ext>
              </a:extLst>
            </p:cNvPr>
            <p:cNvSpPr txBox="1"/>
            <p:nvPr/>
          </p:nvSpPr>
          <p:spPr>
            <a:xfrm>
              <a:off x="1185862" y="2891116"/>
              <a:ext cx="478526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5400" dirty="0">
                  <a:solidFill>
                    <a:prstClr val="white"/>
                  </a:solidFill>
                  <a:latin typeface="思源黑体 CN Heavy" panose="020B0A00000000000000" pitchFamily="34" charset="-122"/>
                  <a:ea typeface="思源黑体 CN Heavy" panose="020B0A00000000000000" pitchFamily="34" charset="-122"/>
                </a:rPr>
                <a:t>绪论</a:t>
              </a:r>
              <a:endParaRPr kumimoji="0" lang="zh-CN" altLang="en-US" sz="5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2" name="文本框 11">
              <a:extLst>
                <a:ext uri="{FF2B5EF4-FFF2-40B4-BE49-F238E27FC236}">
                  <a16:creationId xmlns:a16="http://schemas.microsoft.com/office/drawing/2014/main" id="{F0105CCE-1257-847C-0CC7-0CF333A05AE8}"/>
                </a:ext>
              </a:extLst>
            </p:cNvPr>
            <p:cNvSpPr txBox="1"/>
            <p:nvPr/>
          </p:nvSpPr>
          <p:spPr>
            <a:xfrm>
              <a:off x="2276933" y="1160111"/>
              <a:ext cx="242174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rPr>
                <a:t>0 1</a:t>
              </a:r>
              <a:endParaRPr kumimoji="0" lang="zh-CN" altLang="en-US"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endParaRPr>
            </a:p>
          </p:txBody>
        </p:sp>
        <p:cxnSp>
          <p:nvCxnSpPr>
            <p:cNvPr id="10" name="直接连接符 9">
              <a:extLst>
                <a:ext uri="{FF2B5EF4-FFF2-40B4-BE49-F238E27FC236}">
                  <a16:creationId xmlns:a16="http://schemas.microsoft.com/office/drawing/2014/main" id="{8136E8D4-B1D2-391E-CC36-A721EF528850}"/>
                </a:ext>
              </a:extLst>
            </p:cNvPr>
            <p:cNvCxnSpPr/>
            <p:nvPr/>
          </p:nvCxnSpPr>
          <p:spPr>
            <a:xfrm>
              <a:off x="627599"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24D4B11E-FC11-E432-BF75-4D2B1DCFB9DE}"/>
                </a:ext>
              </a:extLst>
            </p:cNvPr>
            <p:cNvCxnSpPr/>
            <p:nvPr/>
          </p:nvCxnSpPr>
          <p:spPr>
            <a:xfrm>
              <a:off x="6096000"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4549680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485775" y="1470637"/>
            <a:ext cx="10910106" cy="4366708"/>
          </a:xfrm>
          <a:prstGeom prst="rect">
            <a:avLst/>
          </a:prstGeom>
          <a:noFill/>
        </p:spPr>
        <p:txBody>
          <a:bodyPr wrap="square" rtlCol="0">
            <a:spAutoFit/>
          </a:bodyPr>
          <a:lstStyle/>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集成电路产业迅猛发展，芯片制造工艺日益精进。芯片表面质量检测（如划痕、污渍、引脚变形）是封装与测试环节的关键工序，直接影响产品良率与可靠性。</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为满足工业现场对检测系统轻量化、高时性以及低部署成本的要求，本课题基于机器视觉理论，设计并实现了一套高效的芯片表面缺陷自动检测系统。</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本系统采用 </a:t>
            </a:r>
            <a:r>
              <a:rPr lang="en-US" altLang="zh-CN" sz="2400" spc="120" dirty="0">
                <a:latin typeface="思源黑体 CN Regular" panose="020B0500000000000000" pitchFamily="34" charset="-122"/>
                <a:ea typeface="思源黑体 CN Regular" panose="020B0500000000000000" pitchFamily="34" charset="-122"/>
              </a:rPr>
              <a:t>C++ </a:t>
            </a:r>
            <a:r>
              <a:rPr lang="zh-CN" altLang="en-US" sz="2400" spc="120" dirty="0">
                <a:latin typeface="思源黑体 CN Regular" panose="020B0500000000000000" pitchFamily="34" charset="-122"/>
                <a:ea typeface="思源黑体 CN Regular" panose="020B0500000000000000" pitchFamily="34" charset="-122"/>
              </a:rPr>
              <a:t>语言联合 </a:t>
            </a:r>
            <a:r>
              <a:rPr lang="en-US" altLang="zh-CN" sz="2400" spc="120" dirty="0">
                <a:latin typeface="思源黑体 CN Regular" panose="020B0500000000000000" pitchFamily="34" charset="-122"/>
                <a:ea typeface="思源黑体 CN Regular" panose="020B0500000000000000" pitchFamily="34" charset="-122"/>
              </a:rPr>
              <a:t>Qt </a:t>
            </a:r>
            <a:r>
              <a:rPr lang="zh-CN" altLang="en-US" sz="2400" spc="120" dirty="0">
                <a:latin typeface="思源黑体 CN Regular" panose="020B0500000000000000" pitchFamily="34" charset="-122"/>
                <a:ea typeface="思源黑体 CN Regular" panose="020B0500000000000000" pitchFamily="34" charset="-122"/>
              </a:rPr>
              <a:t>框架实现，实验结果表明，该系统能够快速、稳定地完成芯片表面缺陷的自动化检测任务，具备较强的工程实用价值与应用前景。</a:t>
            </a:r>
            <a:endParaRPr lang="en-US" altLang="zh-CN" sz="2400" spc="120" dirty="0">
              <a:latin typeface="思源黑体 CN Regular" panose="020B0500000000000000" pitchFamily="34" charset="-122"/>
              <a:ea typeface="思源黑体 CN Regular" panose="020B0500000000000000" pitchFamily="34" charset="-122"/>
            </a:endParaRPr>
          </a:p>
        </p:txBody>
      </p:sp>
      <p:sp>
        <p:nvSpPr>
          <p:cNvPr id="80" name="半闭框 79"/>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p:cNvSpPr>
            <a:spLocks noGrp="1"/>
          </p:cNvSpPr>
          <p:nvPr>
            <p:ph type="title"/>
          </p:nvPr>
        </p:nvSpPr>
        <p:spPr/>
        <p:txBody>
          <a:bodyPr/>
          <a:lstStyle/>
          <a:p>
            <a:r>
              <a:rPr lang="en-US" altLang="zh-CN" dirty="0">
                <a:solidFill>
                  <a:srgbClr val="891D86"/>
                </a:solidFill>
              </a:rPr>
              <a:t>1</a:t>
            </a:r>
            <a:r>
              <a:rPr lang="zh-CN" altLang="en-US" dirty="0">
                <a:solidFill>
                  <a:srgbClr val="891D86"/>
                </a:solidFill>
              </a:rPr>
              <a:t> 绪论</a:t>
            </a:r>
            <a:endParaRPr lang="zh-CN" altLang="en-US" dirty="0"/>
          </a:p>
        </p:txBody>
      </p:sp>
    </p:spTree>
    <p:extLst>
      <p:ext uri="{BB962C8B-B14F-4D97-AF65-F5344CB8AC3E}">
        <p14:creationId xmlns:p14="http://schemas.microsoft.com/office/powerpoint/2010/main" val="38862119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a:extLst>
            <a:ext uri="{FF2B5EF4-FFF2-40B4-BE49-F238E27FC236}">
              <a16:creationId xmlns:a16="http://schemas.microsoft.com/office/drawing/2014/main" id="{599D3900-F76A-483E-185D-1B46E1BE9540}"/>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5FFFB024-72D5-4B17-98FE-7080980AEAEF}"/>
              </a:ext>
            </a:extLst>
          </p:cNvPr>
          <p:cNvSpPr/>
          <p:nvPr/>
        </p:nvSpPr>
        <p:spPr>
          <a:xfrm>
            <a:off x="0" y="0"/>
            <a:ext cx="12192000" cy="5581650"/>
          </a:xfrm>
          <a:prstGeom prst="rect">
            <a:avLst/>
          </a:prstGeom>
          <a:gradFill flip="none" rotWithShape="1">
            <a:gsLst>
              <a:gs pos="48000">
                <a:srgbClr val="891D86">
                  <a:alpha val="52000"/>
                </a:srgbClr>
              </a:gs>
              <a:gs pos="99083">
                <a:schemeClr val="bg1">
                  <a:alpha val="0"/>
                </a:schemeClr>
              </a:gs>
              <a:gs pos="80000">
                <a:srgbClr val="891D86">
                  <a:alpha val="28000"/>
                </a:srgbClr>
              </a:gs>
              <a:gs pos="0">
                <a:srgbClr val="891D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nvGrpSpPr>
          <p:cNvPr id="8" name="组合 7">
            <a:extLst>
              <a:ext uri="{FF2B5EF4-FFF2-40B4-BE49-F238E27FC236}">
                <a16:creationId xmlns:a16="http://schemas.microsoft.com/office/drawing/2014/main" id="{0AE8741E-E59F-0E6B-3DAC-036FCA29D847}"/>
              </a:ext>
            </a:extLst>
          </p:cNvPr>
          <p:cNvGrpSpPr/>
          <p:nvPr/>
        </p:nvGrpSpPr>
        <p:grpSpPr>
          <a:xfrm>
            <a:off x="627599" y="1160111"/>
            <a:ext cx="6026664" cy="3485331"/>
            <a:chOff x="627599" y="1160111"/>
            <a:chExt cx="6026664" cy="3485331"/>
          </a:xfrm>
        </p:grpSpPr>
        <p:sp>
          <p:nvSpPr>
            <p:cNvPr id="11" name="文本框 10">
              <a:extLst>
                <a:ext uri="{FF2B5EF4-FFF2-40B4-BE49-F238E27FC236}">
                  <a16:creationId xmlns:a16="http://schemas.microsoft.com/office/drawing/2014/main" id="{71F43045-C255-6836-4EF5-705E073A4559}"/>
                </a:ext>
              </a:extLst>
            </p:cNvPr>
            <p:cNvSpPr txBox="1"/>
            <p:nvPr/>
          </p:nvSpPr>
          <p:spPr>
            <a:xfrm>
              <a:off x="1185862" y="2891116"/>
              <a:ext cx="478526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rPr>
                <a:t>理论基础及技术支持</a:t>
              </a:r>
            </a:p>
          </p:txBody>
        </p:sp>
        <p:sp>
          <p:nvSpPr>
            <p:cNvPr id="12" name="文本框 11">
              <a:extLst>
                <a:ext uri="{FF2B5EF4-FFF2-40B4-BE49-F238E27FC236}">
                  <a16:creationId xmlns:a16="http://schemas.microsoft.com/office/drawing/2014/main" id="{D6609CD2-9234-6DDB-A390-9FF3CBDDA3C6}"/>
                </a:ext>
              </a:extLst>
            </p:cNvPr>
            <p:cNvSpPr txBox="1"/>
            <p:nvPr/>
          </p:nvSpPr>
          <p:spPr>
            <a:xfrm>
              <a:off x="2276933" y="1160111"/>
              <a:ext cx="242174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rPr>
                <a:t>0 2</a:t>
              </a:r>
              <a:endParaRPr kumimoji="0" lang="zh-CN" altLang="en-US"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endParaRPr>
            </a:p>
          </p:txBody>
        </p:sp>
        <p:cxnSp>
          <p:nvCxnSpPr>
            <p:cNvPr id="10" name="直接连接符 9">
              <a:extLst>
                <a:ext uri="{FF2B5EF4-FFF2-40B4-BE49-F238E27FC236}">
                  <a16:creationId xmlns:a16="http://schemas.microsoft.com/office/drawing/2014/main" id="{911BB301-480B-4A1F-1691-8ED388DFBD10}"/>
                </a:ext>
              </a:extLst>
            </p:cNvPr>
            <p:cNvCxnSpPr/>
            <p:nvPr/>
          </p:nvCxnSpPr>
          <p:spPr>
            <a:xfrm>
              <a:off x="627599"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FF976132-D448-B19A-E3F2-CBF0051CE1B7}"/>
                </a:ext>
              </a:extLst>
            </p:cNvPr>
            <p:cNvCxnSpPr/>
            <p:nvPr/>
          </p:nvCxnSpPr>
          <p:spPr>
            <a:xfrm>
              <a:off x="6096000"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8267535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3E4DD7F-2FE3-0196-12AD-4537039E8756}"/>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2A92AFC1-583B-350E-70CB-2839D39C5235}"/>
              </a:ext>
            </a:extLst>
          </p:cNvPr>
          <p:cNvSpPr txBox="1"/>
          <p:nvPr/>
        </p:nvSpPr>
        <p:spPr>
          <a:xfrm>
            <a:off x="485775" y="1010330"/>
            <a:ext cx="10910106" cy="5326971"/>
          </a:xfrm>
          <a:prstGeom prst="rect">
            <a:avLst/>
          </a:prstGeom>
          <a:noFill/>
        </p:spPr>
        <p:txBody>
          <a:bodyPr wrap="square" rtlCol="0">
            <a:spAutoFit/>
          </a:bodyPr>
          <a:lstStyle/>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1.</a:t>
            </a:r>
            <a:r>
              <a:rPr lang="zh-CN" altLang="en-US" sz="2400" spc="120" dirty="0">
                <a:latin typeface="思源黑体 CN Regular" panose="020B0500000000000000" pitchFamily="34" charset="-122"/>
                <a:ea typeface="思源黑体 CN Regular" panose="020B0500000000000000" pitchFamily="34" charset="-122"/>
              </a:rPr>
              <a:t>图像处理底层数学模型</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一副图像可以定义为一个二维函数𝑓</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𝑥</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𝑦</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其中 𝑥 和 𝑦 是空间</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平面</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坐标</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任意一对空间坐标</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𝑥</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𝑦</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处的幅度值𝑓称为图像在该坐标点的强度或灰度。</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2.</a:t>
            </a:r>
            <a:r>
              <a:rPr lang="zh-CN" altLang="en-US" sz="2400" spc="120" dirty="0">
                <a:latin typeface="思源黑体 CN Regular" panose="020B0500000000000000" pitchFamily="34" charset="-122"/>
                <a:ea typeface="思源黑体 CN Regular" panose="020B0500000000000000" pitchFamily="34" charset="-122"/>
              </a:rPr>
              <a:t>高斯平滑滤波</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核心思想是对图像邻域内的像素进行加权平均，距离中心像素越近的点权重越大，距离越远的点权重越小。</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3.</a:t>
            </a:r>
            <a:r>
              <a:rPr lang="zh-CN" altLang="en-US" sz="2400" spc="120" dirty="0">
                <a:latin typeface="思源黑体 CN Regular" panose="020B0500000000000000" pitchFamily="34" charset="-122"/>
                <a:ea typeface="思源黑体 CN Regular" panose="020B0500000000000000" pitchFamily="34" charset="-122"/>
              </a:rPr>
              <a:t>大津法</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基于聚类思想的统计算法，其核心评判准则是“最大类间方差”。</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4.</a:t>
            </a:r>
            <a:r>
              <a:rPr lang="zh-CN" altLang="en-US" sz="2400" spc="120" dirty="0">
                <a:latin typeface="思源黑体 CN Regular" panose="020B0500000000000000" pitchFamily="34" charset="-122"/>
                <a:ea typeface="思源黑体 CN Regular" panose="020B0500000000000000" pitchFamily="34" charset="-122"/>
              </a:rPr>
              <a:t>连通域分析</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像素邻域，两遍扫描法，并查集</a:t>
            </a:r>
          </a:p>
        </p:txBody>
      </p:sp>
      <p:sp>
        <p:nvSpPr>
          <p:cNvPr id="80" name="半闭框 79">
            <a:extLst>
              <a:ext uri="{FF2B5EF4-FFF2-40B4-BE49-F238E27FC236}">
                <a16:creationId xmlns:a16="http://schemas.microsoft.com/office/drawing/2014/main" id="{C91C3C4F-276C-DDAC-A9CB-BD8FF97C1EB9}"/>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DBA237BA-35CD-F385-72DC-AE4861197CD0}"/>
              </a:ext>
            </a:extLst>
          </p:cNvPr>
          <p:cNvSpPr>
            <a:spLocks noGrp="1"/>
          </p:cNvSpPr>
          <p:nvPr>
            <p:ph type="title"/>
          </p:nvPr>
        </p:nvSpPr>
        <p:spPr/>
        <p:txBody>
          <a:bodyPr/>
          <a:lstStyle/>
          <a:p>
            <a:r>
              <a:rPr lang="en-US" altLang="zh-CN" dirty="0">
                <a:solidFill>
                  <a:srgbClr val="891D86"/>
                </a:solidFill>
              </a:rPr>
              <a:t>2</a:t>
            </a:r>
            <a:r>
              <a:rPr lang="zh-CN" altLang="en-US" dirty="0">
                <a:solidFill>
                  <a:srgbClr val="891D86"/>
                </a:solidFill>
              </a:rPr>
              <a:t> 理论基础及技术支持</a:t>
            </a:r>
            <a:endParaRPr lang="zh-CN" altLang="en-US" dirty="0"/>
          </a:p>
        </p:txBody>
      </p:sp>
    </p:spTree>
    <p:extLst>
      <p:ext uri="{BB962C8B-B14F-4D97-AF65-F5344CB8AC3E}">
        <p14:creationId xmlns:p14="http://schemas.microsoft.com/office/powerpoint/2010/main" val="25115551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a:extLst>
            <a:ext uri="{FF2B5EF4-FFF2-40B4-BE49-F238E27FC236}">
              <a16:creationId xmlns:a16="http://schemas.microsoft.com/office/drawing/2014/main" id="{BBBC55DF-4945-3187-1724-254E9FD30BDE}"/>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17DDB4D9-62AB-8528-F192-48F8197AC770}"/>
              </a:ext>
            </a:extLst>
          </p:cNvPr>
          <p:cNvSpPr/>
          <p:nvPr/>
        </p:nvSpPr>
        <p:spPr>
          <a:xfrm>
            <a:off x="0" y="0"/>
            <a:ext cx="12192000" cy="5581650"/>
          </a:xfrm>
          <a:prstGeom prst="rect">
            <a:avLst/>
          </a:prstGeom>
          <a:gradFill flip="none" rotWithShape="1">
            <a:gsLst>
              <a:gs pos="48000">
                <a:srgbClr val="891D86">
                  <a:alpha val="52000"/>
                </a:srgbClr>
              </a:gs>
              <a:gs pos="99083">
                <a:schemeClr val="bg1">
                  <a:alpha val="0"/>
                </a:schemeClr>
              </a:gs>
              <a:gs pos="80000">
                <a:srgbClr val="891D86">
                  <a:alpha val="28000"/>
                </a:srgbClr>
              </a:gs>
              <a:gs pos="0">
                <a:srgbClr val="891D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nvGrpSpPr>
          <p:cNvPr id="8" name="组合 7">
            <a:extLst>
              <a:ext uri="{FF2B5EF4-FFF2-40B4-BE49-F238E27FC236}">
                <a16:creationId xmlns:a16="http://schemas.microsoft.com/office/drawing/2014/main" id="{4C1AE13D-1931-E098-7859-757A697B598A}"/>
              </a:ext>
            </a:extLst>
          </p:cNvPr>
          <p:cNvGrpSpPr/>
          <p:nvPr/>
        </p:nvGrpSpPr>
        <p:grpSpPr>
          <a:xfrm>
            <a:off x="627599" y="1160111"/>
            <a:ext cx="6026664" cy="2654335"/>
            <a:chOff x="627599" y="1160111"/>
            <a:chExt cx="6026664" cy="2654335"/>
          </a:xfrm>
        </p:grpSpPr>
        <p:sp>
          <p:nvSpPr>
            <p:cNvPr id="11" name="文本框 10">
              <a:extLst>
                <a:ext uri="{FF2B5EF4-FFF2-40B4-BE49-F238E27FC236}">
                  <a16:creationId xmlns:a16="http://schemas.microsoft.com/office/drawing/2014/main" id="{B5AEBB78-0060-5C33-C7D6-46E14E83DAB3}"/>
                </a:ext>
              </a:extLst>
            </p:cNvPr>
            <p:cNvSpPr txBox="1"/>
            <p:nvPr/>
          </p:nvSpPr>
          <p:spPr>
            <a:xfrm>
              <a:off x="1185862" y="2891116"/>
              <a:ext cx="478526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5400" dirty="0">
                  <a:solidFill>
                    <a:prstClr val="white"/>
                  </a:solidFill>
                  <a:latin typeface="思源黑体 CN Heavy" panose="020B0A00000000000000" pitchFamily="34" charset="-122"/>
                  <a:ea typeface="思源黑体 CN Heavy" panose="020B0A00000000000000" pitchFamily="34" charset="-122"/>
                </a:rPr>
                <a:t>系统需求分析</a:t>
              </a:r>
              <a:endParaRPr kumimoji="0" lang="zh-CN" altLang="en-US" sz="5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2" name="文本框 11">
              <a:extLst>
                <a:ext uri="{FF2B5EF4-FFF2-40B4-BE49-F238E27FC236}">
                  <a16:creationId xmlns:a16="http://schemas.microsoft.com/office/drawing/2014/main" id="{BD384936-829F-6ACC-293E-52324917E35F}"/>
                </a:ext>
              </a:extLst>
            </p:cNvPr>
            <p:cNvSpPr txBox="1"/>
            <p:nvPr/>
          </p:nvSpPr>
          <p:spPr>
            <a:xfrm>
              <a:off x="2276933" y="1160111"/>
              <a:ext cx="242174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rPr>
                <a:t>0 3</a:t>
              </a:r>
              <a:endParaRPr kumimoji="0" lang="zh-CN" altLang="en-US"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endParaRPr>
            </a:p>
          </p:txBody>
        </p:sp>
        <p:cxnSp>
          <p:nvCxnSpPr>
            <p:cNvPr id="10" name="直接连接符 9">
              <a:extLst>
                <a:ext uri="{FF2B5EF4-FFF2-40B4-BE49-F238E27FC236}">
                  <a16:creationId xmlns:a16="http://schemas.microsoft.com/office/drawing/2014/main" id="{4DAD7353-1CA2-7894-A464-32C5E8FD6FEE}"/>
                </a:ext>
              </a:extLst>
            </p:cNvPr>
            <p:cNvCxnSpPr/>
            <p:nvPr/>
          </p:nvCxnSpPr>
          <p:spPr>
            <a:xfrm>
              <a:off x="627599"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B886D44E-CC2E-6454-93D0-F85C6C289DB6}"/>
                </a:ext>
              </a:extLst>
            </p:cNvPr>
            <p:cNvCxnSpPr/>
            <p:nvPr/>
          </p:nvCxnSpPr>
          <p:spPr>
            <a:xfrm>
              <a:off x="6096000"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20088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DFA3108-3FF8-C248-675A-813737B665F8}"/>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9D671389-B781-C91B-AEC4-6FA41544F3CC}"/>
              </a:ext>
            </a:extLst>
          </p:cNvPr>
          <p:cNvSpPr txBox="1"/>
          <p:nvPr/>
        </p:nvSpPr>
        <p:spPr>
          <a:xfrm>
            <a:off x="485775" y="1010330"/>
            <a:ext cx="10910106" cy="4366708"/>
          </a:xfrm>
          <a:prstGeom prst="rect">
            <a:avLst/>
          </a:prstGeom>
          <a:noFill/>
        </p:spPr>
        <p:txBody>
          <a:bodyPr wrap="square" rtlCol="0">
            <a:spAutoFit/>
          </a:bodyPr>
          <a:lstStyle/>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打造一套把图像处理、特征提取以及交互展示结合到一起的芯片缺陷检测软件。实现下面几个核心功能：</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1.</a:t>
            </a:r>
            <a:r>
              <a:rPr lang="zh-CN" altLang="en-US" sz="2400" spc="120" dirty="0">
                <a:latin typeface="思源黑体 CN Regular" panose="020B0500000000000000" pitchFamily="34" charset="-122"/>
                <a:ea typeface="思源黑体 CN Regular" panose="020B0500000000000000" pitchFamily="34" charset="-122"/>
              </a:rPr>
              <a:t>图像数据的接入和管理</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2.</a:t>
            </a:r>
            <a:r>
              <a:rPr lang="zh-CN" altLang="en-US" sz="2400" spc="120" dirty="0">
                <a:latin typeface="思源黑体 CN Regular" panose="020B0500000000000000" pitchFamily="34" charset="-122"/>
                <a:ea typeface="思源黑体 CN Regular" panose="020B0500000000000000" pitchFamily="34" charset="-122"/>
              </a:rPr>
              <a:t>图像的预处理与特征增强</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3.</a:t>
            </a:r>
            <a:r>
              <a:rPr lang="zh-CN" altLang="en-US" sz="2400" spc="120" dirty="0">
                <a:latin typeface="思源黑体 CN Regular" panose="020B0500000000000000" pitchFamily="34" charset="-122"/>
                <a:ea typeface="思源黑体 CN Regular" panose="020B0500000000000000" pitchFamily="34" charset="-122"/>
              </a:rPr>
              <a:t>自适应的缺陷分割</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4.</a:t>
            </a:r>
            <a:r>
              <a:rPr lang="zh-CN" altLang="en-US" sz="2400" spc="120" dirty="0">
                <a:latin typeface="思源黑体 CN Regular" panose="020B0500000000000000" pitchFamily="34" charset="-122"/>
                <a:ea typeface="思源黑体 CN Regular" panose="020B0500000000000000" pitchFamily="34" charset="-122"/>
              </a:rPr>
              <a:t>做好特征的量化和目标提取</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5.</a:t>
            </a:r>
            <a:r>
              <a:rPr lang="zh-CN" altLang="en-US" sz="2400" spc="120" dirty="0">
                <a:latin typeface="思源黑体 CN Regular" panose="020B0500000000000000" pitchFamily="34" charset="-122"/>
                <a:ea typeface="思源黑体 CN Regular" panose="020B0500000000000000" pitchFamily="34" charset="-122"/>
              </a:rPr>
              <a:t>直观又方便使用的图形用户界面</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此外，还需要达到技术可行性、经济可行性和操作可行性。</a:t>
            </a:r>
          </a:p>
        </p:txBody>
      </p:sp>
      <p:sp>
        <p:nvSpPr>
          <p:cNvPr id="80" name="半闭框 79">
            <a:extLst>
              <a:ext uri="{FF2B5EF4-FFF2-40B4-BE49-F238E27FC236}">
                <a16:creationId xmlns:a16="http://schemas.microsoft.com/office/drawing/2014/main" id="{E422D7DF-E13B-235A-7045-1C9F3E8B31E2}"/>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1DD77E63-8267-41F5-647C-5881E7EF4E2F}"/>
              </a:ext>
            </a:extLst>
          </p:cNvPr>
          <p:cNvSpPr>
            <a:spLocks noGrp="1"/>
          </p:cNvSpPr>
          <p:nvPr>
            <p:ph type="title"/>
          </p:nvPr>
        </p:nvSpPr>
        <p:spPr/>
        <p:txBody>
          <a:bodyPr/>
          <a:lstStyle/>
          <a:p>
            <a:r>
              <a:rPr lang="en-US" altLang="zh-CN" dirty="0">
                <a:solidFill>
                  <a:srgbClr val="891D86"/>
                </a:solidFill>
              </a:rPr>
              <a:t>3</a:t>
            </a:r>
            <a:r>
              <a:rPr lang="zh-CN" altLang="en-US" dirty="0">
                <a:solidFill>
                  <a:srgbClr val="891D86"/>
                </a:solidFill>
              </a:rPr>
              <a:t> 系统需求分析</a:t>
            </a:r>
            <a:endParaRPr lang="zh-CN" altLang="en-US" dirty="0"/>
          </a:p>
        </p:txBody>
      </p:sp>
    </p:spTree>
    <p:extLst>
      <p:ext uri="{BB962C8B-B14F-4D97-AF65-F5344CB8AC3E}">
        <p14:creationId xmlns:p14="http://schemas.microsoft.com/office/powerpoint/2010/main" val="4373374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a:extLst>
            <a:ext uri="{FF2B5EF4-FFF2-40B4-BE49-F238E27FC236}">
              <a16:creationId xmlns:a16="http://schemas.microsoft.com/office/drawing/2014/main" id="{CBF3D94A-FFEF-E88B-4070-190038A85675}"/>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DFE8A960-DC5D-758B-8196-DD34975FDCB8}"/>
              </a:ext>
            </a:extLst>
          </p:cNvPr>
          <p:cNvSpPr/>
          <p:nvPr/>
        </p:nvSpPr>
        <p:spPr>
          <a:xfrm>
            <a:off x="0" y="0"/>
            <a:ext cx="12192000" cy="5581650"/>
          </a:xfrm>
          <a:prstGeom prst="rect">
            <a:avLst/>
          </a:prstGeom>
          <a:gradFill flip="none" rotWithShape="1">
            <a:gsLst>
              <a:gs pos="48000">
                <a:srgbClr val="891D86">
                  <a:alpha val="52000"/>
                </a:srgbClr>
              </a:gs>
              <a:gs pos="99083">
                <a:schemeClr val="bg1">
                  <a:alpha val="0"/>
                </a:schemeClr>
              </a:gs>
              <a:gs pos="80000">
                <a:srgbClr val="891D86">
                  <a:alpha val="28000"/>
                </a:srgbClr>
              </a:gs>
              <a:gs pos="0">
                <a:srgbClr val="891D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nvGrpSpPr>
          <p:cNvPr id="8" name="组合 7">
            <a:extLst>
              <a:ext uri="{FF2B5EF4-FFF2-40B4-BE49-F238E27FC236}">
                <a16:creationId xmlns:a16="http://schemas.microsoft.com/office/drawing/2014/main" id="{40C9F8C0-B641-073E-4356-2941A17DB35D}"/>
              </a:ext>
            </a:extLst>
          </p:cNvPr>
          <p:cNvGrpSpPr/>
          <p:nvPr/>
        </p:nvGrpSpPr>
        <p:grpSpPr>
          <a:xfrm>
            <a:off x="627599" y="1160111"/>
            <a:ext cx="6026664" cy="2654335"/>
            <a:chOff x="627599" y="1160111"/>
            <a:chExt cx="6026664" cy="2654335"/>
          </a:xfrm>
        </p:grpSpPr>
        <p:sp>
          <p:nvSpPr>
            <p:cNvPr id="11" name="文本框 10">
              <a:extLst>
                <a:ext uri="{FF2B5EF4-FFF2-40B4-BE49-F238E27FC236}">
                  <a16:creationId xmlns:a16="http://schemas.microsoft.com/office/drawing/2014/main" id="{50941F6B-490D-76AB-5ED0-ACE42DDF2185}"/>
                </a:ext>
              </a:extLst>
            </p:cNvPr>
            <p:cNvSpPr txBox="1"/>
            <p:nvPr/>
          </p:nvSpPr>
          <p:spPr>
            <a:xfrm>
              <a:off x="1185862" y="2891116"/>
              <a:ext cx="478526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5400" dirty="0">
                  <a:solidFill>
                    <a:prstClr val="white"/>
                  </a:solidFill>
                  <a:latin typeface="思源黑体 CN Heavy" panose="020B0A00000000000000" pitchFamily="34" charset="-122"/>
                  <a:ea typeface="思源黑体 CN Heavy" panose="020B0A00000000000000" pitchFamily="34" charset="-122"/>
                </a:rPr>
                <a:t>系统总体设计</a:t>
              </a:r>
              <a:endParaRPr kumimoji="0" lang="zh-CN" altLang="en-US" sz="5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2" name="文本框 11">
              <a:extLst>
                <a:ext uri="{FF2B5EF4-FFF2-40B4-BE49-F238E27FC236}">
                  <a16:creationId xmlns:a16="http://schemas.microsoft.com/office/drawing/2014/main" id="{FAB24162-6B5B-5E99-E2AB-D9A25E8D83E0}"/>
                </a:ext>
              </a:extLst>
            </p:cNvPr>
            <p:cNvSpPr txBox="1"/>
            <p:nvPr/>
          </p:nvSpPr>
          <p:spPr>
            <a:xfrm>
              <a:off x="2266542" y="1160111"/>
              <a:ext cx="242174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rPr>
                <a:t>0 4</a:t>
              </a:r>
              <a:endParaRPr kumimoji="0" lang="zh-CN" altLang="en-US"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endParaRPr>
            </a:p>
          </p:txBody>
        </p:sp>
        <p:cxnSp>
          <p:nvCxnSpPr>
            <p:cNvPr id="10" name="直接连接符 9">
              <a:extLst>
                <a:ext uri="{FF2B5EF4-FFF2-40B4-BE49-F238E27FC236}">
                  <a16:creationId xmlns:a16="http://schemas.microsoft.com/office/drawing/2014/main" id="{6121990A-6D7F-2741-9391-2982D689E03A}"/>
                </a:ext>
              </a:extLst>
            </p:cNvPr>
            <p:cNvCxnSpPr/>
            <p:nvPr/>
          </p:nvCxnSpPr>
          <p:spPr>
            <a:xfrm>
              <a:off x="627599"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4B02449F-38B0-C230-3E30-8FAE325EA81E}"/>
                </a:ext>
              </a:extLst>
            </p:cNvPr>
            <p:cNvCxnSpPr/>
            <p:nvPr/>
          </p:nvCxnSpPr>
          <p:spPr>
            <a:xfrm>
              <a:off x="6096000"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6456861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9" name="文本框 78"/>
          <p:cNvSpPr txBox="1"/>
          <p:nvPr/>
        </p:nvSpPr>
        <p:spPr>
          <a:xfrm>
            <a:off x="7381703" y="1725777"/>
            <a:ext cx="3308462" cy="3886577"/>
          </a:xfrm>
          <a:prstGeom prst="rect">
            <a:avLst/>
          </a:prstGeom>
          <a:noFill/>
        </p:spPr>
        <p:txBody>
          <a:bodyPr wrap="square" rtlCol="0">
            <a:spAutoFit/>
          </a:bodyPr>
          <a:lstStyle/>
          <a:p>
            <a:pPr indent="720000">
              <a:lnSpc>
                <a:spcPct val="130000"/>
              </a:lnSpc>
            </a:pPr>
            <a:r>
              <a:rPr lang="en-US" altLang="zh-CN" sz="2400" dirty="0">
                <a:latin typeface="思源黑体 CN Regular" panose="020B0500000000000000" pitchFamily="34" charset="-122"/>
                <a:ea typeface="思源黑体 CN Regular" panose="020B0500000000000000" pitchFamily="34" charset="-122"/>
              </a:rPr>
              <a:t>1.</a:t>
            </a:r>
            <a:r>
              <a:rPr lang="zh-CN" altLang="en-US" sz="2400" dirty="0">
                <a:latin typeface="思源黑体 CN Regular" panose="020B0500000000000000" pitchFamily="34" charset="-122"/>
                <a:ea typeface="思源黑体 CN Regular" panose="020B0500000000000000" pitchFamily="34" charset="-122"/>
              </a:rPr>
              <a:t>表示层：主要负责前端的交互功能。</a:t>
            </a:r>
            <a:endParaRPr lang="en-US" altLang="zh-CN" sz="240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dirty="0">
                <a:latin typeface="思源黑体 CN Regular" panose="020B0500000000000000" pitchFamily="34" charset="-122"/>
                <a:ea typeface="思源黑体 CN Regular" panose="020B0500000000000000" pitchFamily="34" charset="-122"/>
              </a:rPr>
              <a:t>2.</a:t>
            </a:r>
            <a:r>
              <a:rPr lang="zh-CN" altLang="en-US" sz="2400" dirty="0">
                <a:latin typeface="思源黑体 CN Regular" panose="020B0500000000000000" pitchFamily="34" charset="-122"/>
                <a:ea typeface="思源黑体 CN Regular" panose="020B0500000000000000" pitchFamily="34" charset="-122"/>
              </a:rPr>
              <a:t>业务逻辑层：负责整体的任务调度与流程控制。</a:t>
            </a:r>
            <a:endParaRPr lang="en-US" altLang="zh-CN" sz="240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dirty="0">
                <a:latin typeface="思源黑体 CN Regular" panose="020B0500000000000000" pitchFamily="34" charset="-122"/>
                <a:ea typeface="思源黑体 CN Regular" panose="020B0500000000000000" pitchFamily="34" charset="-122"/>
              </a:rPr>
              <a:t>3.</a:t>
            </a:r>
            <a:r>
              <a:rPr lang="zh-CN" altLang="en-US" sz="2400" dirty="0">
                <a:latin typeface="思源黑体 CN Regular" panose="020B0500000000000000" pitchFamily="34" charset="-122"/>
                <a:ea typeface="思源黑体 CN Regular" panose="020B0500000000000000" pitchFamily="34" charset="-122"/>
              </a:rPr>
              <a:t>算法数据层：主要包含视觉检测的核心代码逻辑。</a:t>
            </a:r>
          </a:p>
        </p:txBody>
      </p:sp>
      <p:cxnSp>
        <p:nvCxnSpPr>
          <p:cNvPr id="4" name="直接连接符 3"/>
          <p:cNvCxnSpPr/>
          <p:nvPr/>
        </p:nvCxnSpPr>
        <p:spPr>
          <a:xfrm>
            <a:off x="6801369" y="2560485"/>
            <a:ext cx="0" cy="1500188"/>
          </a:xfrm>
          <a:prstGeom prst="line">
            <a:avLst/>
          </a:prstGeom>
          <a:ln w="38100">
            <a:solidFill>
              <a:srgbClr val="891D86"/>
            </a:solidFill>
          </a:ln>
        </p:spPr>
        <p:style>
          <a:lnRef idx="1">
            <a:schemeClr val="accent1"/>
          </a:lnRef>
          <a:fillRef idx="0">
            <a:schemeClr val="accent1"/>
          </a:fillRef>
          <a:effectRef idx="0">
            <a:schemeClr val="accent1"/>
          </a:effectRef>
          <a:fontRef idx="minor">
            <a:schemeClr val="tx1"/>
          </a:fontRef>
        </p:style>
      </p:cxnSp>
      <p:sp>
        <p:nvSpPr>
          <p:cNvPr id="5" name="标题 4"/>
          <p:cNvSpPr>
            <a:spLocks noGrp="1"/>
          </p:cNvSpPr>
          <p:nvPr>
            <p:ph type="title"/>
          </p:nvPr>
        </p:nvSpPr>
        <p:spPr/>
        <p:txBody>
          <a:bodyPr/>
          <a:lstStyle/>
          <a:p>
            <a:r>
              <a:rPr lang="en-US" altLang="zh-CN" dirty="0">
                <a:solidFill>
                  <a:srgbClr val="891D86"/>
                </a:solidFill>
              </a:rPr>
              <a:t>4.1-</a:t>
            </a:r>
            <a:r>
              <a:rPr lang="zh-CN" altLang="en-US" dirty="0">
                <a:solidFill>
                  <a:srgbClr val="891D86"/>
                </a:solidFill>
              </a:rPr>
              <a:t>系统整体架构设计</a:t>
            </a:r>
            <a:endParaRPr lang="zh-CN" altLang="en-US" dirty="0"/>
          </a:p>
        </p:txBody>
      </p:sp>
      <p:pic>
        <p:nvPicPr>
          <p:cNvPr id="8" name="图片 7">
            <a:extLst>
              <a:ext uri="{FF2B5EF4-FFF2-40B4-BE49-F238E27FC236}">
                <a16:creationId xmlns:a16="http://schemas.microsoft.com/office/drawing/2014/main" id="{6A0B2623-DF5D-66D7-3880-6F21E2945B9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5" y="1054875"/>
            <a:ext cx="5610224" cy="5702045"/>
          </a:xfrm>
          <a:prstGeom prst="rect">
            <a:avLst/>
          </a:prstGeom>
        </p:spPr>
      </p:pic>
    </p:spTree>
    <p:extLst>
      <p:ext uri="{BB962C8B-B14F-4D97-AF65-F5344CB8AC3E}">
        <p14:creationId xmlns:p14="http://schemas.microsoft.com/office/powerpoint/2010/main" val="42682815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标题 20"/>
          <p:cNvSpPr>
            <a:spLocks noGrp="1"/>
          </p:cNvSpPr>
          <p:nvPr>
            <p:ph type="title"/>
          </p:nvPr>
        </p:nvSpPr>
        <p:spPr/>
        <p:txBody>
          <a:bodyPr/>
          <a:lstStyle/>
          <a:p>
            <a:r>
              <a:rPr lang="en-US" altLang="zh-CN" dirty="0">
                <a:solidFill>
                  <a:srgbClr val="891D86"/>
                </a:solidFill>
              </a:rPr>
              <a:t>4.2-</a:t>
            </a:r>
            <a:r>
              <a:rPr lang="zh-CN" altLang="en-US" dirty="0">
                <a:solidFill>
                  <a:srgbClr val="891D86"/>
                </a:solidFill>
              </a:rPr>
              <a:t>系统功能模块设计</a:t>
            </a:r>
            <a:endParaRPr lang="zh-CN" altLang="en-US" dirty="0"/>
          </a:p>
        </p:txBody>
      </p:sp>
      <p:pic>
        <p:nvPicPr>
          <p:cNvPr id="3" name="图片 2">
            <a:extLst>
              <a:ext uri="{FF2B5EF4-FFF2-40B4-BE49-F238E27FC236}">
                <a16:creationId xmlns:a16="http://schemas.microsoft.com/office/drawing/2014/main" id="{CF53AA9F-4B02-8BE4-566A-46C549C4283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18768" y="1493977"/>
            <a:ext cx="10154463" cy="4823695"/>
          </a:xfrm>
          <a:prstGeom prst="rect">
            <a:avLst/>
          </a:prstGeom>
        </p:spPr>
      </p:pic>
    </p:spTree>
    <p:extLst>
      <p:ext uri="{BB962C8B-B14F-4D97-AF65-F5344CB8AC3E}">
        <p14:creationId xmlns:p14="http://schemas.microsoft.com/office/powerpoint/2010/main" val="2685960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1A70465-B1E2-D222-41B9-E5D8733ACCD5}"/>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96E295EC-4D2D-40B0-9603-86E28096BA42}"/>
              </a:ext>
            </a:extLst>
          </p:cNvPr>
          <p:cNvSpPr txBox="1"/>
          <p:nvPr/>
        </p:nvSpPr>
        <p:spPr>
          <a:xfrm>
            <a:off x="485775" y="1010330"/>
            <a:ext cx="10910106" cy="4366708"/>
          </a:xfrm>
          <a:prstGeom prst="rect">
            <a:avLst/>
          </a:prstGeom>
          <a:noFill/>
        </p:spPr>
        <p:txBody>
          <a:bodyPr wrap="square" rtlCol="0">
            <a:spAutoFit/>
          </a:bodyPr>
          <a:lstStyle/>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1.</a:t>
            </a:r>
            <a:r>
              <a:rPr lang="zh-CN" altLang="en-US" sz="2400" spc="120" dirty="0">
                <a:latin typeface="思源黑体 CN Regular" panose="020B0500000000000000" pitchFamily="34" charset="-122"/>
                <a:ea typeface="思源黑体 CN Regular" panose="020B0500000000000000" pitchFamily="34" charset="-122"/>
              </a:rPr>
              <a:t>主窗口控制类（</a:t>
            </a:r>
            <a:r>
              <a:rPr lang="en-US" altLang="zh-CN" sz="2400" spc="120" dirty="0" err="1">
                <a:latin typeface="思源黑体 CN Regular" panose="020B0500000000000000" pitchFamily="34" charset="-122"/>
                <a:ea typeface="思源黑体 CN Regular" panose="020B0500000000000000" pitchFamily="34" charset="-122"/>
              </a:rPr>
              <a:t>MainWindow</a:t>
            </a:r>
            <a:r>
              <a:rPr lang="zh-CN" altLang="en-US" sz="2400" spc="120" dirty="0">
                <a:latin typeface="思源黑体 CN Regular" panose="020B0500000000000000" pitchFamily="34" charset="-122"/>
                <a:ea typeface="思源黑体 CN Regular" panose="020B0500000000000000" pitchFamily="34" charset="-122"/>
              </a:rPr>
              <a:t>），从</a:t>
            </a:r>
            <a:r>
              <a:rPr lang="en-US" altLang="zh-CN" sz="2400" spc="120" dirty="0" err="1">
                <a:latin typeface="思源黑体 CN Regular" panose="020B0500000000000000" pitchFamily="34" charset="-122"/>
                <a:ea typeface="思源黑体 CN Regular" panose="020B0500000000000000" pitchFamily="34" charset="-122"/>
              </a:rPr>
              <a:t>QMainWindow</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类继承；搭建看得见的界面部件（像菜单栏、状态栏以及图像显示窗口），负责把用户交互产生的指令传递下去，并且把检测结果解析再呈现出来</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2.</a:t>
            </a:r>
            <a:r>
              <a:rPr lang="zh-CN" altLang="en-US" sz="2400" spc="120" dirty="0">
                <a:latin typeface="思源黑体 CN Regular" panose="020B0500000000000000" pitchFamily="34" charset="-122"/>
                <a:ea typeface="思源黑体 CN Regular" panose="020B0500000000000000" pitchFamily="34" charset="-122"/>
              </a:rPr>
              <a:t>并发处理线程类（</a:t>
            </a:r>
            <a:r>
              <a:rPr lang="en-US" altLang="zh-CN" sz="2400" spc="120" dirty="0" err="1">
                <a:latin typeface="思源黑体 CN Regular" panose="020B0500000000000000" pitchFamily="34" charset="-122"/>
                <a:ea typeface="思源黑体 CN Regular" panose="020B0500000000000000" pitchFamily="34" charset="-122"/>
              </a:rPr>
              <a:t>ProcessingThread</a:t>
            </a:r>
            <a:r>
              <a:rPr lang="zh-CN" altLang="en-US" sz="2400" spc="120" dirty="0">
                <a:latin typeface="思源黑体 CN Regular" panose="020B0500000000000000" pitchFamily="34" charset="-122"/>
                <a:ea typeface="思源黑体 CN Regular" panose="020B0500000000000000" pitchFamily="34" charset="-122"/>
              </a:rPr>
              <a:t>），系统引入了 </a:t>
            </a:r>
            <a:r>
              <a:rPr lang="en-US" altLang="zh-CN" sz="2400" spc="120" dirty="0" err="1">
                <a:latin typeface="思源黑体 CN Regular" panose="020B0500000000000000" pitchFamily="34" charset="-122"/>
                <a:ea typeface="思源黑体 CN Regular" panose="020B0500000000000000" pitchFamily="34" charset="-122"/>
              </a:rPr>
              <a:t>QThread</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机制，解决极其复杂的视觉计算步骤容易把主线程卡住的问题</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3.</a:t>
            </a:r>
            <a:r>
              <a:rPr lang="zh-CN" altLang="en-US" sz="2400" spc="120" dirty="0">
                <a:latin typeface="思源黑体 CN Regular" panose="020B0500000000000000" pitchFamily="34" charset="-122"/>
                <a:ea typeface="思源黑体 CN Regular" panose="020B0500000000000000" pitchFamily="34" charset="-122"/>
              </a:rPr>
              <a:t>缺陷分析逻辑类（</a:t>
            </a:r>
            <a:r>
              <a:rPr lang="en-US" altLang="zh-CN" sz="2400" spc="120" dirty="0" err="1">
                <a:latin typeface="思源黑体 CN Regular" panose="020B0500000000000000" pitchFamily="34" charset="-122"/>
                <a:ea typeface="思源黑体 CN Regular" panose="020B0500000000000000" pitchFamily="34" charset="-122"/>
              </a:rPr>
              <a:t>DefectAlgorithm</a:t>
            </a:r>
            <a:r>
              <a:rPr lang="zh-CN" altLang="en-US" sz="2400" spc="120" dirty="0">
                <a:latin typeface="思源黑体 CN Regular" panose="020B0500000000000000" pitchFamily="34" charset="-122"/>
                <a:ea typeface="思源黑体 CN Regular" panose="020B0500000000000000" pitchFamily="34" charset="-122"/>
              </a:rPr>
              <a:t>），这个类专门采用一种没有状态设定的设计方式，充当整个图像处理运转流程的指挥调度员</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4.</a:t>
            </a:r>
            <a:r>
              <a:rPr lang="zh-CN" altLang="en-US" sz="2400" spc="120" dirty="0">
                <a:latin typeface="思源黑体 CN Regular" panose="020B0500000000000000" pitchFamily="34" charset="-122"/>
                <a:ea typeface="思源黑体 CN Regular" panose="020B0500000000000000" pitchFamily="34" charset="-122"/>
              </a:rPr>
              <a:t>底层的图像处理类（</a:t>
            </a:r>
            <a:r>
              <a:rPr lang="en-US" altLang="zh-CN" sz="2400" spc="120" dirty="0" err="1">
                <a:latin typeface="思源黑体 CN Regular" panose="020B0500000000000000" pitchFamily="34" charset="-122"/>
                <a:ea typeface="思源黑体 CN Regular" panose="020B0500000000000000" pitchFamily="34" charset="-122"/>
              </a:rPr>
              <a:t>PixelProcessor</a:t>
            </a:r>
            <a:r>
              <a:rPr lang="zh-CN" altLang="en-US" sz="2400" spc="120" dirty="0">
                <a:latin typeface="思源黑体 CN Regular" panose="020B0500000000000000" pitchFamily="34" charset="-122"/>
                <a:ea typeface="思源黑体 CN Regular" panose="020B0500000000000000" pitchFamily="34" charset="-122"/>
              </a:rPr>
              <a:t>），它主要是把那些专门对像素矩阵，去做空间或者频域操作的基础计算接口都给整体打包封装了起来</a:t>
            </a:r>
          </a:p>
        </p:txBody>
      </p:sp>
      <p:sp>
        <p:nvSpPr>
          <p:cNvPr id="80" name="半闭框 79">
            <a:extLst>
              <a:ext uri="{FF2B5EF4-FFF2-40B4-BE49-F238E27FC236}">
                <a16:creationId xmlns:a16="http://schemas.microsoft.com/office/drawing/2014/main" id="{3B3F7915-3ADA-97CF-C0DF-F685904EF791}"/>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0BCD95C5-3A33-DC26-A8DB-E49B97C23DF2}"/>
              </a:ext>
            </a:extLst>
          </p:cNvPr>
          <p:cNvSpPr>
            <a:spLocks noGrp="1"/>
          </p:cNvSpPr>
          <p:nvPr>
            <p:ph type="title"/>
          </p:nvPr>
        </p:nvSpPr>
        <p:spPr>
          <a:xfrm>
            <a:off x="485775" y="366907"/>
            <a:ext cx="5200130" cy="672105"/>
          </a:xfrm>
        </p:spPr>
        <p:txBody>
          <a:bodyPr/>
          <a:lstStyle/>
          <a:p>
            <a:r>
              <a:rPr lang="en-US" altLang="zh-CN" dirty="0">
                <a:solidFill>
                  <a:srgbClr val="891D86"/>
                </a:solidFill>
              </a:rPr>
              <a:t>4.3</a:t>
            </a:r>
            <a:r>
              <a:rPr lang="zh-CN" altLang="en-US" dirty="0">
                <a:solidFill>
                  <a:srgbClr val="891D86"/>
                </a:solidFill>
              </a:rPr>
              <a:t> 系统核心类与运行机制设计</a:t>
            </a:r>
            <a:endParaRPr lang="zh-CN" altLang="en-US" dirty="0"/>
          </a:p>
        </p:txBody>
      </p:sp>
    </p:spTree>
    <p:extLst>
      <p:ext uri="{BB962C8B-B14F-4D97-AF65-F5344CB8AC3E}">
        <p14:creationId xmlns:p14="http://schemas.microsoft.com/office/powerpoint/2010/main" val="125246603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58D029-6F8C-BAD2-9A90-32220FD46C3C}"/>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1B863401-E0E0-833B-AA04-B86A77C4CCF8}"/>
              </a:ext>
            </a:extLst>
          </p:cNvPr>
          <p:cNvSpPr>
            <a:spLocks noGrp="1"/>
          </p:cNvSpPr>
          <p:nvPr>
            <p:ph type="title"/>
          </p:nvPr>
        </p:nvSpPr>
        <p:spPr/>
        <p:txBody>
          <a:bodyPr/>
          <a:lstStyle/>
          <a:p>
            <a:r>
              <a:rPr lang="en-US" altLang="zh-CN" dirty="0">
                <a:solidFill>
                  <a:srgbClr val="891D86"/>
                </a:solidFill>
              </a:rPr>
              <a:t>4.4.1-</a:t>
            </a:r>
            <a:r>
              <a:rPr lang="zh-CN" altLang="en-US" dirty="0">
                <a:solidFill>
                  <a:srgbClr val="891D86"/>
                </a:solidFill>
              </a:rPr>
              <a:t>系统界面结构设计</a:t>
            </a:r>
            <a:endParaRPr lang="zh-CN" altLang="en-US" dirty="0"/>
          </a:p>
        </p:txBody>
      </p:sp>
      <p:pic>
        <p:nvPicPr>
          <p:cNvPr id="3" name="图片 2">
            <a:extLst>
              <a:ext uri="{FF2B5EF4-FFF2-40B4-BE49-F238E27FC236}">
                <a16:creationId xmlns:a16="http://schemas.microsoft.com/office/drawing/2014/main" id="{30746296-E76C-B225-4950-0E3DDC79841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51541" y="1315234"/>
            <a:ext cx="6506159" cy="4580568"/>
          </a:xfrm>
          <a:prstGeom prst="rect">
            <a:avLst/>
          </a:prstGeom>
        </p:spPr>
      </p:pic>
    </p:spTree>
    <p:extLst>
      <p:ext uri="{BB962C8B-B14F-4D97-AF65-F5344CB8AC3E}">
        <p14:creationId xmlns:p14="http://schemas.microsoft.com/office/powerpoint/2010/main" val="145155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A6D0B14-4A7F-A7DD-7B9B-C2DD719447EA}"/>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A8EED6B5-8F93-42DE-45EE-F40E07E51B69}"/>
              </a:ext>
            </a:extLst>
          </p:cNvPr>
          <p:cNvSpPr>
            <a:spLocks noGrp="1"/>
          </p:cNvSpPr>
          <p:nvPr>
            <p:ph type="title"/>
          </p:nvPr>
        </p:nvSpPr>
        <p:spPr>
          <a:xfrm>
            <a:off x="485774" y="366907"/>
            <a:ext cx="5250007" cy="672105"/>
          </a:xfrm>
        </p:spPr>
        <p:txBody>
          <a:bodyPr/>
          <a:lstStyle/>
          <a:p>
            <a:r>
              <a:rPr lang="en-US" altLang="zh-CN" dirty="0">
                <a:solidFill>
                  <a:srgbClr val="891D86"/>
                </a:solidFill>
              </a:rPr>
              <a:t>4.4.2-</a:t>
            </a:r>
            <a:r>
              <a:rPr lang="zh-CN" altLang="en-US" dirty="0">
                <a:solidFill>
                  <a:srgbClr val="891D86"/>
                </a:solidFill>
              </a:rPr>
              <a:t>系统文件目录结构</a:t>
            </a:r>
            <a:endParaRPr lang="zh-CN" altLang="en-US" dirty="0"/>
          </a:p>
        </p:txBody>
      </p:sp>
      <p:pic>
        <p:nvPicPr>
          <p:cNvPr id="6" name="图片 5">
            <a:extLst>
              <a:ext uri="{FF2B5EF4-FFF2-40B4-BE49-F238E27FC236}">
                <a16:creationId xmlns:a16="http://schemas.microsoft.com/office/drawing/2014/main" id="{97300B6B-B566-FD9F-6E5B-5F1FD8606BE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65592" y="1964097"/>
            <a:ext cx="7294922" cy="2929806"/>
          </a:xfrm>
          <a:prstGeom prst="rect">
            <a:avLst/>
          </a:prstGeom>
        </p:spPr>
      </p:pic>
    </p:spTree>
    <p:extLst>
      <p:ext uri="{BB962C8B-B14F-4D97-AF65-F5344CB8AC3E}">
        <p14:creationId xmlns:p14="http://schemas.microsoft.com/office/powerpoint/2010/main" val="396480842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6956F59-8FBE-D156-D9DD-BE0B5A072D90}"/>
            </a:ext>
          </a:extLst>
        </p:cNvPr>
        <p:cNvGrpSpPr/>
        <p:nvPr/>
      </p:nvGrpSpPr>
      <p:grpSpPr>
        <a:xfrm>
          <a:off x="0" y="0"/>
          <a:ext cx="0" cy="0"/>
          <a:chOff x="0" y="0"/>
          <a:chExt cx="0" cy="0"/>
        </a:xfrm>
      </p:grpSpPr>
      <p:sp>
        <p:nvSpPr>
          <p:cNvPr id="5" name="标题 4">
            <a:extLst>
              <a:ext uri="{FF2B5EF4-FFF2-40B4-BE49-F238E27FC236}">
                <a16:creationId xmlns:a16="http://schemas.microsoft.com/office/drawing/2014/main" id="{0F9BD56C-4B3D-72A3-2680-B2F5D45FA716}"/>
              </a:ext>
            </a:extLst>
          </p:cNvPr>
          <p:cNvSpPr>
            <a:spLocks noGrp="1"/>
          </p:cNvSpPr>
          <p:nvPr>
            <p:ph type="title"/>
          </p:nvPr>
        </p:nvSpPr>
        <p:spPr>
          <a:xfrm>
            <a:off x="485774" y="366907"/>
            <a:ext cx="5250007" cy="672105"/>
          </a:xfrm>
        </p:spPr>
        <p:txBody>
          <a:bodyPr/>
          <a:lstStyle/>
          <a:p>
            <a:r>
              <a:rPr lang="en-US" altLang="zh-CN" dirty="0">
                <a:solidFill>
                  <a:srgbClr val="891D86"/>
                </a:solidFill>
              </a:rPr>
              <a:t>4.4.3-</a:t>
            </a:r>
            <a:r>
              <a:rPr lang="zh-CN" altLang="en-US" dirty="0">
                <a:solidFill>
                  <a:srgbClr val="891D86"/>
                </a:solidFill>
              </a:rPr>
              <a:t>系统算法流程图</a:t>
            </a:r>
            <a:endParaRPr lang="zh-CN" altLang="en-US" dirty="0"/>
          </a:p>
        </p:txBody>
      </p:sp>
      <p:pic>
        <p:nvPicPr>
          <p:cNvPr id="3" name="图片 2">
            <a:extLst>
              <a:ext uri="{FF2B5EF4-FFF2-40B4-BE49-F238E27FC236}">
                <a16:creationId xmlns:a16="http://schemas.microsoft.com/office/drawing/2014/main" id="{753AF0E2-90E3-0E62-024F-919D470815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2747" y="1962031"/>
            <a:ext cx="9882949" cy="2756860"/>
          </a:xfrm>
          <a:prstGeom prst="rect">
            <a:avLst/>
          </a:prstGeom>
        </p:spPr>
      </p:pic>
    </p:spTree>
    <p:extLst>
      <p:ext uri="{BB962C8B-B14F-4D97-AF65-F5344CB8AC3E}">
        <p14:creationId xmlns:p14="http://schemas.microsoft.com/office/powerpoint/2010/main" val="23390317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a:extLst>
            <a:ext uri="{FF2B5EF4-FFF2-40B4-BE49-F238E27FC236}">
              <a16:creationId xmlns:a16="http://schemas.microsoft.com/office/drawing/2014/main" id="{EFEC2E2D-912E-0C6A-2F74-8429901DDDCE}"/>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A8B064E2-CDEE-66E0-FB6C-4F3009E3E188}"/>
              </a:ext>
            </a:extLst>
          </p:cNvPr>
          <p:cNvSpPr/>
          <p:nvPr/>
        </p:nvSpPr>
        <p:spPr>
          <a:xfrm>
            <a:off x="0" y="0"/>
            <a:ext cx="12192000" cy="5581650"/>
          </a:xfrm>
          <a:prstGeom prst="rect">
            <a:avLst/>
          </a:prstGeom>
          <a:gradFill flip="none" rotWithShape="1">
            <a:gsLst>
              <a:gs pos="48000">
                <a:srgbClr val="891D86">
                  <a:alpha val="52000"/>
                </a:srgbClr>
              </a:gs>
              <a:gs pos="99083">
                <a:schemeClr val="bg1">
                  <a:alpha val="0"/>
                </a:schemeClr>
              </a:gs>
              <a:gs pos="80000">
                <a:srgbClr val="891D86">
                  <a:alpha val="28000"/>
                </a:srgbClr>
              </a:gs>
              <a:gs pos="0">
                <a:srgbClr val="891D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nvGrpSpPr>
          <p:cNvPr id="8" name="组合 7">
            <a:extLst>
              <a:ext uri="{FF2B5EF4-FFF2-40B4-BE49-F238E27FC236}">
                <a16:creationId xmlns:a16="http://schemas.microsoft.com/office/drawing/2014/main" id="{C8969357-A318-8A87-8FCE-C94CB093F8C9}"/>
              </a:ext>
            </a:extLst>
          </p:cNvPr>
          <p:cNvGrpSpPr/>
          <p:nvPr/>
        </p:nvGrpSpPr>
        <p:grpSpPr>
          <a:xfrm>
            <a:off x="627599" y="1160111"/>
            <a:ext cx="6026664" cy="3485331"/>
            <a:chOff x="627599" y="1160111"/>
            <a:chExt cx="6026664" cy="3485331"/>
          </a:xfrm>
        </p:grpSpPr>
        <p:sp>
          <p:nvSpPr>
            <p:cNvPr id="11" name="文本框 10">
              <a:extLst>
                <a:ext uri="{FF2B5EF4-FFF2-40B4-BE49-F238E27FC236}">
                  <a16:creationId xmlns:a16="http://schemas.microsoft.com/office/drawing/2014/main" id="{FC1E719D-96BB-5976-6A51-B4C114DCAC23}"/>
                </a:ext>
              </a:extLst>
            </p:cNvPr>
            <p:cNvSpPr txBox="1"/>
            <p:nvPr/>
          </p:nvSpPr>
          <p:spPr>
            <a:xfrm>
              <a:off x="1185862" y="2891116"/>
              <a:ext cx="478526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5400" dirty="0">
                  <a:solidFill>
                    <a:prstClr val="white"/>
                  </a:solidFill>
                  <a:latin typeface="思源黑体 CN Heavy" panose="020B0A00000000000000" pitchFamily="34" charset="-122"/>
                  <a:ea typeface="思源黑体 CN Heavy" panose="020B0A00000000000000" pitchFamily="34" charset="-122"/>
                </a:rPr>
                <a:t>系统详细设计及编码</a:t>
              </a:r>
              <a:endParaRPr kumimoji="0" lang="zh-CN" altLang="en-US" sz="5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12" name="文本框 11">
              <a:extLst>
                <a:ext uri="{FF2B5EF4-FFF2-40B4-BE49-F238E27FC236}">
                  <a16:creationId xmlns:a16="http://schemas.microsoft.com/office/drawing/2014/main" id="{EFDC243B-1310-4BB6-A8CC-C6BCAF872ABC}"/>
                </a:ext>
              </a:extLst>
            </p:cNvPr>
            <p:cNvSpPr txBox="1"/>
            <p:nvPr/>
          </p:nvSpPr>
          <p:spPr>
            <a:xfrm>
              <a:off x="2266542" y="1160111"/>
              <a:ext cx="242174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rPr>
                <a:t>0 5</a:t>
              </a:r>
              <a:endParaRPr kumimoji="0" lang="zh-CN" altLang="en-US"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endParaRPr>
            </a:p>
          </p:txBody>
        </p:sp>
        <p:cxnSp>
          <p:nvCxnSpPr>
            <p:cNvPr id="10" name="直接连接符 9">
              <a:extLst>
                <a:ext uri="{FF2B5EF4-FFF2-40B4-BE49-F238E27FC236}">
                  <a16:creationId xmlns:a16="http://schemas.microsoft.com/office/drawing/2014/main" id="{89FC2A1B-3AA1-7AE1-3530-DA6C0C51A8DB}"/>
                </a:ext>
              </a:extLst>
            </p:cNvPr>
            <p:cNvCxnSpPr/>
            <p:nvPr/>
          </p:nvCxnSpPr>
          <p:spPr>
            <a:xfrm>
              <a:off x="627599"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5BAD8CEA-55FC-37A0-314B-93994A7D3A14}"/>
                </a:ext>
              </a:extLst>
            </p:cNvPr>
            <p:cNvCxnSpPr/>
            <p:nvPr/>
          </p:nvCxnSpPr>
          <p:spPr>
            <a:xfrm>
              <a:off x="6096000"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1300262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C5A008-6B20-BBCF-892F-922286F16CB3}"/>
            </a:ext>
          </a:extLst>
        </p:cNvPr>
        <p:cNvGrpSpPr/>
        <p:nvPr/>
      </p:nvGrpSpPr>
      <p:grpSpPr>
        <a:xfrm>
          <a:off x="0" y="0"/>
          <a:ext cx="0" cy="0"/>
          <a:chOff x="0" y="0"/>
          <a:chExt cx="0" cy="0"/>
        </a:xfrm>
      </p:grpSpPr>
      <p:sp>
        <p:nvSpPr>
          <p:cNvPr id="21" name="标题 20">
            <a:extLst>
              <a:ext uri="{FF2B5EF4-FFF2-40B4-BE49-F238E27FC236}">
                <a16:creationId xmlns:a16="http://schemas.microsoft.com/office/drawing/2014/main" id="{5BB25A8A-6AED-C8D5-EAAC-07EAB0857EFA}"/>
              </a:ext>
            </a:extLst>
          </p:cNvPr>
          <p:cNvSpPr>
            <a:spLocks noGrp="1"/>
          </p:cNvSpPr>
          <p:nvPr>
            <p:ph type="title"/>
          </p:nvPr>
        </p:nvSpPr>
        <p:spPr/>
        <p:txBody>
          <a:bodyPr/>
          <a:lstStyle/>
          <a:p>
            <a:r>
              <a:rPr lang="en-US" altLang="zh-CN" dirty="0">
                <a:solidFill>
                  <a:srgbClr val="891D86"/>
                </a:solidFill>
              </a:rPr>
              <a:t>5.1-</a:t>
            </a:r>
            <a:r>
              <a:rPr lang="zh-CN" altLang="en-US" dirty="0">
                <a:solidFill>
                  <a:srgbClr val="891D86"/>
                </a:solidFill>
              </a:rPr>
              <a:t>文件导入</a:t>
            </a:r>
            <a:endParaRPr lang="zh-CN" altLang="en-US" dirty="0"/>
          </a:p>
        </p:txBody>
      </p:sp>
      <p:pic>
        <p:nvPicPr>
          <p:cNvPr id="4" name="图片 3">
            <a:extLst>
              <a:ext uri="{FF2B5EF4-FFF2-40B4-BE49-F238E27FC236}">
                <a16:creationId xmlns:a16="http://schemas.microsoft.com/office/drawing/2014/main" id="{980F8DA1-75B6-9BAD-C590-FE29F1F772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8379" y="1465404"/>
            <a:ext cx="9218016" cy="2414561"/>
          </a:xfrm>
          <a:prstGeom prst="rect">
            <a:avLst/>
          </a:prstGeom>
        </p:spPr>
      </p:pic>
      <p:sp>
        <p:nvSpPr>
          <p:cNvPr id="5" name="文本框 4">
            <a:extLst>
              <a:ext uri="{FF2B5EF4-FFF2-40B4-BE49-F238E27FC236}">
                <a16:creationId xmlns:a16="http://schemas.microsoft.com/office/drawing/2014/main" id="{1367E48D-C090-EB6F-5DC4-E45932E46C7B}"/>
              </a:ext>
            </a:extLst>
          </p:cNvPr>
          <p:cNvSpPr txBox="1"/>
          <p:nvPr/>
        </p:nvSpPr>
        <p:spPr>
          <a:xfrm>
            <a:off x="636357" y="4846757"/>
            <a:ext cx="10919286" cy="1569660"/>
          </a:xfrm>
          <a:prstGeom prst="rect">
            <a:avLst/>
          </a:prstGeom>
          <a:noFill/>
        </p:spPr>
        <p:txBody>
          <a:bodyPr wrap="square" rtlCol="0">
            <a:spAutoFit/>
          </a:bodyPr>
          <a:lstStyle/>
          <a:p>
            <a:r>
              <a:rPr lang="zh-CN" altLang="en-US" sz="2400" dirty="0"/>
              <a:t>图像在界面加载成功后，用户能通过鼠标方便地查看画面细节。例如，滑动滚轮可对局部区域进行缩放，以便观察微小缺陷；若图片尺寸超出当前窗口，按住左键拖动即可平移图像。同时，软件界面的状态栏与侧边面板会自动显示该图片的基本信息，主要包括当前的色彩空间和长宽分辨率。</a:t>
            </a:r>
          </a:p>
        </p:txBody>
      </p:sp>
    </p:spTree>
    <p:extLst>
      <p:ext uri="{BB962C8B-B14F-4D97-AF65-F5344CB8AC3E}">
        <p14:creationId xmlns:p14="http://schemas.microsoft.com/office/powerpoint/2010/main" val="2081385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AA56B6C-D2A1-33CE-0300-8EDACD298291}"/>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F666A8DE-9A98-785B-AFAE-A54D61BCA19D}"/>
              </a:ext>
            </a:extLst>
          </p:cNvPr>
          <p:cNvSpPr txBox="1"/>
          <p:nvPr/>
        </p:nvSpPr>
        <p:spPr>
          <a:xfrm>
            <a:off x="485775" y="1010330"/>
            <a:ext cx="10910106" cy="3886577"/>
          </a:xfrm>
          <a:prstGeom prst="rect">
            <a:avLst/>
          </a:prstGeom>
          <a:noFill/>
        </p:spPr>
        <p:txBody>
          <a:bodyPr wrap="square" rtlCol="0">
            <a:spAutoFit/>
          </a:bodyPr>
          <a:lstStyle/>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高斯滤波等线性平滑算法在去除噪声的同时，往往也会把图像边缘的细节给模糊掉。本系统在预处理阶段选择了双边滤波（</a:t>
            </a:r>
            <a:r>
              <a:rPr lang="en-US" altLang="zh-CN" sz="2400" spc="120" dirty="0">
                <a:latin typeface="思源黑体 CN Regular" panose="020B0500000000000000" pitchFamily="34" charset="-122"/>
                <a:ea typeface="思源黑体 CN Regular" panose="020B0500000000000000" pitchFamily="34" charset="-122"/>
              </a:rPr>
              <a:t>Bilateral Filtering</a:t>
            </a:r>
            <a:r>
              <a:rPr lang="zh-CN" altLang="en-US" sz="2400" spc="120" dirty="0">
                <a:latin typeface="思源黑体 CN Regular" panose="020B0500000000000000" pitchFamily="34" charset="-122"/>
                <a:ea typeface="思源黑体 CN Regular" panose="020B0500000000000000" pitchFamily="34" charset="-122"/>
              </a:rPr>
              <a:t>）算法进行降噪。两个权重的乘积：空间权重（看距离）：距离越近，影响越大（用于平滑降噪）。值域权重（看色差）：亮度</a:t>
            </a:r>
            <a:r>
              <a:rPr lang="en-US" altLang="zh-CN" sz="2400" spc="120" dirty="0">
                <a:latin typeface="思源黑体 CN Regular" panose="020B0500000000000000" pitchFamily="34" charset="-122"/>
                <a:ea typeface="思源黑体 CN Regular" panose="020B0500000000000000" pitchFamily="34" charset="-122"/>
              </a:rPr>
              <a:t>/</a:t>
            </a:r>
            <a:r>
              <a:rPr lang="zh-CN" altLang="en-US" sz="2400" spc="120" dirty="0">
                <a:latin typeface="思源黑体 CN Regular" panose="020B0500000000000000" pitchFamily="34" charset="-122"/>
                <a:ea typeface="思源黑体 CN Regular" panose="020B0500000000000000" pitchFamily="34" charset="-122"/>
              </a:rPr>
              <a:t>颜色越相近，影响越大（遇到边缘时由于色差大，权重极低）。</a:t>
            </a: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当前像素只和附近“距离近”且“长得像”的像素进行平均融合，从而实现平滑降噪的同时不模糊边缘。高斯滤波函数定义：</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C17BE999-73A7-7575-A8EF-E6A0207C8BF6}"/>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6C090FC1-AF4A-5469-1F08-966CB5F79071}"/>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zh-CN" altLang="en-US" dirty="0">
                <a:solidFill>
                  <a:srgbClr val="891D86"/>
                </a:solidFill>
              </a:rPr>
              <a:t>双边滤波</a:t>
            </a:r>
            <a:endParaRPr lang="zh-CN" altLang="en-US" dirty="0"/>
          </a:p>
        </p:txBody>
      </p:sp>
      <p:pic>
        <p:nvPicPr>
          <p:cNvPr id="6" name="图片 5">
            <a:extLst>
              <a:ext uri="{FF2B5EF4-FFF2-40B4-BE49-F238E27FC236}">
                <a16:creationId xmlns:a16="http://schemas.microsoft.com/office/drawing/2014/main" id="{C6BB4020-36E5-8032-2E32-AD63F06BA421}"/>
              </a:ext>
            </a:extLst>
          </p:cNvPr>
          <p:cNvPicPr>
            <a:picLocks noChangeAspect="1"/>
          </p:cNvPicPr>
          <p:nvPr/>
        </p:nvPicPr>
        <p:blipFill>
          <a:blip r:embed="rId3"/>
          <a:stretch>
            <a:fillRect/>
          </a:stretch>
        </p:blipFill>
        <p:spPr>
          <a:xfrm>
            <a:off x="3865614" y="4648586"/>
            <a:ext cx="3696208" cy="1066413"/>
          </a:xfrm>
          <a:prstGeom prst="rect">
            <a:avLst/>
          </a:prstGeom>
        </p:spPr>
      </p:pic>
    </p:spTree>
    <p:extLst>
      <p:ext uri="{BB962C8B-B14F-4D97-AF65-F5344CB8AC3E}">
        <p14:creationId xmlns:p14="http://schemas.microsoft.com/office/powerpoint/2010/main" val="2374797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8DD432-1A37-642E-860B-B0EA6C5D9FCF}"/>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53640261-03D7-7475-C8FB-DCCBBDF09F61}"/>
              </a:ext>
            </a:extLst>
          </p:cNvPr>
          <p:cNvSpPr txBox="1"/>
          <p:nvPr/>
        </p:nvSpPr>
        <p:spPr>
          <a:xfrm>
            <a:off x="485775" y="1010330"/>
            <a:ext cx="10518198" cy="5502660"/>
          </a:xfrm>
          <a:prstGeom prst="rect">
            <a:avLst/>
          </a:prstGeom>
          <a:noFill/>
        </p:spPr>
        <p:txBody>
          <a:bodyPr wrap="square" rtlCol="0">
            <a:spAutoFit/>
          </a:bodyPr>
          <a:lstStyle/>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 </a:t>
            </a:r>
            <a:r>
              <a:rPr lang="zh-CN" altLang="en-US" sz="1600" spc="120" dirty="0">
                <a:latin typeface="思源黑体 CN Regular" panose="020B0500000000000000" pitchFamily="34" charset="-122"/>
                <a:ea typeface="思源黑体 CN Regular" panose="020B0500000000000000" pitchFamily="34" charset="-122"/>
              </a:rPr>
              <a:t>遍历 </a:t>
            </a:r>
            <a:r>
              <a:rPr lang="en-US" altLang="zh-CN" sz="1600" spc="120" dirty="0">
                <a:latin typeface="思源黑体 CN Regular" panose="020B0500000000000000" pitchFamily="34" charset="-122"/>
                <a:ea typeface="思源黑体 CN Regular" panose="020B0500000000000000" pitchFamily="34" charset="-122"/>
              </a:rPr>
              <a:t>(2R+1)×(2R+1) </a:t>
            </a:r>
            <a:r>
              <a:rPr lang="zh-CN" altLang="en-US" sz="1600" spc="120" dirty="0">
                <a:latin typeface="思源黑体 CN Regular" panose="020B0500000000000000" pitchFamily="34" charset="-122"/>
                <a:ea typeface="思源黑体 CN Regular" panose="020B0500000000000000" pitchFamily="34" charset="-122"/>
              </a:rPr>
              <a:t>局部邻域 </a:t>
            </a:r>
            <a:r>
              <a:rPr lang="el-GR" altLang="zh-CN" sz="1600" spc="120" dirty="0">
                <a:latin typeface="思源黑体 CN Regular" panose="020B0500000000000000" pitchFamily="34" charset="-122"/>
                <a:ea typeface="思源黑体 CN Regular" panose="020B0500000000000000" pitchFamily="34" charset="-122"/>
              </a:rPr>
              <a:t>Ω</a:t>
            </a:r>
          </a:p>
          <a:p>
            <a:pPr indent="720000">
              <a:lnSpc>
                <a:spcPct val="130000"/>
              </a:lnSpc>
            </a:pPr>
            <a:r>
              <a:rPr lang="el-GR" altLang="zh-CN" sz="1600" spc="120" dirty="0">
                <a:latin typeface="思源黑体 CN Regular" panose="020B0500000000000000" pitchFamily="34" charset="-122"/>
                <a:ea typeface="思源黑体 CN Regular" panose="020B0500000000000000" pitchFamily="34" charset="-122"/>
              </a:rPr>
              <a:t>15: </a:t>
            </a:r>
            <a:r>
              <a:rPr lang="en-US" altLang="zh-CN" sz="1600" spc="120" dirty="0">
                <a:latin typeface="思源黑体 CN Regular" panose="020B0500000000000000" pitchFamily="34" charset="-122"/>
                <a:ea typeface="思源黑体 CN Regular" panose="020B0500000000000000" pitchFamily="34" charset="-122"/>
              </a:rPr>
              <a:t>for </a:t>
            </a:r>
            <a:r>
              <a:rPr lang="en-US" altLang="zh-CN" sz="1600" spc="120" dirty="0" err="1">
                <a:latin typeface="思源黑体 CN Regular" panose="020B0500000000000000" pitchFamily="34" charset="-122"/>
                <a:ea typeface="思源黑体 CN Regular" panose="020B0500000000000000" pitchFamily="34" charset="-122"/>
              </a:rPr>
              <a:t>dy_n</a:t>
            </a:r>
            <a:r>
              <a:rPr lang="en-US" altLang="zh-CN" sz="1600" spc="120" dirty="0">
                <a:latin typeface="思源黑体 CN Regular" panose="020B0500000000000000" pitchFamily="34" charset="-122"/>
                <a:ea typeface="思源黑体 CN Regular" panose="020B0500000000000000" pitchFamily="34" charset="-122"/>
              </a:rPr>
              <a:t> = -R to R do</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16: for </a:t>
            </a:r>
            <a:r>
              <a:rPr lang="en-US" altLang="zh-CN" sz="1600" spc="120" dirty="0" err="1">
                <a:latin typeface="思源黑体 CN Regular" panose="020B0500000000000000" pitchFamily="34" charset="-122"/>
                <a:ea typeface="思源黑体 CN Regular" panose="020B0500000000000000" pitchFamily="34" charset="-122"/>
              </a:rPr>
              <a:t>dx_n</a:t>
            </a:r>
            <a:r>
              <a:rPr lang="en-US" altLang="zh-CN" sz="1600" spc="120" dirty="0">
                <a:latin typeface="思源黑体 CN Regular" panose="020B0500000000000000" pitchFamily="34" charset="-122"/>
                <a:ea typeface="思源黑体 CN Regular" panose="020B0500000000000000" pitchFamily="34" charset="-122"/>
              </a:rPr>
              <a:t> = -R to R do</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18: </a:t>
            </a:r>
            <a:r>
              <a:rPr lang="zh-CN" altLang="en-US" sz="1600" spc="120" dirty="0">
                <a:latin typeface="思源黑体 CN Regular" panose="020B0500000000000000" pitchFamily="34" charset="-122"/>
                <a:ea typeface="思源黑体 CN Regular" panose="020B0500000000000000" pitchFamily="34" charset="-122"/>
              </a:rPr>
              <a:t>如果 </a:t>
            </a:r>
            <a:r>
              <a:rPr lang="en-US" altLang="zh-CN" sz="1600" spc="120" dirty="0">
                <a:latin typeface="思源黑体 CN Regular" panose="020B0500000000000000" pitchFamily="34" charset="-122"/>
                <a:ea typeface="思源黑体 CN Regular" panose="020B0500000000000000" pitchFamily="34" charset="-122"/>
              </a:rPr>
              <a:t>(</a:t>
            </a:r>
            <a:r>
              <a:rPr lang="en-US" altLang="zh-CN" sz="1600" spc="120" dirty="0" err="1">
                <a:latin typeface="思源黑体 CN Regular" panose="020B0500000000000000" pitchFamily="34" charset="-122"/>
                <a:ea typeface="思源黑体 CN Regular" panose="020B0500000000000000" pitchFamily="34" charset="-122"/>
              </a:rPr>
              <a:t>x+dx_n</a:t>
            </a:r>
            <a:r>
              <a:rPr lang="en-US" altLang="zh-CN" sz="1600" spc="120" dirty="0">
                <a:latin typeface="思源黑体 CN Regular" panose="020B0500000000000000" pitchFamily="34" charset="-122"/>
                <a:ea typeface="思源黑体 CN Regular" panose="020B0500000000000000" pitchFamily="34" charset="-122"/>
              </a:rPr>
              <a:t>, </a:t>
            </a:r>
            <a:r>
              <a:rPr lang="en-US" altLang="zh-CN" sz="1600" spc="120" dirty="0" err="1">
                <a:latin typeface="思源黑体 CN Regular" panose="020B0500000000000000" pitchFamily="34" charset="-122"/>
                <a:ea typeface="思源黑体 CN Regular" panose="020B0500000000000000" pitchFamily="34" charset="-122"/>
              </a:rPr>
              <a:t>y+dy_n</a:t>
            </a:r>
            <a:r>
              <a:rPr lang="en-US" altLang="zh-CN" sz="1600" spc="120" dirty="0">
                <a:latin typeface="思源黑体 CN Regular" panose="020B0500000000000000" pitchFamily="34" charset="-122"/>
                <a:ea typeface="思源黑体 CN Regular" panose="020B0500000000000000" pitchFamily="34" charset="-122"/>
              </a:rPr>
              <a:t>) </a:t>
            </a:r>
            <a:r>
              <a:rPr lang="zh-CN" altLang="en-US" sz="1600" spc="120" dirty="0">
                <a:latin typeface="思源黑体 CN Regular" panose="020B0500000000000000" pitchFamily="34" charset="-122"/>
                <a:ea typeface="思源黑体 CN Regular" panose="020B0500000000000000" pitchFamily="34" charset="-122"/>
              </a:rPr>
              <a:t>越界，则 </a:t>
            </a:r>
            <a:r>
              <a:rPr lang="en-US" altLang="zh-CN" sz="1600" spc="120" dirty="0">
                <a:latin typeface="思源黑体 CN Regular" panose="020B0500000000000000" pitchFamily="34" charset="-122"/>
                <a:ea typeface="思源黑体 CN Regular" panose="020B0500000000000000" pitchFamily="34" charset="-122"/>
              </a:rPr>
              <a:t>continue</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20: </a:t>
            </a:r>
            <a:r>
              <a:rPr lang="en-US" altLang="zh-CN" sz="1600" spc="120" dirty="0" err="1">
                <a:latin typeface="思源黑体 CN Regular" panose="020B0500000000000000" pitchFamily="34" charset="-122"/>
                <a:ea typeface="思源黑体 CN Regular" panose="020B0500000000000000" pitchFamily="34" charset="-122"/>
              </a:rPr>
              <a:t>I_neighbor</a:t>
            </a:r>
            <a:r>
              <a:rPr lang="en-US" altLang="zh-CN" sz="1600" spc="120" dirty="0">
                <a:latin typeface="思源黑体 CN Regular" panose="020B0500000000000000" pitchFamily="34" charset="-122"/>
                <a:ea typeface="思源黑体 CN Regular" panose="020B0500000000000000" pitchFamily="34" charset="-122"/>
              </a:rPr>
              <a:t> = I[</a:t>
            </a:r>
            <a:r>
              <a:rPr lang="en-US" altLang="zh-CN" sz="1600" spc="120" dirty="0" err="1">
                <a:latin typeface="思源黑体 CN Regular" panose="020B0500000000000000" pitchFamily="34" charset="-122"/>
                <a:ea typeface="思源黑体 CN Regular" panose="020B0500000000000000" pitchFamily="34" charset="-122"/>
              </a:rPr>
              <a:t>x+dx_n</a:t>
            </a:r>
            <a:r>
              <a:rPr lang="en-US" altLang="zh-CN" sz="1600" spc="120" dirty="0">
                <a:latin typeface="思源黑体 CN Regular" panose="020B0500000000000000" pitchFamily="34" charset="-122"/>
                <a:ea typeface="思源黑体 CN Regular" panose="020B0500000000000000" pitchFamily="34" charset="-122"/>
              </a:rPr>
              <a:t>, </a:t>
            </a:r>
            <a:r>
              <a:rPr lang="en-US" altLang="zh-CN" sz="1600" spc="120" dirty="0" err="1">
                <a:latin typeface="思源黑体 CN Regular" panose="020B0500000000000000" pitchFamily="34" charset="-122"/>
                <a:ea typeface="思源黑体 CN Regular" panose="020B0500000000000000" pitchFamily="34" charset="-122"/>
              </a:rPr>
              <a:t>y+dy_n</a:t>
            </a:r>
            <a:r>
              <a:rPr lang="en-US" altLang="zh-CN" sz="1600" spc="120" dirty="0">
                <a:latin typeface="思源黑体 CN Regular" panose="020B0500000000000000" pitchFamily="34" charset="-122"/>
                <a:ea typeface="思源黑体 CN Regular" panose="020B0500000000000000" pitchFamily="34" charset="-122"/>
              </a:rPr>
              <a:t>] // </a:t>
            </a:r>
            <a:r>
              <a:rPr lang="zh-CN" altLang="en-US" sz="1600" spc="120" dirty="0">
                <a:latin typeface="思源黑体 CN Regular" panose="020B0500000000000000" pitchFamily="34" charset="-122"/>
                <a:ea typeface="思源黑体 CN Regular" panose="020B0500000000000000" pitchFamily="34" charset="-122"/>
              </a:rPr>
              <a:t>邻域像素灰度值</a:t>
            </a:r>
            <a:endParaRPr lang="en-US" altLang="zh-CN" sz="16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23: // a. </a:t>
            </a:r>
            <a:r>
              <a:rPr lang="zh-CN" altLang="en-US" sz="1600" spc="120" dirty="0">
                <a:latin typeface="思源黑体 CN Regular" panose="020B0500000000000000" pitchFamily="34" charset="-122"/>
                <a:ea typeface="思源黑体 CN Regular" panose="020B0500000000000000" pitchFamily="34" charset="-122"/>
              </a:rPr>
              <a:t>获取空间权重 </a:t>
            </a:r>
            <a:r>
              <a:rPr lang="en-US" altLang="zh-CN" sz="1600" spc="120" dirty="0">
                <a:latin typeface="思源黑体 CN Regular" panose="020B0500000000000000" pitchFamily="34" charset="-122"/>
                <a:ea typeface="思源黑体 CN Regular" panose="020B0500000000000000" pitchFamily="34" charset="-122"/>
              </a:rPr>
              <a:t>(Domain Weight)</a:t>
            </a:r>
            <a:r>
              <a:rPr lang="zh-CN" altLang="en-US" sz="1600" spc="120" dirty="0">
                <a:latin typeface="思源黑体 CN Regular" panose="020B0500000000000000" pitchFamily="34" charset="-122"/>
                <a:ea typeface="思源黑体 CN Regular" panose="020B0500000000000000" pitchFamily="34" charset="-122"/>
              </a:rPr>
              <a:t>：只看距离，不看颜色</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24: </a:t>
            </a:r>
            <a:r>
              <a:rPr lang="en-US" altLang="zh-CN" sz="1600" spc="120" dirty="0" err="1">
                <a:latin typeface="思源黑体 CN Regular" panose="020B0500000000000000" pitchFamily="34" charset="-122"/>
                <a:ea typeface="思源黑体 CN Regular" panose="020B0500000000000000" pitchFamily="34" charset="-122"/>
              </a:rPr>
              <a:t>W_space</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G_space</a:t>
            </a:r>
            <a:r>
              <a:rPr lang="en-US" altLang="zh-CN" sz="1600" spc="120" dirty="0">
                <a:latin typeface="思源黑体 CN Regular" panose="020B0500000000000000" pitchFamily="34" charset="-122"/>
                <a:ea typeface="思源黑体 CN Regular" panose="020B0500000000000000" pitchFamily="34" charset="-122"/>
              </a:rPr>
              <a:t>[</a:t>
            </a:r>
            <a:r>
              <a:rPr lang="en-US" altLang="zh-CN" sz="1600" spc="120" dirty="0" err="1">
                <a:latin typeface="思源黑体 CN Regular" panose="020B0500000000000000" pitchFamily="34" charset="-122"/>
                <a:ea typeface="思源黑体 CN Regular" panose="020B0500000000000000" pitchFamily="34" charset="-122"/>
              </a:rPr>
              <a:t>dx_n</a:t>
            </a:r>
            <a:r>
              <a:rPr lang="en-US" altLang="zh-CN" sz="1600" spc="120" dirty="0">
                <a:latin typeface="思源黑体 CN Regular" panose="020B0500000000000000" pitchFamily="34" charset="-122"/>
                <a:ea typeface="思源黑体 CN Regular" panose="020B0500000000000000" pitchFamily="34" charset="-122"/>
              </a:rPr>
              <a:t>, </a:t>
            </a:r>
            <a:r>
              <a:rPr lang="en-US" altLang="zh-CN" sz="1600" spc="120" dirty="0" err="1">
                <a:latin typeface="思源黑体 CN Regular" panose="020B0500000000000000" pitchFamily="34" charset="-122"/>
                <a:ea typeface="思源黑体 CN Regular" panose="020B0500000000000000" pitchFamily="34" charset="-122"/>
              </a:rPr>
              <a:t>dy_n</a:t>
            </a:r>
            <a:r>
              <a:rPr lang="en-US" altLang="zh-CN" sz="1600" spc="120" dirty="0">
                <a:latin typeface="思源黑体 CN Regular" panose="020B0500000000000000" pitchFamily="34" charset="-122"/>
                <a:ea typeface="思源黑体 CN Regular" panose="020B0500000000000000" pitchFamily="34" charset="-122"/>
              </a:rPr>
              <a:t>]</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26: // b. </a:t>
            </a:r>
            <a:r>
              <a:rPr lang="zh-CN" altLang="en-US" sz="1600" spc="120" dirty="0">
                <a:latin typeface="思源黑体 CN Regular" panose="020B0500000000000000" pitchFamily="34" charset="-122"/>
                <a:ea typeface="思源黑体 CN Regular" panose="020B0500000000000000" pitchFamily="34" charset="-122"/>
              </a:rPr>
              <a:t>计算值域权重 </a:t>
            </a:r>
            <a:r>
              <a:rPr lang="en-US" altLang="zh-CN" sz="1600" spc="120" dirty="0">
                <a:latin typeface="思源黑体 CN Regular" panose="020B0500000000000000" pitchFamily="34" charset="-122"/>
                <a:ea typeface="思源黑体 CN Regular" panose="020B0500000000000000" pitchFamily="34" charset="-122"/>
              </a:rPr>
              <a:t>(Range Weight)</a:t>
            </a:r>
            <a:r>
              <a:rPr lang="zh-CN" altLang="en-US" sz="1600" spc="120" dirty="0">
                <a:latin typeface="思源黑体 CN Regular" panose="020B0500000000000000" pitchFamily="34" charset="-122"/>
                <a:ea typeface="思源黑体 CN Regular" panose="020B0500000000000000" pitchFamily="34" charset="-122"/>
              </a:rPr>
              <a:t>：只看颜色差，不看距离</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27: // </a:t>
            </a:r>
            <a:r>
              <a:rPr lang="zh-CN" altLang="en-US" sz="1600" spc="120" dirty="0">
                <a:latin typeface="思源黑体 CN Regular" panose="020B0500000000000000" pitchFamily="34" charset="-122"/>
                <a:ea typeface="思源黑体 CN Regular" panose="020B0500000000000000" pitchFamily="34" charset="-122"/>
              </a:rPr>
              <a:t>对颜色差异大的像素（边缘）给予低权重，从而保留边缘</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28: Diff = </a:t>
            </a:r>
            <a:r>
              <a:rPr lang="en-US" altLang="zh-CN" sz="1600" spc="120" dirty="0" err="1">
                <a:latin typeface="思源黑体 CN Regular" panose="020B0500000000000000" pitchFamily="34" charset="-122"/>
                <a:ea typeface="思源黑体 CN Regular" panose="020B0500000000000000" pitchFamily="34" charset="-122"/>
              </a:rPr>
              <a:t>I_neighbor</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I_center</a:t>
            </a:r>
            <a:endParaRPr lang="en-US" altLang="zh-CN" sz="16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29: </a:t>
            </a:r>
            <a:r>
              <a:rPr lang="en-US" altLang="zh-CN" sz="1600" spc="120" dirty="0" err="1">
                <a:latin typeface="思源黑体 CN Regular" panose="020B0500000000000000" pitchFamily="34" charset="-122"/>
                <a:ea typeface="思源黑体 CN Regular" panose="020B0500000000000000" pitchFamily="34" charset="-122"/>
              </a:rPr>
              <a:t>W_range</a:t>
            </a:r>
            <a:r>
              <a:rPr lang="en-US" altLang="zh-CN" sz="1600" spc="120" dirty="0">
                <a:latin typeface="思源黑体 CN Regular" panose="020B0500000000000000" pitchFamily="34" charset="-122"/>
                <a:ea typeface="思源黑体 CN Regular" panose="020B0500000000000000" pitchFamily="34" charset="-122"/>
              </a:rPr>
              <a:t> = exp(-Diff^2 / (2 * </a:t>
            </a:r>
            <a:r>
              <a:rPr lang="el-GR" altLang="zh-CN" sz="1600" spc="120" dirty="0">
                <a:latin typeface="思源黑体 CN Regular" panose="020B0500000000000000" pitchFamily="34" charset="-122"/>
                <a:ea typeface="思源黑体 CN Regular" panose="020B0500000000000000" pitchFamily="34" charset="-122"/>
              </a:rPr>
              <a:t>σ_</a:t>
            </a:r>
            <a:r>
              <a:rPr lang="en-US" altLang="zh-CN" sz="1600" spc="120" dirty="0">
                <a:latin typeface="思源黑体 CN Regular" panose="020B0500000000000000" pitchFamily="34" charset="-122"/>
                <a:ea typeface="思源黑体 CN Regular" panose="020B0500000000000000" pitchFamily="34" charset="-122"/>
              </a:rPr>
              <a:t>r^2))</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31: // c. </a:t>
            </a:r>
            <a:r>
              <a:rPr lang="zh-CN" altLang="en-US" sz="1600" spc="120" dirty="0">
                <a:latin typeface="思源黑体 CN Regular" panose="020B0500000000000000" pitchFamily="34" charset="-122"/>
                <a:ea typeface="思源黑体 CN Regular" panose="020B0500000000000000" pitchFamily="34" charset="-122"/>
              </a:rPr>
              <a:t>计算总权重并累加</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32: </a:t>
            </a:r>
            <a:r>
              <a:rPr lang="en-US" altLang="zh-CN" sz="1600" spc="120" dirty="0" err="1">
                <a:latin typeface="思源黑体 CN Regular" panose="020B0500000000000000" pitchFamily="34" charset="-122"/>
                <a:ea typeface="思源黑体 CN Regular" panose="020B0500000000000000" pitchFamily="34" charset="-122"/>
              </a:rPr>
              <a:t>W_total</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W_space</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W_range</a:t>
            </a:r>
            <a:endParaRPr lang="en-US" altLang="zh-CN" sz="16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33: </a:t>
            </a:r>
            <a:r>
              <a:rPr lang="en-US" altLang="zh-CN" sz="1600" spc="120" dirty="0" err="1">
                <a:latin typeface="思源黑体 CN Regular" panose="020B0500000000000000" pitchFamily="34" charset="-122"/>
                <a:ea typeface="思源黑体 CN Regular" panose="020B0500000000000000" pitchFamily="34" charset="-122"/>
              </a:rPr>
              <a:t>Sum_W</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Sum_W</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W_total</a:t>
            </a:r>
            <a:endParaRPr lang="en-US" altLang="zh-CN" sz="16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34: </a:t>
            </a:r>
            <a:r>
              <a:rPr lang="en-US" altLang="zh-CN" sz="1600" spc="120" dirty="0" err="1">
                <a:latin typeface="思源黑体 CN Regular" panose="020B0500000000000000" pitchFamily="34" charset="-122"/>
                <a:ea typeface="思源黑体 CN Regular" panose="020B0500000000000000" pitchFamily="34" charset="-122"/>
              </a:rPr>
              <a:t>Sum_Pix</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Sum_Pix</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W_total</a:t>
            </a:r>
            <a:r>
              <a:rPr lang="en-US" altLang="zh-CN" sz="1600" spc="120" dirty="0">
                <a:latin typeface="思源黑体 CN Regular" panose="020B0500000000000000" pitchFamily="34" charset="-122"/>
                <a:ea typeface="思源黑体 CN Regular" panose="020B0500000000000000" pitchFamily="34" charset="-122"/>
              </a:rPr>
              <a:t> × </a:t>
            </a:r>
            <a:r>
              <a:rPr lang="en-US" altLang="zh-CN" sz="1600" spc="120" dirty="0" err="1">
                <a:latin typeface="思源黑体 CN Regular" panose="020B0500000000000000" pitchFamily="34" charset="-122"/>
                <a:ea typeface="思源黑体 CN Regular" panose="020B0500000000000000" pitchFamily="34" charset="-122"/>
              </a:rPr>
              <a:t>I_neighbor</a:t>
            </a:r>
            <a:r>
              <a:rPr lang="en-US" altLang="zh-CN" sz="1600" spc="120" dirty="0">
                <a:latin typeface="思源黑体 CN Regular" panose="020B0500000000000000" pitchFamily="34" charset="-122"/>
                <a:ea typeface="思源黑体 CN Regular" panose="020B0500000000000000" pitchFamily="34" charset="-122"/>
              </a:rPr>
              <a:t>)</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35: end for</a:t>
            </a:r>
          </a:p>
          <a:p>
            <a:pPr indent="720000">
              <a:lnSpc>
                <a:spcPct val="130000"/>
              </a:lnSpc>
            </a:pPr>
            <a:r>
              <a:rPr lang="en-US" altLang="zh-CN" sz="1600" spc="120" dirty="0">
                <a:latin typeface="思源黑体 CN Regular" panose="020B0500000000000000" pitchFamily="34" charset="-122"/>
                <a:ea typeface="思源黑体 CN Regular" panose="020B0500000000000000" pitchFamily="34" charset="-122"/>
              </a:rPr>
              <a:t>36: end for</a:t>
            </a:r>
            <a:endParaRPr lang="zh-CN" altLang="en-US" sz="16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392C021A-B108-0A02-121F-BBE0F486FD0C}"/>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D457F15B-B596-8409-54AD-A0D2AEB70236}"/>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zh-CN" altLang="en-US" dirty="0">
                <a:solidFill>
                  <a:srgbClr val="891D86"/>
                </a:solidFill>
              </a:rPr>
              <a:t>双边滤波</a:t>
            </a:r>
            <a:endParaRPr lang="zh-CN" altLang="en-US" dirty="0"/>
          </a:p>
        </p:txBody>
      </p:sp>
    </p:spTree>
    <p:extLst>
      <p:ext uri="{BB962C8B-B14F-4D97-AF65-F5344CB8AC3E}">
        <p14:creationId xmlns:p14="http://schemas.microsoft.com/office/powerpoint/2010/main" val="24260879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F5DF50-E5FB-50C2-9D90-2AB87915134B}"/>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7F6DACAC-10E5-2339-7112-0C60A085125D}"/>
              </a:ext>
            </a:extLst>
          </p:cNvPr>
          <p:cNvSpPr txBox="1"/>
          <p:nvPr/>
        </p:nvSpPr>
        <p:spPr>
          <a:xfrm>
            <a:off x="934662" y="1326214"/>
            <a:ext cx="9988261" cy="4524315"/>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由于车间光照不均导致图片暗部细节不清晰的问题，本系统使用了</a:t>
            </a:r>
            <a:r>
              <a:rPr lang="en-US" altLang="zh-CN" sz="2400" spc="120" dirty="0" err="1">
                <a:latin typeface="思源黑体 CN Regular" panose="020B0500000000000000" pitchFamily="34" charset="-122"/>
                <a:ea typeface="思源黑体 CN Regular" panose="020B0500000000000000" pitchFamily="34" charset="-122"/>
              </a:rPr>
              <a:t>Retinex</a:t>
            </a:r>
            <a:r>
              <a:rPr lang="zh-CN" altLang="en-US" sz="2400" spc="120" dirty="0">
                <a:latin typeface="思源黑体 CN Regular" panose="020B0500000000000000" pitchFamily="34" charset="-122"/>
                <a:ea typeface="思源黑体 CN Regular" panose="020B0500000000000000" pitchFamily="34" charset="-122"/>
              </a:rPr>
              <a:t>算法来增强图像亮度并恢复细节。</a:t>
            </a:r>
          </a:p>
          <a:p>
            <a:r>
              <a:rPr lang="zh-CN" altLang="en-US" sz="2400" spc="120" dirty="0">
                <a:latin typeface="思源黑体 CN Regular" panose="020B0500000000000000" pitchFamily="34" charset="-122"/>
                <a:ea typeface="思源黑体 CN Regular" panose="020B0500000000000000" pitchFamily="34" charset="-122"/>
              </a:rPr>
              <a:t>    </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光照估计（求均值）：利用积分图极速（</a:t>
            </a:r>
            <a:r>
              <a:rPr lang="en-US" altLang="zh-CN" sz="2400" spc="120" dirty="0">
                <a:latin typeface="思源黑体 CN Regular" panose="020B0500000000000000" pitchFamily="34" charset="-122"/>
                <a:ea typeface="思源黑体 CN Regular" panose="020B0500000000000000" pitchFamily="34" charset="-122"/>
              </a:rPr>
              <a:t>O(1) </a:t>
            </a:r>
            <a:r>
              <a:rPr lang="zh-CN" altLang="en-US" sz="2400" spc="120" dirty="0">
                <a:latin typeface="思源黑体 CN Regular" panose="020B0500000000000000" pitchFamily="34" charset="-122"/>
                <a:ea typeface="思源黑体 CN Regular" panose="020B0500000000000000" pitchFamily="34" charset="-122"/>
              </a:rPr>
              <a:t>时间复杂度）计算局部区域的平均亮度，以此作为当前像素的“环境光照”。</a:t>
            </a:r>
          </a:p>
          <a:p>
            <a:r>
              <a:rPr lang="zh-CN" altLang="en-US" sz="2400" spc="120" dirty="0">
                <a:latin typeface="思源黑体 CN Regular" panose="020B0500000000000000" pitchFamily="34" charset="-122"/>
                <a:ea typeface="思源黑体 CN Regular" panose="020B0500000000000000" pitchFamily="34" charset="-122"/>
              </a:rPr>
              <a:t>    </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反射分离（对数相减）：根据物理模型（观测图像 </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环境光照 </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物体反射率），在对数域中用“原像素值”减去“环境估算光照”（等价于两者相除），直接剥离光线明暗的干扰。</a:t>
            </a:r>
          </a:p>
          <a:p>
            <a:r>
              <a:rPr lang="zh-CN" altLang="en-US" sz="2400" spc="120" dirty="0">
                <a:latin typeface="思源黑体 CN Regular" panose="020B0500000000000000" pitchFamily="34" charset="-122"/>
                <a:ea typeface="思源黑体 CN Regular" panose="020B0500000000000000" pitchFamily="34" charset="-122"/>
              </a:rPr>
              <a:t>    </a:t>
            </a:r>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对比度拉伸（归一化）：将提取出的反射特征线性映射回 </a:t>
            </a:r>
            <a:r>
              <a:rPr lang="en-US" altLang="zh-CN" sz="2400" spc="120" dirty="0">
                <a:latin typeface="思源黑体 CN Regular" panose="020B0500000000000000" pitchFamily="34" charset="-122"/>
                <a:ea typeface="思源黑体 CN Regular" panose="020B0500000000000000" pitchFamily="34" charset="-122"/>
              </a:rPr>
              <a:t>0~255 </a:t>
            </a:r>
            <a:r>
              <a:rPr lang="zh-CN" altLang="en-US" sz="2400" spc="120" dirty="0">
                <a:latin typeface="思源黑体 CN Regular" panose="020B0500000000000000" pitchFamily="34" charset="-122"/>
                <a:ea typeface="思源黑体 CN Regular" panose="020B0500000000000000" pitchFamily="34" charset="-122"/>
              </a:rPr>
              <a:t>的可视像素区间。</a:t>
            </a:r>
          </a:p>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计算局部的平均亮度当作“环境光”，在对数空间里把环境光从原图中“减掉”，从而像人眼视觉系统一样，无论在阴影还是逆光下都能看清物体的真实细节。</a:t>
            </a:r>
          </a:p>
        </p:txBody>
      </p:sp>
      <p:sp>
        <p:nvSpPr>
          <p:cNvPr id="80" name="半闭框 79">
            <a:extLst>
              <a:ext uri="{FF2B5EF4-FFF2-40B4-BE49-F238E27FC236}">
                <a16:creationId xmlns:a16="http://schemas.microsoft.com/office/drawing/2014/main" id="{FB09A9D5-5408-516C-0D19-468A8B555339}"/>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392CD43A-45AD-301D-6FB6-87DF21F386D5}"/>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en-US" altLang="zh-CN" dirty="0" err="1">
                <a:solidFill>
                  <a:srgbClr val="891D86"/>
                </a:solidFill>
              </a:rPr>
              <a:t>Retinex</a:t>
            </a:r>
            <a:r>
              <a:rPr lang="zh-CN" altLang="en-US" dirty="0">
                <a:solidFill>
                  <a:srgbClr val="891D86"/>
                </a:solidFill>
              </a:rPr>
              <a:t>增强</a:t>
            </a:r>
            <a:endParaRPr lang="zh-CN" altLang="en-US" dirty="0"/>
          </a:p>
        </p:txBody>
      </p:sp>
    </p:spTree>
    <p:extLst>
      <p:ext uri="{BB962C8B-B14F-4D97-AF65-F5344CB8AC3E}">
        <p14:creationId xmlns:p14="http://schemas.microsoft.com/office/powerpoint/2010/main" val="27281326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C9AA1FA-7989-6B7E-2296-88EA8F84CFDC}"/>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809FE7B4-0136-0A40-2BFE-699D8C0E3792}"/>
              </a:ext>
            </a:extLst>
          </p:cNvPr>
          <p:cNvSpPr txBox="1"/>
          <p:nvPr/>
        </p:nvSpPr>
        <p:spPr>
          <a:xfrm>
            <a:off x="485775" y="1010330"/>
            <a:ext cx="9988261" cy="461665"/>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	</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DA55702F-DEC3-5484-B481-32D5FAE0E502}"/>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06BFEB7D-6857-833A-4801-156540FE9389}"/>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en-US" altLang="zh-CN" dirty="0" err="1">
                <a:solidFill>
                  <a:srgbClr val="891D86"/>
                </a:solidFill>
              </a:rPr>
              <a:t>Retinex</a:t>
            </a:r>
            <a:r>
              <a:rPr lang="zh-CN" altLang="en-US" dirty="0">
                <a:solidFill>
                  <a:srgbClr val="891D86"/>
                </a:solidFill>
              </a:rPr>
              <a:t>增强</a:t>
            </a:r>
            <a:endParaRPr lang="zh-CN" altLang="en-US" dirty="0"/>
          </a:p>
        </p:txBody>
      </p:sp>
      <p:pic>
        <p:nvPicPr>
          <p:cNvPr id="6" name="图片 5">
            <a:extLst>
              <a:ext uri="{FF2B5EF4-FFF2-40B4-BE49-F238E27FC236}">
                <a16:creationId xmlns:a16="http://schemas.microsoft.com/office/drawing/2014/main" id="{7D681A91-3DA4-0DB0-1C6B-D1ADF29F950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301" y="1059794"/>
            <a:ext cx="4259580" cy="4843274"/>
          </a:xfrm>
          <a:prstGeom prst="rect">
            <a:avLst/>
          </a:prstGeom>
        </p:spPr>
      </p:pic>
      <p:pic>
        <p:nvPicPr>
          <p:cNvPr id="8" name="图片 7">
            <a:extLst>
              <a:ext uri="{FF2B5EF4-FFF2-40B4-BE49-F238E27FC236}">
                <a16:creationId xmlns:a16="http://schemas.microsoft.com/office/drawing/2014/main" id="{070F1B7E-B1F5-104A-5529-1ED169968FA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79906" y="1059794"/>
            <a:ext cx="4259580" cy="4843274"/>
          </a:xfrm>
          <a:prstGeom prst="rect">
            <a:avLst/>
          </a:prstGeom>
        </p:spPr>
      </p:pic>
    </p:spTree>
    <p:extLst>
      <p:ext uri="{BB962C8B-B14F-4D97-AF65-F5344CB8AC3E}">
        <p14:creationId xmlns:p14="http://schemas.microsoft.com/office/powerpoint/2010/main" val="27917671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EEACD32-B524-0C4C-F608-BA0B4FAD486A}"/>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F06C003A-2761-9BCA-6E2D-9C9C76B3B3CB}"/>
              </a:ext>
            </a:extLst>
          </p:cNvPr>
          <p:cNvSpPr txBox="1"/>
          <p:nvPr/>
        </p:nvSpPr>
        <p:spPr>
          <a:xfrm>
            <a:off x="868160" y="1425966"/>
            <a:ext cx="9988261" cy="4524315"/>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本模块采用了多尺度图像金字塔结构，通过一种“由粗到精”的搜索方式来节省计算时间。</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程序首先利用下采样方法，生成了包含三层分辨率的图像金字塔：即原始大小的原图（</a:t>
            </a:r>
            <a:r>
              <a:rPr lang="en-US" altLang="zh-CN" sz="2400" spc="120" dirty="0">
                <a:latin typeface="思源黑体 CN Regular" panose="020B0500000000000000" pitchFamily="34" charset="-122"/>
                <a:ea typeface="思源黑体 CN Regular" panose="020B0500000000000000" pitchFamily="34" charset="-122"/>
              </a:rPr>
              <a:t>L0</a:t>
            </a:r>
            <a:r>
              <a:rPr lang="zh-CN" altLang="en-US" sz="2400" spc="120" dirty="0">
                <a:latin typeface="思源黑体 CN Regular" panose="020B0500000000000000" pitchFamily="34" charset="-122"/>
                <a:ea typeface="思源黑体 CN Regular" panose="020B0500000000000000" pitchFamily="34" charset="-122"/>
              </a:rPr>
              <a:t>）、长宽缩小一半的图像（</a:t>
            </a:r>
            <a:r>
              <a:rPr lang="en-US" altLang="zh-CN" sz="2400" spc="120" dirty="0">
                <a:latin typeface="思源黑体 CN Regular" panose="020B0500000000000000" pitchFamily="34" charset="-122"/>
                <a:ea typeface="思源黑体 CN Regular" panose="020B0500000000000000" pitchFamily="34" charset="-122"/>
              </a:rPr>
              <a:t>L1</a:t>
            </a:r>
            <a:r>
              <a:rPr lang="zh-CN" altLang="en-US" sz="2400" spc="120" dirty="0">
                <a:latin typeface="思源黑体 CN Regular" panose="020B0500000000000000" pitchFamily="34" charset="-122"/>
                <a:ea typeface="思源黑体 CN Regular" panose="020B0500000000000000" pitchFamily="34" charset="-122"/>
              </a:rPr>
              <a:t>）以及长宽缩小至四分之一的图像（</a:t>
            </a:r>
            <a:r>
              <a:rPr lang="en-US" altLang="zh-CN" sz="2400" spc="120" dirty="0">
                <a:latin typeface="思源黑体 CN Regular" panose="020B0500000000000000" pitchFamily="34" charset="-122"/>
                <a:ea typeface="思源黑体 CN Regular" panose="020B0500000000000000" pitchFamily="34" charset="-122"/>
              </a:rPr>
              <a:t>L2</a:t>
            </a:r>
            <a:r>
              <a:rPr lang="zh-CN" altLang="en-US" sz="2400" spc="120" dirty="0">
                <a:latin typeface="思源黑体 CN Regular" panose="020B0500000000000000" pitchFamily="34" charset="-122"/>
                <a:ea typeface="思源黑体 CN Regular" panose="020B0500000000000000" pitchFamily="34" charset="-122"/>
              </a:rPr>
              <a:t>）。</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得到粗略位置后，程序就开始逐层向下进行坐标映射和位置微调。把上一层找出的坐标位置乘以相应的缩放比例，换算到下一层图像里。然后，以这个映射过来的新坐标为中心，在一个较小的局部范围内再次进行模板匹配。</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这个向下投影并局部搜索的过程会一直重复，直到回到最底层的 </a:t>
            </a:r>
            <a:r>
              <a:rPr lang="en-US" altLang="zh-CN" sz="2400" spc="120" dirty="0">
                <a:latin typeface="思源黑体 CN Regular" panose="020B0500000000000000" pitchFamily="34" charset="-122"/>
                <a:ea typeface="思源黑体 CN Regular" panose="020B0500000000000000" pitchFamily="34" charset="-122"/>
              </a:rPr>
              <a:t>L0 </a:t>
            </a:r>
            <a:r>
              <a:rPr lang="zh-CN" altLang="en-US" sz="2400" spc="120" dirty="0">
                <a:latin typeface="思源黑体 CN Regular" panose="020B0500000000000000" pitchFamily="34" charset="-122"/>
                <a:ea typeface="思源黑体 CN Regular" panose="020B0500000000000000" pitchFamily="34" charset="-122"/>
              </a:rPr>
              <a:t>原始图像，从而得到目标精确坐标。</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A24CDA05-244E-D613-9C60-B10A7DB5926B}"/>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F8AA0835-5A51-C36C-A525-ECA0FC434321}"/>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zh-CN" altLang="en-US" dirty="0">
                <a:solidFill>
                  <a:srgbClr val="891D86"/>
                </a:solidFill>
              </a:rPr>
              <a:t>图像金字塔</a:t>
            </a:r>
            <a:endParaRPr lang="zh-CN" altLang="en-US" dirty="0"/>
          </a:p>
        </p:txBody>
      </p:sp>
    </p:spTree>
    <p:extLst>
      <p:ext uri="{BB962C8B-B14F-4D97-AF65-F5344CB8AC3E}">
        <p14:creationId xmlns:p14="http://schemas.microsoft.com/office/powerpoint/2010/main" val="1334997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4BA8EE-B3A2-386B-2C7A-66FF8899CE10}"/>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84F7F03C-FCD7-76D3-155E-986EE42F9CC5}"/>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F30547D1-91C0-4E91-A4AB-5D75731E4DE1}"/>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zh-CN" altLang="en-US" dirty="0">
                <a:solidFill>
                  <a:srgbClr val="891D86"/>
                </a:solidFill>
              </a:rPr>
              <a:t>图像金字塔</a:t>
            </a:r>
            <a:endParaRPr lang="zh-CN" altLang="en-US" dirty="0"/>
          </a:p>
        </p:txBody>
      </p:sp>
      <p:pic>
        <p:nvPicPr>
          <p:cNvPr id="4" name="图片 3">
            <a:extLst>
              <a:ext uri="{FF2B5EF4-FFF2-40B4-BE49-F238E27FC236}">
                <a16:creationId xmlns:a16="http://schemas.microsoft.com/office/drawing/2014/main" id="{11036C61-8459-8C68-F146-6CD1B8F2DC5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232030" y="1284625"/>
            <a:ext cx="7543737" cy="4612506"/>
          </a:xfrm>
          <a:prstGeom prst="rect">
            <a:avLst/>
          </a:prstGeom>
        </p:spPr>
      </p:pic>
    </p:spTree>
    <p:extLst>
      <p:ext uri="{BB962C8B-B14F-4D97-AF65-F5344CB8AC3E}">
        <p14:creationId xmlns:p14="http://schemas.microsoft.com/office/powerpoint/2010/main" val="37818423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46FAB7-9FB4-FE2D-5DD5-3D2CDAE37B6C}"/>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38D14FA8-17D1-2947-13EA-5A413EC6ADC4}"/>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99300AAE-7539-09BA-863F-F6C369D526EC}"/>
              </a:ext>
            </a:extLst>
          </p:cNvPr>
          <p:cNvSpPr>
            <a:spLocks noGrp="1"/>
          </p:cNvSpPr>
          <p:nvPr>
            <p:ph type="title"/>
          </p:nvPr>
        </p:nvSpPr>
        <p:spPr>
          <a:xfrm>
            <a:off x="485774" y="366907"/>
            <a:ext cx="5610225" cy="672105"/>
          </a:xfrm>
        </p:spPr>
        <p:txBody>
          <a:bodyPr/>
          <a:lstStyle/>
          <a:p>
            <a:r>
              <a:rPr lang="en-US" altLang="zh-CN" dirty="0">
                <a:solidFill>
                  <a:srgbClr val="891D86"/>
                </a:solidFill>
              </a:rPr>
              <a:t>5.2</a:t>
            </a:r>
            <a:r>
              <a:rPr lang="zh-CN" altLang="en-US" dirty="0">
                <a:solidFill>
                  <a:srgbClr val="891D86"/>
                </a:solidFill>
              </a:rPr>
              <a:t> 模版匹配</a:t>
            </a:r>
            <a:r>
              <a:rPr lang="en-US" altLang="zh-CN" dirty="0">
                <a:solidFill>
                  <a:srgbClr val="891D86"/>
                </a:solidFill>
              </a:rPr>
              <a:t>-</a:t>
            </a:r>
            <a:r>
              <a:rPr lang="zh-CN" altLang="en-US" dirty="0">
                <a:solidFill>
                  <a:srgbClr val="891D86"/>
                </a:solidFill>
              </a:rPr>
              <a:t>图像金字塔</a:t>
            </a:r>
            <a:endParaRPr lang="zh-CN" altLang="en-US" dirty="0"/>
          </a:p>
        </p:txBody>
      </p:sp>
      <p:pic>
        <p:nvPicPr>
          <p:cNvPr id="5" name="图片 4">
            <a:extLst>
              <a:ext uri="{FF2B5EF4-FFF2-40B4-BE49-F238E27FC236}">
                <a16:creationId xmlns:a16="http://schemas.microsoft.com/office/drawing/2014/main" id="{7DB33A61-9BAB-7CD4-A9C5-DE8E582AC2B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5774" y="1039012"/>
            <a:ext cx="4418735" cy="5031502"/>
          </a:xfrm>
          <a:prstGeom prst="rect">
            <a:avLst/>
          </a:prstGeom>
        </p:spPr>
      </p:pic>
      <p:pic>
        <p:nvPicPr>
          <p:cNvPr id="7" name="图片 6">
            <a:extLst>
              <a:ext uri="{FF2B5EF4-FFF2-40B4-BE49-F238E27FC236}">
                <a16:creationId xmlns:a16="http://schemas.microsoft.com/office/drawing/2014/main" id="{FECEF7BF-71C5-FAC8-EC3C-5BE4999499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99110" y="1039012"/>
            <a:ext cx="4418735" cy="4990651"/>
          </a:xfrm>
          <a:prstGeom prst="rect">
            <a:avLst/>
          </a:prstGeom>
        </p:spPr>
      </p:pic>
    </p:spTree>
    <p:extLst>
      <p:ext uri="{BB962C8B-B14F-4D97-AF65-F5344CB8AC3E}">
        <p14:creationId xmlns:p14="http://schemas.microsoft.com/office/powerpoint/2010/main" val="20646204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1BA446-A59D-3A9E-BF8B-EDFD3F58926B}"/>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65161582-4703-9F7A-78B9-04330041B2EA}"/>
              </a:ext>
            </a:extLst>
          </p:cNvPr>
          <p:cNvSpPr txBox="1"/>
          <p:nvPr/>
        </p:nvSpPr>
        <p:spPr>
          <a:xfrm>
            <a:off x="932584" y="1490008"/>
            <a:ext cx="9988261" cy="3785652"/>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大津法（</a:t>
            </a:r>
            <a:r>
              <a:rPr lang="en-US" altLang="zh-CN" sz="2400" spc="120" dirty="0">
                <a:latin typeface="思源黑体 CN Regular" panose="020B0500000000000000" pitchFamily="34" charset="-122"/>
                <a:ea typeface="思源黑体 CN Regular" panose="020B0500000000000000" pitchFamily="34" charset="-122"/>
              </a:rPr>
              <a:t>Otsu</a:t>
            </a:r>
            <a:r>
              <a:rPr lang="zh-CN" altLang="en-US" sz="2400" spc="120" dirty="0">
                <a:latin typeface="思源黑体 CN Regular" panose="020B0500000000000000" pitchFamily="34" charset="-122"/>
                <a:ea typeface="思源黑体 CN Regular" panose="020B0500000000000000" pitchFamily="34" charset="-122"/>
              </a:rPr>
              <a:t>）来自动计算最佳的分割阈值。程序首先会对图像矩阵进行一次完整的遍历，统计 </a:t>
            </a:r>
            <a:r>
              <a:rPr lang="en-US" altLang="zh-CN" sz="2400" spc="120" dirty="0">
                <a:latin typeface="思源黑体 CN Regular" panose="020B0500000000000000" pitchFamily="34" charset="-122"/>
                <a:ea typeface="思源黑体 CN Regular" panose="020B0500000000000000" pitchFamily="34" charset="-122"/>
              </a:rPr>
              <a:t>0 </a:t>
            </a:r>
            <a:r>
              <a:rPr lang="zh-CN" altLang="en-US" sz="2400" spc="120" dirty="0">
                <a:latin typeface="思源黑体 CN Regular" panose="020B0500000000000000" pitchFamily="34" charset="-122"/>
                <a:ea typeface="思源黑体 CN Regular" panose="020B0500000000000000" pitchFamily="34" charset="-122"/>
              </a:rPr>
              <a:t>到 </a:t>
            </a:r>
            <a:r>
              <a:rPr lang="en-US" altLang="zh-CN" sz="2400" spc="120" dirty="0">
                <a:latin typeface="思源黑体 CN Regular" panose="020B0500000000000000" pitchFamily="34" charset="-122"/>
                <a:ea typeface="思源黑体 CN Regular" panose="020B0500000000000000" pitchFamily="34" charset="-122"/>
              </a:rPr>
              <a:t>255 </a:t>
            </a:r>
            <a:r>
              <a:rPr lang="zh-CN" altLang="en-US" sz="2400" spc="120" dirty="0">
                <a:latin typeface="思源黑体 CN Regular" panose="020B0500000000000000" pitchFamily="34" charset="-122"/>
                <a:ea typeface="思源黑体 CN Regular" panose="020B0500000000000000" pitchFamily="34" charset="-122"/>
              </a:rPr>
              <a:t>每个灰度级出现的</a:t>
            </a:r>
          </a:p>
          <a:p>
            <a:r>
              <a:rPr lang="zh-CN" altLang="en-US" sz="2400" spc="120" dirty="0">
                <a:latin typeface="思源黑体 CN Regular" panose="020B0500000000000000" pitchFamily="34" charset="-122"/>
                <a:ea typeface="思源黑体 CN Regular" panose="020B0500000000000000" pitchFamily="34" charset="-122"/>
              </a:rPr>
              <a:t>次数，并计算出相应的概率分布。通过这种生成直方图的预处理方式，后续寻找最佳阈值的过程就不需要反复读取二维图像，而是直接在一个长度为 </a:t>
            </a:r>
            <a:r>
              <a:rPr lang="en-US" altLang="zh-CN" sz="2400" spc="120" dirty="0">
                <a:latin typeface="思源黑体 CN Regular" panose="020B0500000000000000" pitchFamily="34" charset="-122"/>
                <a:ea typeface="思源黑体 CN Regular" panose="020B0500000000000000" pitchFamily="34" charset="-122"/>
              </a:rPr>
              <a:t>256 </a:t>
            </a:r>
            <a:r>
              <a:rPr lang="zh-CN" altLang="en-US" sz="2400" spc="120" dirty="0">
                <a:latin typeface="思源黑体 CN Regular" panose="020B0500000000000000" pitchFamily="34" charset="-122"/>
                <a:ea typeface="思源黑体 CN Regular" panose="020B0500000000000000" pitchFamily="34" charset="-122"/>
              </a:rPr>
              <a:t>的一维数组里进行计算。类间方差公式：</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p>
          <a:p>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p>
          <a:p>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A9021725-7B35-7421-15E9-39BAC089E676}"/>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43304DCB-9F20-C4FD-DB63-123FA9EBA3BB}"/>
              </a:ext>
            </a:extLst>
          </p:cNvPr>
          <p:cNvSpPr>
            <a:spLocks noGrp="1"/>
          </p:cNvSpPr>
          <p:nvPr>
            <p:ph type="title"/>
          </p:nvPr>
        </p:nvSpPr>
        <p:spPr>
          <a:xfrm>
            <a:off x="485774" y="366907"/>
            <a:ext cx="5610225" cy="672105"/>
          </a:xfrm>
        </p:spPr>
        <p:txBody>
          <a:bodyPr/>
          <a:lstStyle/>
          <a:p>
            <a:r>
              <a:rPr lang="en-US" altLang="zh-CN" dirty="0">
                <a:solidFill>
                  <a:srgbClr val="891D86"/>
                </a:solidFill>
              </a:rPr>
              <a:t>5.3</a:t>
            </a:r>
            <a:r>
              <a:rPr lang="zh-CN" altLang="en-US" dirty="0">
                <a:solidFill>
                  <a:srgbClr val="891D86"/>
                </a:solidFill>
              </a:rPr>
              <a:t> 特征提取</a:t>
            </a:r>
            <a:r>
              <a:rPr lang="en-US" altLang="zh-CN" dirty="0">
                <a:solidFill>
                  <a:srgbClr val="891D86"/>
                </a:solidFill>
              </a:rPr>
              <a:t>-</a:t>
            </a:r>
            <a:r>
              <a:rPr lang="zh-CN" altLang="en-US" dirty="0">
                <a:solidFill>
                  <a:srgbClr val="891D86"/>
                </a:solidFill>
              </a:rPr>
              <a:t>阈值分割</a:t>
            </a:r>
            <a:endParaRPr lang="zh-CN" altLang="en-US" dirty="0"/>
          </a:p>
        </p:txBody>
      </p:sp>
      <p:pic>
        <p:nvPicPr>
          <p:cNvPr id="4" name="图片 3">
            <a:extLst>
              <a:ext uri="{FF2B5EF4-FFF2-40B4-BE49-F238E27FC236}">
                <a16:creationId xmlns:a16="http://schemas.microsoft.com/office/drawing/2014/main" id="{7BBD992F-A9DE-C817-5C3D-00F47CB2C153}"/>
              </a:ext>
            </a:extLst>
          </p:cNvPr>
          <p:cNvPicPr>
            <a:picLocks noChangeAspect="1"/>
          </p:cNvPicPr>
          <p:nvPr/>
        </p:nvPicPr>
        <p:blipFill>
          <a:blip r:embed="rId3"/>
          <a:stretch>
            <a:fillRect/>
          </a:stretch>
        </p:blipFill>
        <p:spPr>
          <a:xfrm>
            <a:off x="1997164" y="3928140"/>
            <a:ext cx="7175032" cy="830896"/>
          </a:xfrm>
          <a:prstGeom prst="rect">
            <a:avLst/>
          </a:prstGeom>
        </p:spPr>
      </p:pic>
    </p:spTree>
    <p:extLst>
      <p:ext uri="{BB962C8B-B14F-4D97-AF65-F5344CB8AC3E}">
        <p14:creationId xmlns:p14="http://schemas.microsoft.com/office/powerpoint/2010/main" val="33355205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7AC3328-DD86-382B-AC5F-B3FA83844DBA}"/>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D2338F72-08D9-4C7B-050D-89B56FA91235}"/>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84F85BCE-9A50-2447-01D2-DDD111684CAA}"/>
              </a:ext>
            </a:extLst>
          </p:cNvPr>
          <p:cNvSpPr>
            <a:spLocks noGrp="1"/>
          </p:cNvSpPr>
          <p:nvPr>
            <p:ph type="title"/>
          </p:nvPr>
        </p:nvSpPr>
        <p:spPr>
          <a:xfrm>
            <a:off x="485774" y="366907"/>
            <a:ext cx="5610225" cy="672105"/>
          </a:xfrm>
        </p:spPr>
        <p:txBody>
          <a:bodyPr/>
          <a:lstStyle/>
          <a:p>
            <a:r>
              <a:rPr lang="en-US" altLang="zh-CN" dirty="0">
                <a:solidFill>
                  <a:srgbClr val="891D86"/>
                </a:solidFill>
              </a:rPr>
              <a:t>5.3</a:t>
            </a:r>
            <a:r>
              <a:rPr lang="zh-CN" altLang="en-US" dirty="0">
                <a:solidFill>
                  <a:srgbClr val="891D86"/>
                </a:solidFill>
              </a:rPr>
              <a:t> 特征提取</a:t>
            </a:r>
            <a:r>
              <a:rPr lang="en-US" altLang="zh-CN" dirty="0">
                <a:solidFill>
                  <a:srgbClr val="891D86"/>
                </a:solidFill>
              </a:rPr>
              <a:t>-</a:t>
            </a:r>
            <a:r>
              <a:rPr lang="zh-CN" altLang="en-US" dirty="0">
                <a:solidFill>
                  <a:srgbClr val="891D86"/>
                </a:solidFill>
              </a:rPr>
              <a:t>阈值分割</a:t>
            </a:r>
            <a:endParaRPr lang="zh-CN" altLang="en-US" dirty="0"/>
          </a:p>
        </p:txBody>
      </p:sp>
      <p:pic>
        <p:nvPicPr>
          <p:cNvPr id="4" name="图片 3">
            <a:extLst>
              <a:ext uri="{FF2B5EF4-FFF2-40B4-BE49-F238E27FC236}">
                <a16:creationId xmlns:a16="http://schemas.microsoft.com/office/drawing/2014/main" id="{715D0ACD-D8C6-8AAB-8820-470DDF1B679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6341" y="1039012"/>
            <a:ext cx="4289845" cy="4846399"/>
          </a:xfrm>
          <a:prstGeom prst="rect">
            <a:avLst/>
          </a:prstGeom>
        </p:spPr>
      </p:pic>
      <p:pic>
        <p:nvPicPr>
          <p:cNvPr id="6" name="图片 5">
            <a:extLst>
              <a:ext uri="{FF2B5EF4-FFF2-40B4-BE49-F238E27FC236}">
                <a16:creationId xmlns:a16="http://schemas.microsoft.com/office/drawing/2014/main" id="{57E10F70-093D-A509-3161-8240920AA510}"/>
              </a:ext>
            </a:extLst>
          </p:cNvPr>
          <p:cNvPicPr>
            <a:picLocks noChangeAspect="1"/>
          </p:cNvPicPr>
          <p:nvPr/>
        </p:nvPicPr>
        <p:blipFill>
          <a:blip r:embed="rId4"/>
          <a:stretch>
            <a:fillRect/>
          </a:stretch>
        </p:blipFill>
        <p:spPr>
          <a:xfrm>
            <a:off x="5662602" y="1039012"/>
            <a:ext cx="4283870" cy="4846399"/>
          </a:xfrm>
          <a:prstGeom prst="rect">
            <a:avLst/>
          </a:prstGeom>
        </p:spPr>
      </p:pic>
    </p:spTree>
    <p:extLst>
      <p:ext uri="{BB962C8B-B14F-4D97-AF65-F5344CB8AC3E}">
        <p14:creationId xmlns:p14="http://schemas.microsoft.com/office/powerpoint/2010/main" val="1807788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626CC5D-0DF1-68D1-28EA-7B9F56709FC1}"/>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B327D771-190C-20AA-E92B-EE7DBBC26A1C}"/>
              </a:ext>
            </a:extLst>
          </p:cNvPr>
          <p:cNvSpPr txBox="1"/>
          <p:nvPr/>
        </p:nvSpPr>
        <p:spPr>
          <a:xfrm>
            <a:off x="1278513" y="1125627"/>
            <a:ext cx="9988261" cy="4154984"/>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	1.</a:t>
            </a:r>
            <a:r>
              <a:rPr lang="zh-CN" altLang="en-US" sz="2400" spc="120" dirty="0">
                <a:latin typeface="思源黑体 CN Regular" panose="020B0500000000000000" pitchFamily="34" charset="-122"/>
                <a:ea typeface="思源黑体 CN Regular" panose="020B0500000000000000" pitchFamily="34" charset="-122"/>
              </a:rPr>
              <a:t>先在内存中构建出完整的连通域标记矩阵。</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2.</a:t>
            </a:r>
            <a:r>
              <a:rPr lang="zh-CN" altLang="en-US" sz="2400" spc="120" dirty="0">
                <a:latin typeface="思源黑体 CN Regular" panose="020B0500000000000000" pitchFamily="34" charset="-122"/>
                <a:ea typeface="思源黑体 CN Regular" panose="020B0500000000000000" pitchFamily="34" charset="-122"/>
              </a:rPr>
              <a:t> 遍历图像中的所有连通区域，统计出每一个独立区块的面积大小和外接矩形边界。</a:t>
            </a:r>
          </a:p>
          <a:p>
            <a:r>
              <a:rPr lang="en-US" altLang="zh-CN" sz="2400" spc="120" dirty="0">
                <a:latin typeface="思源黑体 CN Regular" panose="020B0500000000000000" pitchFamily="34" charset="-122"/>
                <a:ea typeface="思源黑体 CN Regular" panose="020B0500000000000000" pitchFamily="34" charset="-122"/>
              </a:rPr>
              <a:t>	3.</a:t>
            </a:r>
            <a:r>
              <a:rPr lang="zh-CN" altLang="en-US" sz="2400" spc="120" dirty="0">
                <a:latin typeface="思源黑体 CN Regular" panose="020B0500000000000000" pitchFamily="34" charset="-122"/>
                <a:ea typeface="思源黑体 CN Regular" panose="020B0500000000000000" pitchFamily="34" charset="-122"/>
              </a:rPr>
              <a:t> 基于设定的物理规则，剔除面积太小（通常是噪点）、面积太大（大面积背景或非缺陷干扰）以及极其狭长（长宽比异常）的无效区域，剩下的即为真实缺陷或者引脚。</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4.</a:t>
            </a:r>
            <a:r>
              <a:rPr lang="zh-CN" altLang="en-US" sz="2400" spc="120" dirty="0">
                <a:latin typeface="思源黑体 CN Regular" panose="020B0500000000000000" pitchFamily="34" charset="-122"/>
                <a:ea typeface="思源黑体 CN Regular" panose="020B0500000000000000" pitchFamily="34" charset="-122"/>
              </a:rPr>
              <a:t> 将通过了上述的合格连通域重新涂白，生成一张干干净净、只包含真正缺陷和引脚的二值图像。</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矩形的左上角和右下角坐标：</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p>
          <a:p>
            <a:endParaRPr lang="zh-CN" altLang="en-US" sz="24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4558495D-CDA6-8A58-64CC-0F3D8942907E}"/>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D7C3EC68-EFA7-3FF2-8FC3-6C6F45A0E3DE}"/>
              </a:ext>
            </a:extLst>
          </p:cNvPr>
          <p:cNvSpPr>
            <a:spLocks noGrp="1"/>
          </p:cNvSpPr>
          <p:nvPr>
            <p:ph type="title"/>
          </p:nvPr>
        </p:nvSpPr>
        <p:spPr>
          <a:xfrm>
            <a:off x="485774" y="366907"/>
            <a:ext cx="5610225" cy="672105"/>
          </a:xfrm>
        </p:spPr>
        <p:txBody>
          <a:bodyPr/>
          <a:lstStyle/>
          <a:p>
            <a:r>
              <a:rPr lang="en-US" altLang="zh-CN" dirty="0">
                <a:solidFill>
                  <a:srgbClr val="891D86"/>
                </a:solidFill>
              </a:rPr>
              <a:t>5.3</a:t>
            </a:r>
            <a:r>
              <a:rPr lang="zh-CN" altLang="en-US" dirty="0">
                <a:solidFill>
                  <a:srgbClr val="891D86"/>
                </a:solidFill>
              </a:rPr>
              <a:t> 特征提取</a:t>
            </a:r>
            <a:r>
              <a:rPr lang="en-US" altLang="zh-CN" dirty="0">
                <a:solidFill>
                  <a:srgbClr val="891D86"/>
                </a:solidFill>
              </a:rPr>
              <a:t>-</a:t>
            </a:r>
            <a:r>
              <a:rPr lang="zh-CN" altLang="en-US" dirty="0">
                <a:solidFill>
                  <a:srgbClr val="891D86"/>
                </a:solidFill>
              </a:rPr>
              <a:t>连通域分析</a:t>
            </a:r>
            <a:endParaRPr lang="zh-CN" altLang="en-US" dirty="0"/>
          </a:p>
        </p:txBody>
      </p:sp>
      <p:pic>
        <p:nvPicPr>
          <p:cNvPr id="4" name="图片 3">
            <a:extLst>
              <a:ext uri="{FF2B5EF4-FFF2-40B4-BE49-F238E27FC236}">
                <a16:creationId xmlns:a16="http://schemas.microsoft.com/office/drawing/2014/main" id="{F25894C3-C967-F32A-3D84-E794B8C9B0BF}"/>
              </a:ext>
            </a:extLst>
          </p:cNvPr>
          <p:cNvPicPr>
            <a:picLocks noChangeAspect="1"/>
          </p:cNvPicPr>
          <p:nvPr/>
        </p:nvPicPr>
        <p:blipFill>
          <a:blip r:embed="rId3"/>
          <a:stretch>
            <a:fillRect/>
          </a:stretch>
        </p:blipFill>
        <p:spPr>
          <a:xfrm>
            <a:off x="3105138" y="4574364"/>
            <a:ext cx="4895058" cy="1585723"/>
          </a:xfrm>
          <a:prstGeom prst="rect">
            <a:avLst/>
          </a:prstGeom>
        </p:spPr>
      </p:pic>
    </p:spTree>
    <p:extLst>
      <p:ext uri="{BB962C8B-B14F-4D97-AF65-F5344CB8AC3E}">
        <p14:creationId xmlns:p14="http://schemas.microsoft.com/office/powerpoint/2010/main" val="198343908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228995-C0ED-8792-B9AA-BC2933362A00}"/>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0A51AFA7-4B6B-BB03-D3AA-9E62273519E6}"/>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CC88F80B-B28B-F7CE-15E0-D1D21718DCDE}"/>
              </a:ext>
            </a:extLst>
          </p:cNvPr>
          <p:cNvSpPr>
            <a:spLocks noGrp="1"/>
          </p:cNvSpPr>
          <p:nvPr>
            <p:ph type="title"/>
          </p:nvPr>
        </p:nvSpPr>
        <p:spPr>
          <a:xfrm>
            <a:off x="485774" y="366907"/>
            <a:ext cx="5610225" cy="672105"/>
          </a:xfrm>
        </p:spPr>
        <p:txBody>
          <a:bodyPr/>
          <a:lstStyle/>
          <a:p>
            <a:r>
              <a:rPr lang="en-US" altLang="zh-CN" dirty="0">
                <a:solidFill>
                  <a:srgbClr val="891D86"/>
                </a:solidFill>
              </a:rPr>
              <a:t>5.3</a:t>
            </a:r>
            <a:r>
              <a:rPr lang="zh-CN" altLang="en-US" dirty="0">
                <a:solidFill>
                  <a:srgbClr val="891D86"/>
                </a:solidFill>
              </a:rPr>
              <a:t> 特征提取</a:t>
            </a:r>
            <a:r>
              <a:rPr lang="en-US" altLang="zh-CN" dirty="0">
                <a:solidFill>
                  <a:srgbClr val="891D86"/>
                </a:solidFill>
              </a:rPr>
              <a:t>-</a:t>
            </a:r>
            <a:r>
              <a:rPr lang="zh-CN" altLang="en-US" dirty="0">
                <a:solidFill>
                  <a:srgbClr val="891D86"/>
                </a:solidFill>
              </a:rPr>
              <a:t>连通域分析</a:t>
            </a:r>
            <a:endParaRPr lang="zh-CN" altLang="en-US" dirty="0"/>
          </a:p>
        </p:txBody>
      </p:sp>
      <p:pic>
        <p:nvPicPr>
          <p:cNvPr id="4" name="图片 3">
            <a:extLst>
              <a:ext uri="{FF2B5EF4-FFF2-40B4-BE49-F238E27FC236}">
                <a16:creationId xmlns:a16="http://schemas.microsoft.com/office/drawing/2014/main" id="{8BAFE85E-F22B-0D8F-601A-DFE5142B1FDA}"/>
              </a:ext>
            </a:extLst>
          </p:cNvPr>
          <p:cNvPicPr>
            <a:picLocks noChangeAspect="1"/>
          </p:cNvPicPr>
          <p:nvPr/>
        </p:nvPicPr>
        <p:blipFill>
          <a:blip r:embed="rId3"/>
          <a:stretch>
            <a:fillRect/>
          </a:stretch>
        </p:blipFill>
        <p:spPr>
          <a:xfrm>
            <a:off x="663868" y="1167148"/>
            <a:ext cx="4301182" cy="4867892"/>
          </a:xfrm>
          <a:prstGeom prst="rect">
            <a:avLst/>
          </a:prstGeom>
        </p:spPr>
      </p:pic>
      <p:pic>
        <p:nvPicPr>
          <p:cNvPr id="6" name="图片 5">
            <a:extLst>
              <a:ext uri="{FF2B5EF4-FFF2-40B4-BE49-F238E27FC236}">
                <a16:creationId xmlns:a16="http://schemas.microsoft.com/office/drawing/2014/main" id="{C8B670E7-C182-E0DA-4F0B-3191C8820866}"/>
              </a:ext>
            </a:extLst>
          </p:cNvPr>
          <p:cNvPicPr>
            <a:picLocks noChangeAspect="1"/>
          </p:cNvPicPr>
          <p:nvPr/>
        </p:nvPicPr>
        <p:blipFill>
          <a:blip r:embed="rId4"/>
          <a:stretch>
            <a:fillRect/>
          </a:stretch>
        </p:blipFill>
        <p:spPr>
          <a:xfrm>
            <a:off x="5390014" y="1167148"/>
            <a:ext cx="4303929" cy="4867892"/>
          </a:xfrm>
          <a:prstGeom prst="rect">
            <a:avLst/>
          </a:prstGeom>
        </p:spPr>
      </p:pic>
    </p:spTree>
    <p:extLst>
      <p:ext uri="{BB962C8B-B14F-4D97-AF65-F5344CB8AC3E}">
        <p14:creationId xmlns:p14="http://schemas.microsoft.com/office/powerpoint/2010/main" val="374028018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19EB59-30D4-9671-15FD-3228AC256655}"/>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C34CD297-AF23-95AD-144D-324DBC7038B6}"/>
              </a:ext>
            </a:extLst>
          </p:cNvPr>
          <p:cNvSpPr txBox="1"/>
          <p:nvPr/>
        </p:nvSpPr>
        <p:spPr>
          <a:xfrm>
            <a:off x="901029" y="1924730"/>
            <a:ext cx="9639127" cy="2677656"/>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传统的绝对值差分对图像配准的精度要求过于苛刻，轻微对齐误差，都会导致芯片的正常边缘暴露出大量伪缺陷轮廓。为了解决这个问题，我们采用了一种基于十字形局部均值的空间容错差分机制。</a:t>
            </a:r>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	</a:t>
            </a:r>
            <a:r>
              <a:rPr lang="zh-CN" altLang="en-US" sz="2400" spc="120" dirty="0">
                <a:latin typeface="思源黑体 CN Regular" panose="020B0500000000000000" pitchFamily="34" charset="-122"/>
                <a:ea typeface="思源黑体 CN Regular" panose="020B0500000000000000" pitchFamily="34" charset="-122"/>
              </a:rPr>
              <a:t>具体处理时，算法不再直接读取单个像素的灰度去硬作差。程序在遍历有效像素区时，会提取当前像素及其上下左右组成的 </a:t>
            </a:r>
            <a:r>
              <a:rPr lang="en-US" altLang="zh-CN" sz="2400" spc="120" dirty="0">
                <a:latin typeface="思源黑体 CN Regular" panose="020B0500000000000000" pitchFamily="34" charset="-122"/>
                <a:ea typeface="思源黑体 CN Regular" panose="020B0500000000000000" pitchFamily="34" charset="-122"/>
              </a:rPr>
              <a:t>5 </a:t>
            </a:r>
            <a:r>
              <a:rPr lang="zh-CN" altLang="en-US" sz="2400" spc="120" dirty="0">
                <a:latin typeface="思源黑体 CN Regular" panose="020B0500000000000000" pitchFamily="34" charset="-122"/>
                <a:ea typeface="思源黑体 CN Regular" panose="020B0500000000000000" pitchFamily="34" charset="-122"/>
              </a:rPr>
              <a:t>邻域（十字窗口），分别计算测试图和模板图在该局部的灰度均值。</a:t>
            </a:r>
          </a:p>
        </p:txBody>
      </p:sp>
      <p:sp>
        <p:nvSpPr>
          <p:cNvPr id="80" name="半闭框 79">
            <a:extLst>
              <a:ext uri="{FF2B5EF4-FFF2-40B4-BE49-F238E27FC236}">
                <a16:creationId xmlns:a16="http://schemas.microsoft.com/office/drawing/2014/main" id="{3EB60502-B592-D979-B23F-8A0BC4753948}"/>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F5E67ED8-D44D-F7B2-34E6-4116B61F4FF5}"/>
              </a:ext>
            </a:extLst>
          </p:cNvPr>
          <p:cNvSpPr>
            <a:spLocks noGrp="1"/>
          </p:cNvSpPr>
          <p:nvPr>
            <p:ph type="title"/>
          </p:nvPr>
        </p:nvSpPr>
        <p:spPr>
          <a:xfrm>
            <a:off x="485774" y="366907"/>
            <a:ext cx="5610225" cy="672105"/>
          </a:xfrm>
        </p:spPr>
        <p:txBody>
          <a:bodyPr/>
          <a:lstStyle/>
          <a:p>
            <a:r>
              <a:rPr lang="en-US" altLang="zh-CN" dirty="0">
                <a:solidFill>
                  <a:srgbClr val="891D86"/>
                </a:solidFill>
              </a:rPr>
              <a:t>5.3</a:t>
            </a:r>
            <a:r>
              <a:rPr lang="zh-CN" altLang="en-US" dirty="0">
                <a:solidFill>
                  <a:srgbClr val="891D86"/>
                </a:solidFill>
              </a:rPr>
              <a:t> 特征提取</a:t>
            </a:r>
            <a:r>
              <a:rPr lang="en-US" altLang="zh-CN" dirty="0">
                <a:solidFill>
                  <a:srgbClr val="891D86"/>
                </a:solidFill>
              </a:rPr>
              <a:t>-</a:t>
            </a:r>
            <a:r>
              <a:rPr lang="zh-CN" altLang="en-US" dirty="0">
                <a:solidFill>
                  <a:srgbClr val="891D86"/>
                </a:solidFill>
              </a:rPr>
              <a:t>图像差分</a:t>
            </a:r>
            <a:endParaRPr lang="zh-CN" altLang="en-US" dirty="0"/>
          </a:p>
        </p:txBody>
      </p:sp>
    </p:spTree>
    <p:extLst>
      <p:ext uri="{BB962C8B-B14F-4D97-AF65-F5344CB8AC3E}">
        <p14:creationId xmlns:p14="http://schemas.microsoft.com/office/powerpoint/2010/main" val="7180484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6FD5DA-63A2-44AF-7CD3-42BCCA1FD490}"/>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CF0E1510-0695-7251-60BD-61778FC9152D}"/>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00A3A274-DEF8-782E-931F-6D3C90FDF0CC}"/>
              </a:ext>
            </a:extLst>
          </p:cNvPr>
          <p:cNvSpPr>
            <a:spLocks noGrp="1"/>
          </p:cNvSpPr>
          <p:nvPr>
            <p:ph type="title"/>
          </p:nvPr>
        </p:nvSpPr>
        <p:spPr>
          <a:xfrm>
            <a:off x="485774" y="366907"/>
            <a:ext cx="5610225" cy="672105"/>
          </a:xfrm>
        </p:spPr>
        <p:txBody>
          <a:bodyPr/>
          <a:lstStyle/>
          <a:p>
            <a:r>
              <a:rPr lang="en-US" altLang="zh-CN" dirty="0">
                <a:solidFill>
                  <a:srgbClr val="891D86"/>
                </a:solidFill>
              </a:rPr>
              <a:t>5.3</a:t>
            </a:r>
            <a:r>
              <a:rPr lang="zh-CN" altLang="en-US" dirty="0">
                <a:solidFill>
                  <a:srgbClr val="891D86"/>
                </a:solidFill>
              </a:rPr>
              <a:t> 特征提取</a:t>
            </a:r>
            <a:r>
              <a:rPr lang="en-US" altLang="zh-CN" dirty="0">
                <a:solidFill>
                  <a:srgbClr val="891D86"/>
                </a:solidFill>
              </a:rPr>
              <a:t>-</a:t>
            </a:r>
            <a:r>
              <a:rPr lang="zh-CN" altLang="en-US" dirty="0">
                <a:solidFill>
                  <a:srgbClr val="891D86"/>
                </a:solidFill>
              </a:rPr>
              <a:t>图像差分</a:t>
            </a:r>
            <a:endParaRPr lang="zh-CN" altLang="en-US" dirty="0"/>
          </a:p>
        </p:txBody>
      </p:sp>
      <p:pic>
        <p:nvPicPr>
          <p:cNvPr id="4" name="图片 3">
            <a:extLst>
              <a:ext uri="{FF2B5EF4-FFF2-40B4-BE49-F238E27FC236}">
                <a16:creationId xmlns:a16="http://schemas.microsoft.com/office/drawing/2014/main" id="{0514EC6A-206D-ACD8-5AFD-136206FCF5CE}"/>
              </a:ext>
            </a:extLst>
          </p:cNvPr>
          <p:cNvPicPr>
            <a:picLocks noChangeAspect="1"/>
          </p:cNvPicPr>
          <p:nvPr/>
        </p:nvPicPr>
        <p:blipFill>
          <a:blip r:embed="rId3"/>
          <a:stretch>
            <a:fillRect/>
          </a:stretch>
        </p:blipFill>
        <p:spPr>
          <a:xfrm>
            <a:off x="495299" y="1252625"/>
            <a:ext cx="4075895" cy="4599535"/>
          </a:xfrm>
          <a:prstGeom prst="rect">
            <a:avLst/>
          </a:prstGeom>
        </p:spPr>
      </p:pic>
      <p:pic>
        <p:nvPicPr>
          <p:cNvPr id="6" name="图片 5">
            <a:extLst>
              <a:ext uri="{FF2B5EF4-FFF2-40B4-BE49-F238E27FC236}">
                <a16:creationId xmlns:a16="http://schemas.microsoft.com/office/drawing/2014/main" id="{BDBC7246-8F52-CCD3-B9AC-6B5E0DDA6F12}"/>
              </a:ext>
            </a:extLst>
          </p:cNvPr>
          <p:cNvPicPr>
            <a:picLocks noChangeAspect="1"/>
          </p:cNvPicPr>
          <p:nvPr/>
        </p:nvPicPr>
        <p:blipFill>
          <a:blip r:embed="rId4"/>
          <a:stretch>
            <a:fillRect/>
          </a:stretch>
        </p:blipFill>
        <p:spPr>
          <a:xfrm>
            <a:off x="5488525" y="1252625"/>
            <a:ext cx="4075895" cy="4600207"/>
          </a:xfrm>
          <a:prstGeom prst="rect">
            <a:avLst/>
          </a:prstGeom>
        </p:spPr>
      </p:pic>
    </p:spTree>
    <p:extLst>
      <p:ext uri="{BB962C8B-B14F-4D97-AF65-F5344CB8AC3E}">
        <p14:creationId xmlns:p14="http://schemas.microsoft.com/office/powerpoint/2010/main" val="10692968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88BFCD3-3CE5-6DAA-92EE-DC999E416196}"/>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E8F51A2C-3A40-BD3B-E66D-901B7EE5357F}"/>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B2C07701-5E91-BCA0-FF46-31B30AE747B0}"/>
              </a:ext>
            </a:extLst>
          </p:cNvPr>
          <p:cNvSpPr>
            <a:spLocks noGrp="1"/>
          </p:cNvSpPr>
          <p:nvPr>
            <p:ph type="title"/>
          </p:nvPr>
        </p:nvSpPr>
        <p:spPr>
          <a:xfrm>
            <a:off x="485774" y="366907"/>
            <a:ext cx="5610225" cy="672105"/>
          </a:xfrm>
        </p:spPr>
        <p:txBody>
          <a:bodyPr/>
          <a:lstStyle/>
          <a:p>
            <a:r>
              <a:rPr lang="en-US" altLang="zh-CN" dirty="0">
                <a:solidFill>
                  <a:srgbClr val="891D86"/>
                </a:solidFill>
              </a:rPr>
              <a:t>5.4</a:t>
            </a:r>
            <a:r>
              <a:rPr lang="zh-CN" altLang="en-US" dirty="0">
                <a:solidFill>
                  <a:srgbClr val="891D86"/>
                </a:solidFill>
              </a:rPr>
              <a:t> 缺陷检测</a:t>
            </a:r>
            <a:r>
              <a:rPr lang="en-US" altLang="zh-CN" dirty="0">
                <a:solidFill>
                  <a:srgbClr val="891D86"/>
                </a:solidFill>
              </a:rPr>
              <a:t>-</a:t>
            </a:r>
            <a:r>
              <a:rPr lang="zh-CN" altLang="en-US" dirty="0">
                <a:solidFill>
                  <a:srgbClr val="891D86"/>
                </a:solidFill>
              </a:rPr>
              <a:t>特征分类</a:t>
            </a:r>
            <a:endParaRPr lang="zh-CN" altLang="en-US" dirty="0"/>
          </a:p>
        </p:txBody>
      </p:sp>
      <p:pic>
        <p:nvPicPr>
          <p:cNvPr id="6" name="图片 5">
            <a:extLst>
              <a:ext uri="{FF2B5EF4-FFF2-40B4-BE49-F238E27FC236}">
                <a16:creationId xmlns:a16="http://schemas.microsoft.com/office/drawing/2014/main" id="{2095C911-0111-C1D4-54D4-EACDFCC04F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99909" y="1153617"/>
            <a:ext cx="5079572" cy="5337475"/>
          </a:xfrm>
          <a:prstGeom prst="rect">
            <a:avLst/>
          </a:prstGeom>
        </p:spPr>
      </p:pic>
    </p:spTree>
    <p:extLst>
      <p:ext uri="{BB962C8B-B14F-4D97-AF65-F5344CB8AC3E}">
        <p14:creationId xmlns:p14="http://schemas.microsoft.com/office/powerpoint/2010/main" val="33123651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D2A2C72-B79E-9B5C-4CE2-EA32F59203AC}"/>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D11D0158-DAD4-B64F-F519-52536FBA2CFE}"/>
              </a:ext>
            </a:extLst>
          </p:cNvPr>
          <p:cNvSpPr txBox="1"/>
          <p:nvPr/>
        </p:nvSpPr>
        <p:spPr>
          <a:xfrm>
            <a:off x="901029" y="1354572"/>
            <a:ext cx="9639127" cy="4524315"/>
          </a:xfrm>
          <a:prstGeom prst="rect">
            <a:avLst/>
          </a:prstGeom>
          <a:noFill/>
        </p:spPr>
        <p:txBody>
          <a:bodyPr wrap="square" rtlCol="0">
            <a:spAutoFit/>
          </a:bodyPr>
          <a:lstStyle/>
          <a:p>
            <a:r>
              <a:rPr lang="en-US" altLang="zh-CN" sz="2400" spc="120" dirty="0">
                <a:latin typeface="思源黑体 CN Regular" panose="020B0500000000000000" pitchFamily="34" charset="-122"/>
                <a:ea typeface="思源黑体 CN Regular" panose="020B0500000000000000" pitchFamily="34" charset="-122"/>
              </a:rPr>
              <a:t>1.</a:t>
            </a:r>
            <a:r>
              <a:rPr lang="zh-CN" altLang="en-US" sz="2400" spc="120" dirty="0">
                <a:latin typeface="思源黑体 CN Regular" panose="020B0500000000000000" pitchFamily="34" charset="-122"/>
                <a:ea typeface="思源黑体 CN Regular" panose="020B0500000000000000" pitchFamily="34" charset="-122"/>
              </a:rPr>
              <a:t>在检查遍历的时候，一旦系统察觉到了划痕或者是崩边这类破坏性的毛病，直接给出一个不合格（</a:t>
            </a:r>
            <a:r>
              <a:rPr lang="en-US" altLang="zh-CN" sz="2400" spc="120" dirty="0">
                <a:latin typeface="思源黑体 CN Regular" panose="020B0500000000000000" pitchFamily="34" charset="-122"/>
                <a:ea typeface="思源黑体 CN Regular" panose="020B0500000000000000" pitchFamily="34" charset="-122"/>
              </a:rPr>
              <a:t>NG</a:t>
            </a:r>
            <a:r>
              <a:rPr lang="zh-CN" altLang="en-US" sz="2400" spc="120" dirty="0">
                <a:latin typeface="思源黑体 CN Regular" panose="020B0500000000000000" pitchFamily="34" charset="-122"/>
                <a:ea typeface="思源黑体 CN Regular" panose="020B0500000000000000" pitchFamily="34" charset="-122"/>
              </a:rPr>
              <a:t>）的判决结果</a:t>
            </a:r>
            <a:endParaRPr lang="en-US" altLang="zh-CN" sz="2400" spc="120" dirty="0">
              <a:latin typeface="思源黑体 CN Regular" panose="020B0500000000000000" pitchFamily="34" charset="-122"/>
              <a:ea typeface="思源黑体 CN Regular" panose="020B0500000000000000" pitchFamily="34" charset="-122"/>
            </a:endParaRPr>
          </a:p>
          <a:p>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2.</a:t>
            </a:r>
            <a:r>
              <a:rPr lang="zh-CN" altLang="en-US" sz="2400" spc="120" dirty="0">
                <a:latin typeface="思源黑体 CN Regular" panose="020B0500000000000000" pitchFamily="34" charset="-122"/>
                <a:ea typeface="思源黑体 CN Regular" panose="020B0500000000000000" pitchFamily="34" charset="-122"/>
              </a:rPr>
              <a:t>等把那些致命的损伤给排除掉以后，系统就会立刻转到定量评估的运作机制里去，算法会把累加起来的受损总面积，去跟提前设置好的容差标准（本项目给设定到了 </a:t>
            </a:r>
            <a:r>
              <a:rPr lang="en-US" altLang="zh-CN" sz="2400" spc="120" dirty="0">
                <a:latin typeface="思源黑体 CN Regular" panose="020B0500000000000000" pitchFamily="34" charset="-122"/>
                <a:ea typeface="思源黑体 CN Regular" panose="020B0500000000000000" pitchFamily="34" charset="-122"/>
              </a:rPr>
              <a:t>3000 </a:t>
            </a:r>
            <a:r>
              <a:rPr lang="zh-CN" altLang="en-US" sz="2400" spc="120" dirty="0">
                <a:latin typeface="思源黑体 CN Regular" panose="020B0500000000000000" pitchFamily="34" charset="-122"/>
                <a:ea typeface="思源黑体 CN Regular" panose="020B0500000000000000" pitchFamily="34" charset="-122"/>
              </a:rPr>
              <a:t>像素）拿来仔细比对一下；要是算出来超标了，就会被判定成不良品（</a:t>
            </a:r>
            <a:r>
              <a:rPr lang="en-US" altLang="zh-CN" sz="2400" spc="120" dirty="0">
                <a:latin typeface="思源黑体 CN Regular" panose="020B0500000000000000" pitchFamily="34" charset="-122"/>
                <a:ea typeface="思源黑体 CN Regular" panose="020B0500000000000000" pitchFamily="34" charset="-122"/>
              </a:rPr>
              <a:t>NG</a:t>
            </a:r>
            <a:r>
              <a:rPr lang="zh-CN" altLang="en-US" sz="2400" spc="120" dirty="0">
                <a:latin typeface="思源黑体 CN Regular" panose="020B0500000000000000" pitchFamily="34" charset="-122"/>
                <a:ea typeface="思源黑体 CN Regular" panose="020B0500000000000000" pitchFamily="34" charset="-122"/>
              </a:rPr>
              <a:t>），只有当芯片身上既找不出那些致命的结构损伤，同时表面弄脏坏掉的总面积也被牢牢地控制在安全的界线范围之内时，系统才会去下达那个最终认定为合格（</a:t>
            </a:r>
            <a:r>
              <a:rPr lang="en-US" altLang="zh-CN" sz="2400" spc="120" dirty="0">
                <a:latin typeface="思源黑体 CN Regular" panose="020B0500000000000000" pitchFamily="34" charset="-122"/>
                <a:ea typeface="思源黑体 CN Regular" panose="020B0500000000000000" pitchFamily="34" charset="-122"/>
              </a:rPr>
              <a:t>OK</a:t>
            </a:r>
            <a:r>
              <a:rPr lang="zh-CN" altLang="en-US" sz="2400" spc="120" dirty="0">
                <a:latin typeface="思源黑体 CN Regular" panose="020B0500000000000000" pitchFamily="34" charset="-122"/>
                <a:ea typeface="思源黑体 CN Regular" panose="020B0500000000000000" pitchFamily="34" charset="-122"/>
              </a:rPr>
              <a:t>）的指令</a:t>
            </a:r>
            <a:endParaRPr lang="en-US" altLang="zh-CN" sz="2400" spc="120" dirty="0">
              <a:latin typeface="思源黑体 CN Regular" panose="020B0500000000000000" pitchFamily="34" charset="-122"/>
              <a:ea typeface="思源黑体 CN Regular" panose="020B0500000000000000" pitchFamily="34" charset="-122"/>
            </a:endParaRPr>
          </a:p>
          <a:p>
            <a:endParaRPr lang="en-US" altLang="zh-CN" sz="2400" spc="120" dirty="0">
              <a:latin typeface="思源黑体 CN Regular" panose="020B0500000000000000" pitchFamily="34" charset="-122"/>
              <a:ea typeface="思源黑体 CN Regular" panose="020B0500000000000000" pitchFamily="34" charset="-122"/>
            </a:endParaRPr>
          </a:p>
          <a:p>
            <a:r>
              <a:rPr lang="en-US" altLang="zh-CN" sz="2400" spc="120" dirty="0">
                <a:latin typeface="思源黑体 CN Regular" panose="020B0500000000000000" pitchFamily="34" charset="-122"/>
                <a:ea typeface="思源黑体 CN Regular" panose="020B0500000000000000" pitchFamily="34" charset="-122"/>
              </a:rPr>
              <a:t>3.</a:t>
            </a:r>
            <a:r>
              <a:rPr lang="zh-CN" altLang="en-US" sz="2400" spc="120" dirty="0">
                <a:latin typeface="思源黑体 CN Regular" panose="020B0500000000000000" pitchFamily="34" charset="-122"/>
                <a:ea typeface="思源黑体 CN Regular" panose="020B0500000000000000" pitchFamily="34" charset="-122"/>
              </a:rPr>
              <a:t>规避掉一刀切算法极容易造成的过度误杀或者是漏查漏检的问题</a:t>
            </a:r>
          </a:p>
        </p:txBody>
      </p:sp>
      <p:sp>
        <p:nvSpPr>
          <p:cNvPr id="80" name="半闭框 79">
            <a:extLst>
              <a:ext uri="{FF2B5EF4-FFF2-40B4-BE49-F238E27FC236}">
                <a16:creationId xmlns:a16="http://schemas.microsoft.com/office/drawing/2014/main" id="{7CCD7F53-E51B-0EEF-CFE5-E5D08907E012}"/>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238348E9-1A4C-C528-1F12-8C0B970FBADC}"/>
              </a:ext>
            </a:extLst>
          </p:cNvPr>
          <p:cNvSpPr>
            <a:spLocks noGrp="1"/>
          </p:cNvSpPr>
          <p:nvPr>
            <p:ph type="title"/>
          </p:nvPr>
        </p:nvSpPr>
        <p:spPr>
          <a:xfrm>
            <a:off x="485774" y="366907"/>
            <a:ext cx="5610225" cy="672105"/>
          </a:xfrm>
        </p:spPr>
        <p:txBody>
          <a:bodyPr/>
          <a:lstStyle/>
          <a:p>
            <a:r>
              <a:rPr lang="en-US" altLang="zh-CN" dirty="0">
                <a:solidFill>
                  <a:srgbClr val="891D86"/>
                </a:solidFill>
              </a:rPr>
              <a:t>5.4</a:t>
            </a:r>
            <a:r>
              <a:rPr lang="zh-CN" altLang="en-US" dirty="0">
                <a:solidFill>
                  <a:srgbClr val="891D86"/>
                </a:solidFill>
              </a:rPr>
              <a:t> 缺陷检测</a:t>
            </a:r>
            <a:r>
              <a:rPr lang="en-US" altLang="zh-CN" dirty="0">
                <a:solidFill>
                  <a:srgbClr val="891D86"/>
                </a:solidFill>
              </a:rPr>
              <a:t>-</a:t>
            </a:r>
            <a:r>
              <a:rPr lang="zh-CN" altLang="en-US" dirty="0">
                <a:solidFill>
                  <a:srgbClr val="891D86"/>
                </a:solidFill>
              </a:rPr>
              <a:t>全局分析</a:t>
            </a:r>
            <a:endParaRPr lang="zh-CN" altLang="en-US" dirty="0"/>
          </a:p>
        </p:txBody>
      </p:sp>
    </p:spTree>
    <p:extLst>
      <p:ext uri="{BB962C8B-B14F-4D97-AF65-F5344CB8AC3E}">
        <p14:creationId xmlns:p14="http://schemas.microsoft.com/office/powerpoint/2010/main" val="235963183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2528CB8-7E75-42A4-69DD-7AF0574B4C4A}"/>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E112FF4A-8050-092D-FFA8-09F778D65AB3}"/>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7165E922-E392-EDA7-D197-1CCEEB9ADFD4}"/>
              </a:ext>
            </a:extLst>
          </p:cNvPr>
          <p:cNvSpPr>
            <a:spLocks noGrp="1"/>
          </p:cNvSpPr>
          <p:nvPr>
            <p:ph type="title"/>
          </p:nvPr>
        </p:nvSpPr>
        <p:spPr>
          <a:xfrm>
            <a:off x="485774" y="366907"/>
            <a:ext cx="5610225" cy="672105"/>
          </a:xfrm>
        </p:spPr>
        <p:txBody>
          <a:bodyPr/>
          <a:lstStyle/>
          <a:p>
            <a:r>
              <a:rPr lang="en-US" altLang="zh-CN" dirty="0">
                <a:solidFill>
                  <a:srgbClr val="891D86"/>
                </a:solidFill>
              </a:rPr>
              <a:t>5.4</a:t>
            </a:r>
            <a:r>
              <a:rPr lang="zh-CN" altLang="en-US" dirty="0">
                <a:solidFill>
                  <a:srgbClr val="891D86"/>
                </a:solidFill>
              </a:rPr>
              <a:t> 缺陷检测</a:t>
            </a:r>
            <a:r>
              <a:rPr lang="en-US" altLang="zh-CN" dirty="0">
                <a:solidFill>
                  <a:srgbClr val="891D86"/>
                </a:solidFill>
              </a:rPr>
              <a:t>-</a:t>
            </a:r>
            <a:r>
              <a:rPr lang="zh-CN" altLang="en-US" dirty="0">
                <a:solidFill>
                  <a:srgbClr val="891D86"/>
                </a:solidFill>
              </a:rPr>
              <a:t>可视化结果</a:t>
            </a:r>
            <a:endParaRPr lang="zh-CN" altLang="en-US" dirty="0"/>
          </a:p>
        </p:txBody>
      </p:sp>
      <p:pic>
        <p:nvPicPr>
          <p:cNvPr id="4" name="图片 3">
            <a:extLst>
              <a:ext uri="{FF2B5EF4-FFF2-40B4-BE49-F238E27FC236}">
                <a16:creationId xmlns:a16="http://schemas.microsoft.com/office/drawing/2014/main" id="{A4564F81-E0B3-6AD6-B2B5-719FD39C5894}"/>
              </a:ext>
            </a:extLst>
          </p:cNvPr>
          <p:cNvPicPr>
            <a:picLocks noChangeAspect="1"/>
          </p:cNvPicPr>
          <p:nvPr/>
        </p:nvPicPr>
        <p:blipFill>
          <a:blip r:embed="rId3"/>
          <a:stretch>
            <a:fillRect/>
          </a:stretch>
        </p:blipFill>
        <p:spPr>
          <a:xfrm>
            <a:off x="901029" y="1081652"/>
            <a:ext cx="4409209" cy="4694695"/>
          </a:xfrm>
          <a:prstGeom prst="rect">
            <a:avLst/>
          </a:prstGeom>
        </p:spPr>
      </p:pic>
      <p:pic>
        <p:nvPicPr>
          <p:cNvPr id="6" name="图片 5">
            <a:extLst>
              <a:ext uri="{FF2B5EF4-FFF2-40B4-BE49-F238E27FC236}">
                <a16:creationId xmlns:a16="http://schemas.microsoft.com/office/drawing/2014/main" id="{A8D417BE-3C9E-5598-B4B9-C3B5507CBB93}"/>
              </a:ext>
            </a:extLst>
          </p:cNvPr>
          <p:cNvPicPr>
            <a:picLocks noChangeAspect="1"/>
          </p:cNvPicPr>
          <p:nvPr/>
        </p:nvPicPr>
        <p:blipFill>
          <a:blip r:embed="rId4"/>
          <a:stretch>
            <a:fillRect/>
          </a:stretch>
        </p:blipFill>
        <p:spPr>
          <a:xfrm>
            <a:off x="5822491" y="1081652"/>
            <a:ext cx="4364969" cy="4694695"/>
          </a:xfrm>
          <a:prstGeom prst="rect">
            <a:avLst/>
          </a:prstGeom>
        </p:spPr>
      </p:pic>
    </p:spTree>
    <p:extLst>
      <p:ext uri="{BB962C8B-B14F-4D97-AF65-F5344CB8AC3E}">
        <p14:creationId xmlns:p14="http://schemas.microsoft.com/office/powerpoint/2010/main" val="950309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C28E647-152C-0D7E-34BE-06B58AA7FD68}"/>
            </a:ext>
          </a:extLst>
        </p:cNvPr>
        <p:cNvGrpSpPr/>
        <p:nvPr/>
      </p:nvGrpSpPr>
      <p:grpSpPr>
        <a:xfrm>
          <a:off x="0" y="0"/>
          <a:ext cx="0" cy="0"/>
          <a:chOff x="0" y="0"/>
          <a:chExt cx="0" cy="0"/>
        </a:xfrm>
      </p:grpSpPr>
      <p:sp>
        <p:nvSpPr>
          <p:cNvPr id="80" name="半闭框 79">
            <a:extLst>
              <a:ext uri="{FF2B5EF4-FFF2-40B4-BE49-F238E27FC236}">
                <a16:creationId xmlns:a16="http://schemas.microsoft.com/office/drawing/2014/main" id="{27830F0C-F5E9-4B39-DAF6-863547B0658A}"/>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0B5A4806-91E9-23B3-E7F1-EEABD8E67926}"/>
              </a:ext>
            </a:extLst>
          </p:cNvPr>
          <p:cNvSpPr>
            <a:spLocks noGrp="1"/>
          </p:cNvSpPr>
          <p:nvPr>
            <p:ph type="title"/>
          </p:nvPr>
        </p:nvSpPr>
        <p:spPr>
          <a:xfrm>
            <a:off x="485774" y="366907"/>
            <a:ext cx="5610225" cy="672105"/>
          </a:xfrm>
        </p:spPr>
        <p:txBody>
          <a:bodyPr/>
          <a:lstStyle/>
          <a:p>
            <a:r>
              <a:rPr lang="en-US" altLang="zh-CN" dirty="0">
                <a:solidFill>
                  <a:srgbClr val="891D86"/>
                </a:solidFill>
              </a:rPr>
              <a:t>5.4</a:t>
            </a:r>
            <a:r>
              <a:rPr lang="zh-CN" altLang="en-US" dirty="0">
                <a:solidFill>
                  <a:srgbClr val="891D86"/>
                </a:solidFill>
              </a:rPr>
              <a:t> 缺陷检测</a:t>
            </a:r>
            <a:r>
              <a:rPr lang="en-US" altLang="zh-CN" dirty="0">
                <a:solidFill>
                  <a:srgbClr val="891D86"/>
                </a:solidFill>
              </a:rPr>
              <a:t>-</a:t>
            </a:r>
            <a:r>
              <a:rPr lang="zh-CN" altLang="en-US" dirty="0">
                <a:solidFill>
                  <a:srgbClr val="891D86"/>
                </a:solidFill>
              </a:rPr>
              <a:t>可视化结果</a:t>
            </a:r>
            <a:endParaRPr lang="zh-CN" altLang="en-US" dirty="0"/>
          </a:p>
        </p:txBody>
      </p:sp>
      <p:pic>
        <p:nvPicPr>
          <p:cNvPr id="5" name="图片 4">
            <a:extLst>
              <a:ext uri="{FF2B5EF4-FFF2-40B4-BE49-F238E27FC236}">
                <a16:creationId xmlns:a16="http://schemas.microsoft.com/office/drawing/2014/main" id="{99DBC2CE-BD7B-DD53-E795-4F8CFA117EB5}"/>
              </a:ext>
            </a:extLst>
          </p:cNvPr>
          <p:cNvPicPr>
            <a:picLocks noChangeAspect="1"/>
          </p:cNvPicPr>
          <p:nvPr/>
        </p:nvPicPr>
        <p:blipFill>
          <a:blip r:embed="rId3"/>
          <a:stretch>
            <a:fillRect/>
          </a:stretch>
        </p:blipFill>
        <p:spPr>
          <a:xfrm>
            <a:off x="2143952" y="1039012"/>
            <a:ext cx="5969171" cy="5316727"/>
          </a:xfrm>
          <a:prstGeom prst="rect">
            <a:avLst/>
          </a:prstGeom>
        </p:spPr>
      </p:pic>
    </p:spTree>
    <p:extLst>
      <p:ext uri="{BB962C8B-B14F-4D97-AF65-F5344CB8AC3E}">
        <p14:creationId xmlns:p14="http://schemas.microsoft.com/office/powerpoint/2010/main" val="35778831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5000" r="-5000"/>
          </a:stretch>
        </a:blipFill>
        <a:effectLst/>
      </p:bgPr>
    </p:bg>
    <p:spTree>
      <p:nvGrpSpPr>
        <p:cNvPr id="1" name="">
          <a:extLst>
            <a:ext uri="{FF2B5EF4-FFF2-40B4-BE49-F238E27FC236}">
              <a16:creationId xmlns:a16="http://schemas.microsoft.com/office/drawing/2014/main" id="{57F1551A-30A0-C1BF-E3F3-6710087D600B}"/>
            </a:ext>
          </a:extLst>
        </p:cNvPr>
        <p:cNvGrpSpPr/>
        <p:nvPr/>
      </p:nvGrpSpPr>
      <p:grpSpPr>
        <a:xfrm>
          <a:off x="0" y="0"/>
          <a:ext cx="0" cy="0"/>
          <a:chOff x="0" y="0"/>
          <a:chExt cx="0" cy="0"/>
        </a:xfrm>
      </p:grpSpPr>
      <p:sp>
        <p:nvSpPr>
          <p:cNvPr id="9" name="矩形 8">
            <a:extLst>
              <a:ext uri="{FF2B5EF4-FFF2-40B4-BE49-F238E27FC236}">
                <a16:creationId xmlns:a16="http://schemas.microsoft.com/office/drawing/2014/main" id="{9717A5D2-1555-D642-5CDB-3BC3F398B3E6}"/>
              </a:ext>
            </a:extLst>
          </p:cNvPr>
          <p:cNvSpPr/>
          <p:nvPr/>
        </p:nvSpPr>
        <p:spPr>
          <a:xfrm>
            <a:off x="0" y="0"/>
            <a:ext cx="12192000" cy="5581650"/>
          </a:xfrm>
          <a:prstGeom prst="rect">
            <a:avLst/>
          </a:prstGeom>
          <a:gradFill flip="none" rotWithShape="1">
            <a:gsLst>
              <a:gs pos="48000">
                <a:srgbClr val="891D86">
                  <a:alpha val="52000"/>
                </a:srgbClr>
              </a:gs>
              <a:gs pos="99083">
                <a:schemeClr val="bg1">
                  <a:alpha val="0"/>
                </a:schemeClr>
              </a:gs>
              <a:gs pos="80000">
                <a:srgbClr val="891D86">
                  <a:alpha val="28000"/>
                </a:srgbClr>
              </a:gs>
              <a:gs pos="0">
                <a:srgbClr val="891D86"/>
              </a:gs>
            </a:gsLst>
            <a:lin ang="54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grpSp>
        <p:nvGrpSpPr>
          <p:cNvPr id="8" name="组合 7">
            <a:extLst>
              <a:ext uri="{FF2B5EF4-FFF2-40B4-BE49-F238E27FC236}">
                <a16:creationId xmlns:a16="http://schemas.microsoft.com/office/drawing/2014/main" id="{0A4CA228-70D8-E09A-0F43-05DC5797A18C}"/>
              </a:ext>
            </a:extLst>
          </p:cNvPr>
          <p:cNvGrpSpPr/>
          <p:nvPr/>
        </p:nvGrpSpPr>
        <p:grpSpPr>
          <a:xfrm>
            <a:off x="627599" y="1160111"/>
            <a:ext cx="6026664" cy="2654335"/>
            <a:chOff x="627599" y="1160111"/>
            <a:chExt cx="6026664" cy="2654335"/>
          </a:xfrm>
        </p:grpSpPr>
        <p:sp>
          <p:nvSpPr>
            <p:cNvPr id="11" name="文本框 10">
              <a:extLst>
                <a:ext uri="{FF2B5EF4-FFF2-40B4-BE49-F238E27FC236}">
                  <a16:creationId xmlns:a16="http://schemas.microsoft.com/office/drawing/2014/main" id="{A5CBF0AC-DBDD-F61C-2457-9A048E7A328D}"/>
                </a:ext>
              </a:extLst>
            </p:cNvPr>
            <p:cNvSpPr txBox="1"/>
            <p:nvPr/>
          </p:nvSpPr>
          <p:spPr>
            <a:xfrm>
              <a:off x="1185862" y="2891116"/>
              <a:ext cx="4785263" cy="92333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5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rPr>
                <a:t>总结与展望</a:t>
              </a:r>
            </a:p>
          </p:txBody>
        </p:sp>
        <p:sp>
          <p:nvSpPr>
            <p:cNvPr id="12" name="文本框 11">
              <a:extLst>
                <a:ext uri="{FF2B5EF4-FFF2-40B4-BE49-F238E27FC236}">
                  <a16:creationId xmlns:a16="http://schemas.microsoft.com/office/drawing/2014/main" id="{3D020BD2-840F-EE34-42FF-6CE4989E9EF0}"/>
                </a:ext>
              </a:extLst>
            </p:cNvPr>
            <p:cNvSpPr txBox="1"/>
            <p:nvPr/>
          </p:nvSpPr>
          <p:spPr>
            <a:xfrm>
              <a:off x="2266542" y="1160111"/>
              <a:ext cx="2421743" cy="144655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rPr>
                <a:t>0 6</a:t>
              </a:r>
              <a:endParaRPr kumimoji="0" lang="zh-CN" altLang="en-US" sz="8800" b="0" i="0" u="none" strike="noStrike" kern="1200" cap="none" spc="600" normalizeH="0" baseline="0" noProof="0" dirty="0">
                <a:ln>
                  <a:noFill/>
                </a:ln>
                <a:solidFill>
                  <a:prstClr val="white"/>
                </a:solidFill>
                <a:effectLst>
                  <a:outerShdw blurRad="38100" dist="38100" dir="2700000" algn="tl">
                    <a:srgbClr val="000000">
                      <a:alpha val="43137"/>
                    </a:srgbClr>
                  </a:outerShdw>
                </a:effectLst>
                <a:uLnTx/>
                <a:uFillTx/>
                <a:latin typeface="Impact" panose="020B0806030902050204" pitchFamily="34" charset="0"/>
                <a:ea typeface="等线" panose="02010600030101010101" pitchFamily="2" charset="-122"/>
                <a:cs typeface="+mn-cs"/>
              </a:endParaRPr>
            </a:p>
          </p:txBody>
        </p:sp>
        <p:cxnSp>
          <p:nvCxnSpPr>
            <p:cNvPr id="10" name="直接连接符 9">
              <a:extLst>
                <a:ext uri="{FF2B5EF4-FFF2-40B4-BE49-F238E27FC236}">
                  <a16:creationId xmlns:a16="http://schemas.microsoft.com/office/drawing/2014/main" id="{BF25BD9E-3BBC-6EF4-0AC4-151F240C2BB1}"/>
                </a:ext>
              </a:extLst>
            </p:cNvPr>
            <p:cNvCxnSpPr/>
            <p:nvPr/>
          </p:nvCxnSpPr>
          <p:spPr>
            <a:xfrm>
              <a:off x="627599"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9AC6639F-9C81-821B-8CCB-52A4BFA1C592}"/>
                </a:ext>
              </a:extLst>
            </p:cNvPr>
            <p:cNvCxnSpPr/>
            <p:nvPr/>
          </p:nvCxnSpPr>
          <p:spPr>
            <a:xfrm>
              <a:off x="6096000" y="3338046"/>
              <a:ext cx="558263" cy="0"/>
            </a:xfrm>
            <a:prstGeom prst="line">
              <a:avLst/>
            </a:prstGeom>
            <a:ln w="6350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8241955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0E8BF0-A7B7-53C7-C080-2784ED48F3B0}"/>
            </a:ext>
          </a:extLst>
        </p:cNvPr>
        <p:cNvGrpSpPr/>
        <p:nvPr/>
      </p:nvGrpSpPr>
      <p:grpSpPr>
        <a:xfrm>
          <a:off x="0" y="0"/>
          <a:ext cx="0" cy="0"/>
          <a:chOff x="0" y="0"/>
          <a:chExt cx="0" cy="0"/>
        </a:xfrm>
      </p:grpSpPr>
      <p:sp>
        <p:nvSpPr>
          <p:cNvPr id="79" name="文本框 78">
            <a:extLst>
              <a:ext uri="{FF2B5EF4-FFF2-40B4-BE49-F238E27FC236}">
                <a16:creationId xmlns:a16="http://schemas.microsoft.com/office/drawing/2014/main" id="{37326A71-98CC-6800-96A5-903FD69CB6C1}"/>
              </a:ext>
            </a:extLst>
          </p:cNvPr>
          <p:cNvSpPr txBox="1"/>
          <p:nvPr/>
        </p:nvSpPr>
        <p:spPr>
          <a:xfrm>
            <a:off x="640947" y="1164122"/>
            <a:ext cx="10910106" cy="4846840"/>
          </a:xfrm>
          <a:prstGeom prst="rect">
            <a:avLst/>
          </a:prstGeom>
          <a:noFill/>
        </p:spPr>
        <p:txBody>
          <a:bodyPr wrap="square" rtlCol="0">
            <a:spAutoFit/>
          </a:bodyPr>
          <a:lstStyle/>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系统逻辑严密、运行稳定，圆满达成芯片表面缺陷的精准检测与分类目标。在检测精度、抗干扰鲁棒性与执行效率之间取得极佳平衡。具备极高的工业现场部署可行性与现实应用价值。</a:t>
            </a:r>
            <a:endParaRPr lang="en-US" altLang="zh-CN" sz="2400" spc="120" dirty="0">
              <a:latin typeface="思源黑体 CN Regular" panose="020B0500000000000000" pitchFamily="34" charset="-122"/>
              <a:ea typeface="思源黑体 CN Regular" panose="020B0500000000000000" pitchFamily="34" charset="-122"/>
            </a:endParaRPr>
          </a:p>
          <a:p>
            <a:pPr indent="720000">
              <a:lnSpc>
                <a:spcPct val="130000"/>
              </a:lnSpc>
            </a:pPr>
            <a:r>
              <a:rPr lang="zh-CN" altLang="en-US" sz="2400" spc="120" dirty="0">
                <a:latin typeface="思源黑体 CN Regular" panose="020B0500000000000000" pitchFamily="34" charset="-122"/>
                <a:ea typeface="思源黑体 CN Regular" panose="020B0500000000000000" pitchFamily="34" charset="-122"/>
              </a:rPr>
              <a:t>受限于当前条件，系统未来可从以下三个维度进行拓展：</a:t>
            </a: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1.</a:t>
            </a:r>
            <a:r>
              <a:rPr lang="zh-CN" altLang="en-US" sz="2400" spc="120" dirty="0">
                <a:latin typeface="思源黑体 CN Regular" panose="020B0500000000000000" pitchFamily="34" charset="-122"/>
                <a:ea typeface="思源黑体 CN Regular" panose="020B0500000000000000" pitchFamily="34" charset="-122"/>
              </a:rPr>
              <a:t>底层算力优化：引入 </a:t>
            </a:r>
            <a:r>
              <a:rPr lang="en-US" altLang="zh-CN" sz="2400" spc="120" dirty="0">
                <a:latin typeface="思源黑体 CN Regular" panose="020B0500000000000000" pitchFamily="34" charset="-122"/>
                <a:ea typeface="思源黑体 CN Regular" panose="020B0500000000000000" pitchFamily="34" charset="-122"/>
              </a:rPr>
              <a:t>SIMD </a:t>
            </a:r>
            <a:r>
              <a:rPr lang="zh-CN" altLang="en-US" sz="2400" spc="120" dirty="0">
                <a:latin typeface="思源黑体 CN Regular" panose="020B0500000000000000" pitchFamily="34" charset="-122"/>
                <a:ea typeface="思源黑体 CN Regular" panose="020B0500000000000000" pitchFamily="34" charset="-122"/>
              </a:rPr>
              <a:t>指令集或基于 </a:t>
            </a:r>
            <a:r>
              <a:rPr lang="en-US" altLang="zh-CN" sz="2400" spc="120" dirty="0">
                <a:latin typeface="思源黑体 CN Regular" panose="020B0500000000000000" pitchFamily="34" charset="-122"/>
                <a:ea typeface="思源黑体 CN Regular" panose="020B0500000000000000" pitchFamily="34" charset="-122"/>
              </a:rPr>
              <a:t>CUDA </a:t>
            </a:r>
            <a:r>
              <a:rPr lang="zh-CN" altLang="en-US" sz="2400" spc="120" dirty="0">
                <a:latin typeface="思源黑体 CN Regular" panose="020B0500000000000000" pitchFamily="34" charset="-122"/>
                <a:ea typeface="思源黑体 CN Regular" panose="020B0500000000000000" pitchFamily="34" charset="-122"/>
              </a:rPr>
              <a:t>的 </a:t>
            </a:r>
            <a:r>
              <a:rPr lang="en-US" altLang="zh-CN" sz="2400" spc="120" dirty="0">
                <a:latin typeface="思源黑体 CN Regular" panose="020B0500000000000000" pitchFamily="34" charset="-122"/>
                <a:ea typeface="思源黑体 CN Regular" panose="020B0500000000000000" pitchFamily="34" charset="-122"/>
              </a:rPr>
              <a:t>GPU </a:t>
            </a:r>
            <a:r>
              <a:rPr lang="zh-CN" altLang="en-US" sz="2400" spc="120" dirty="0">
                <a:latin typeface="思源黑体 CN Regular" panose="020B0500000000000000" pitchFamily="34" charset="-122"/>
                <a:ea typeface="思源黑体 CN Regular" panose="020B0500000000000000" pitchFamily="34" charset="-122"/>
              </a:rPr>
              <a:t>并行计算，进一步压缩高分辨率图像处理时间。</a:t>
            </a: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2.</a:t>
            </a:r>
            <a:r>
              <a:rPr lang="zh-CN" altLang="en-US" sz="2400" spc="120" dirty="0">
                <a:latin typeface="思源黑体 CN Regular" panose="020B0500000000000000" pitchFamily="34" charset="-122"/>
                <a:ea typeface="思源黑体 CN Regular" panose="020B0500000000000000" pitchFamily="34" charset="-122"/>
              </a:rPr>
              <a:t> 结合多角度结构光或暗场照明，提升对极浅划痕与细微坑洞的三维特征提取能力。</a:t>
            </a:r>
          </a:p>
          <a:p>
            <a:pPr indent="720000">
              <a:lnSpc>
                <a:spcPct val="130000"/>
              </a:lnSpc>
            </a:pPr>
            <a:r>
              <a:rPr lang="en-US" altLang="zh-CN" sz="2400" spc="120" dirty="0">
                <a:latin typeface="思源黑体 CN Regular" panose="020B0500000000000000" pitchFamily="34" charset="-122"/>
                <a:ea typeface="思源黑体 CN Regular" panose="020B0500000000000000" pitchFamily="34" charset="-122"/>
              </a:rPr>
              <a:t>3.</a:t>
            </a:r>
            <a:r>
              <a:rPr lang="zh-CN" altLang="en-US" sz="2400" spc="120" dirty="0">
                <a:latin typeface="思源黑体 CN Regular" panose="020B0500000000000000" pitchFamily="34" charset="-122"/>
                <a:ea typeface="思源黑体 CN Regular" panose="020B0500000000000000" pitchFamily="34" charset="-122"/>
              </a:rPr>
              <a:t> 引入机器学习（如 </a:t>
            </a:r>
            <a:r>
              <a:rPr lang="en-US" altLang="zh-CN" sz="2400" spc="120" dirty="0">
                <a:latin typeface="思源黑体 CN Regular" panose="020B0500000000000000" pitchFamily="34" charset="-122"/>
                <a:ea typeface="思源黑体 CN Regular" panose="020B0500000000000000" pitchFamily="34" charset="-122"/>
              </a:rPr>
              <a:t>SVM</a:t>
            </a:r>
            <a:r>
              <a:rPr lang="zh-CN" altLang="en-US" sz="2400" spc="120" dirty="0">
                <a:latin typeface="思源黑体 CN Regular" panose="020B0500000000000000" pitchFamily="34" charset="-122"/>
                <a:ea typeface="思源黑体 CN Regular" panose="020B0500000000000000" pitchFamily="34" charset="-122"/>
              </a:rPr>
              <a:t>）或轻量级深度学习网络（如 </a:t>
            </a:r>
            <a:r>
              <a:rPr lang="en-US" altLang="zh-CN" sz="2400" spc="120" dirty="0">
                <a:latin typeface="思源黑体 CN Regular" panose="020B0500000000000000" pitchFamily="34" charset="-122"/>
                <a:ea typeface="思源黑体 CN Regular" panose="020B0500000000000000" pitchFamily="34" charset="-122"/>
              </a:rPr>
              <a:t>YOLO</a:t>
            </a:r>
            <a:r>
              <a:rPr lang="zh-CN" altLang="en-US" sz="2400" spc="120" dirty="0">
                <a:latin typeface="思源黑体 CN Regular" panose="020B0500000000000000" pitchFamily="34" charset="-122"/>
                <a:ea typeface="思源黑体 CN Regular" panose="020B0500000000000000" pitchFamily="34" charset="-122"/>
              </a:rPr>
              <a:t>），重构端到端的检测框架，大幅提升系统泛化能力</a:t>
            </a:r>
            <a:endParaRPr lang="en-US" altLang="zh-CN" sz="2400" spc="120" dirty="0">
              <a:latin typeface="思源黑体 CN Regular" panose="020B0500000000000000" pitchFamily="34" charset="-122"/>
              <a:ea typeface="思源黑体 CN Regular" panose="020B0500000000000000" pitchFamily="34" charset="-122"/>
            </a:endParaRPr>
          </a:p>
        </p:txBody>
      </p:sp>
      <p:sp>
        <p:nvSpPr>
          <p:cNvPr id="80" name="半闭框 79">
            <a:extLst>
              <a:ext uri="{FF2B5EF4-FFF2-40B4-BE49-F238E27FC236}">
                <a16:creationId xmlns:a16="http://schemas.microsoft.com/office/drawing/2014/main" id="{81FEA294-995C-FECF-8EBA-E889ABBF3823}"/>
              </a:ext>
            </a:extLst>
          </p:cNvPr>
          <p:cNvSpPr/>
          <p:nvPr/>
        </p:nvSpPr>
        <p:spPr>
          <a:xfrm rot="10800000">
            <a:off x="9383613" y="4024213"/>
            <a:ext cx="2313087" cy="2313087"/>
          </a:xfrm>
          <a:prstGeom prst="halfFrame">
            <a:avLst>
              <a:gd name="adj1" fmla="val 11965"/>
              <a:gd name="adj2" fmla="val 10896"/>
            </a:avLst>
          </a:prstGeom>
          <a:solidFill>
            <a:srgbClr val="891D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3" name="标题 2">
            <a:extLst>
              <a:ext uri="{FF2B5EF4-FFF2-40B4-BE49-F238E27FC236}">
                <a16:creationId xmlns:a16="http://schemas.microsoft.com/office/drawing/2014/main" id="{27520F6A-AE7E-98F7-1272-3A05E87C49FB}"/>
              </a:ext>
            </a:extLst>
          </p:cNvPr>
          <p:cNvSpPr>
            <a:spLocks noGrp="1"/>
          </p:cNvSpPr>
          <p:nvPr>
            <p:ph type="title"/>
          </p:nvPr>
        </p:nvSpPr>
        <p:spPr/>
        <p:txBody>
          <a:bodyPr/>
          <a:lstStyle/>
          <a:p>
            <a:r>
              <a:rPr lang="en-US" altLang="zh-CN" dirty="0">
                <a:solidFill>
                  <a:srgbClr val="891D86"/>
                </a:solidFill>
              </a:rPr>
              <a:t>6</a:t>
            </a:r>
            <a:r>
              <a:rPr lang="zh-CN" altLang="en-US" dirty="0">
                <a:solidFill>
                  <a:srgbClr val="891D86"/>
                </a:solidFill>
              </a:rPr>
              <a:t> 总结与展望</a:t>
            </a:r>
            <a:endParaRPr lang="zh-CN" altLang="en-US" dirty="0"/>
          </a:p>
        </p:txBody>
      </p:sp>
    </p:spTree>
    <p:extLst>
      <p:ext uri="{BB962C8B-B14F-4D97-AF65-F5344CB8AC3E}">
        <p14:creationId xmlns:p14="http://schemas.microsoft.com/office/powerpoint/2010/main" val="9284901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0"/>
            <a:ext cx="12192000" cy="3510470"/>
          </a:xfrm>
          <a:prstGeom prst="rect">
            <a:avLst/>
          </a:prstGeom>
        </p:spPr>
      </p:pic>
      <p:sp>
        <p:nvSpPr>
          <p:cNvPr id="3" name="矩形 2"/>
          <p:cNvSpPr/>
          <p:nvPr/>
        </p:nvSpPr>
        <p:spPr>
          <a:xfrm>
            <a:off x="0" y="38100"/>
            <a:ext cx="12192000" cy="6991350"/>
          </a:xfrm>
          <a:prstGeom prst="rect">
            <a:avLst/>
          </a:prstGeom>
          <a:gradFill flip="none" rotWithShape="1">
            <a:gsLst>
              <a:gs pos="51000">
                <a:srgbClr val="891D86"/>
              </a:gs>
              <a:gs pos="99083">
                <a:schemeClr val="bg1">
                  <a:alpha val="0"/>
                </a:schemeClr>
              </a:gs>
              <a:gs pos="66000">
                <a:srgbClr val="891D86">
                  <a:alpha val="28000"/>
                </a:srgbClr>
              </a:gs>
              <a:gs pos="0">
                <a:srgbClr val="891D86"/>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cs"/>
            </a:endParaRPr>
          </a:p>
        </p:txBody>
      </p:sp>
      <p:sp>
        <p:nvSpPr>
          <p:cNvPr id="68" name="文本框 67">
            <a:extLst>
              <a:ext uri="{FF2B5EF4-FFF2-40B4-BE49-F238E27FC236}">
                <a16:creationId xmlns:a16="http://schemas.microsoft.com/office/drawing/2014/main" id="{4262A2A6-6764-4650-AE75-A0A2F3B72049}"/>
              </a:ext>
            </a:extLst>
          </p:cNvPr>
          <p:cNvSpPr txBox="1"/>
          <p:nvPr/>
        </p:nvSpPr>
        <p:spPr>
          <a:xfrm>
            <a:off x="0" y="2769478"/>
            <a:ext cx="12192000" cy="957570"/>
          </a:xfrm>
          <a:prstGeom prst="rect">
            <a:avLst/>
          </a:prstGeom>
          <a:noFill/>
        </p:spPr>
        <p:txBody>
          <a:bodyPr wrap="square" rtlCol="0">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zh-CN" altLang="en-US" sz="5400" b="1" i="0" u="none" strike="noStrike" kern="1200" cap="none" spc="4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mn-ea"/>
                <a:sym typeface="Arial" panose="020B0604020202020204" pitchFamily="34" charset="0"/>
              </a:rPr>
              <a:t>感谢各位老师的悉心指导！</a:t>
            </a:r>
          </a:p>
        </p:txBody>
      </p:sp>
      <p:sp>
        <p:nvSpPr>
          <p:cNvPr id="70" name="文本框 69">
            <a:extLst>
              <a:ext uri="{FF2B5EF4-FFF2-40B4-BE49-F238E27FC236}">
                <a16:creationId xmlns:a16="http://schemas.microsoft.com/office/drawing/2014/main" id="{7B679737-0AC2-4D5E-83CC-F1352AC76C63}"/>
              </a:ext>
            </a:extLst>
          </p:cNvPr>
          <p:cNvSpPr txBox="1"/>
          <p:nvPr/>
        </p:nvSpPr>
        <p:spPr>
          <a:xfrm>
            <a:off x="1581150" y="3830684"/>
            <a:ext cx="8753389" cy="498598"/>
          </a:xfrm>
          <a:prstGeom prst="rect">
            <a:avLst/>
          </a:prstGeom>
          <a:noFill/>
        </p:spPr>
        <p:txBody>
          <a:bodyPr wrap="square" rtlCol="0">
            <a:spAutoFit/>
          </a:bodyPr>
          <a:lstStyle/>
          <a:p>
            <a:pPr marL="0" marR="0" lvl="0" indent="0" algn="dist" defTabSz="914400" rtl="0" eaLnBrk="1" fontAlgn="auto" latinLnBrk="0" hangingPunct="1">
              <a:lnSpc>
                <a:spcPct val="110000"/>
              </a:lnSpc>
              <a:spcBef>
                <a:spcPts val="0"/>
              </a:spcBef>
              <a:spcAft>
                <a:spcPts val="0"/>
              </a:spcAft>
              <a:buClrTx/>
              <a:buSzTx/>
              <a:buFontTx/>
              <a:buNone/>
              <a:tabLst/>
              <a:defRPr/>
            </a:pPr>
            <a:r>
              <a:rPr kumimoji="0" lang="en-US" altLang="zh-CN" sz="2400" b="0" i="1" u="none" strike="noStrike" kern="1200" cap="none" spc="0" normalizeH="0" baseline="0" noProof="0" dirty="0">
                <a:ln>
                  <a:noFill/>
                </a:ln>
                <a:solidFill>
                  <a:prstClr val="white"/>
                </a:solidFill>
                <a:effectLst/>
                <a:uLnTx/>
                <a:uFillTx/>
                <a:latin typeface="Arial" panose="020B0604020202020204" pitchFamily="34" charset="0"/>
                <a:ea typeface="Microsoft YaHei" panose="020B0503020204020204" pitchFamily="34" charset="-122"/>
                <a:cs typeface="Arial" panose="020B0604020202020204" pitchFamily="34" charset="0"/>
                <a:sym typeface="Arial" panose="020B0604020202020204" pitchFamily="34" charset="0"/>
              </a:rPr>
              <a:t>THANKS TO THE TEACHER‘S CAREFUL GUIDANCE</a:t>
            </a:r>
            <a:r>
              <a:rPr kumimoji="0" lang="zh-CN" altLang="en-US" sz="2400" b="1" i="0" u="none" strike="noStrike" kern="1200" cap="none" spc="0" normalizeH="0" baseline="0" noProof="0" dirty="0">
                <a:ln>
                  <a:noFill/>
                </a:ln>
                <a:solidFill>
                  <a:prstClr val="white"/>
                </a:solidFill>
                <a:effectLst/>
                <a:uLnTx/>
                <a:uFillTx/>
                <a:latin typeface="Arial Black" panose="020B0A04020102020204" pitchFamily="34" charset="0"/>
                <a:ea typeface="Microsoft YaHei" panose="020B0503020204020204" pitchFamily="34" charset="-122"/>
                <a:cs typeface="Times New Roman" panose="02020603050405020304" pitchFamily="18" charset="0"/>
                <a:sym typeface="Arial" panose="020B0604020202020204" pitchFamily="34" charset="0"/>
              </a:rPr>
              <a:t>！</a:t>
            </a:r>
            <a:endParaRPr kumimoji="0" lang="en-US" altLang="zh-CN" sz="1800" b="1" i="0" u="none" strike="noStrike" kern="1200" cap="none" spc="0" normalizeH="0" baseline="0" noProof="0" dirty="0">
              <a:ln>
                <a:noFill/>
              </a:ln>
              <a:solidFill>
                <a:prstClr val="white"/>
              </a:solidFill>
              <a:effectLst/>
              <a:uLnTx/>
              <a:uFillTx/>
              <a:latin typeface="Arial Black" panose="020B0A04020102020204" pitchFamily="34" charset="0"/>
              <a:ea typeface="Microsoft YaHei" panose="020B0503020204020204" pitchFamily="34" charset="-122"/>
              <a:cs typeface="Times New Roman" panose="02020603050405020304" pitchFamily="18" charset="0"/>
              <a:sym typeface="Arial" panose="020B0604020202020204" pitchFamily="34" charset="0"/>
            </a:endParaRPr>
          </a:p>
        </p:txBody>
      </p:sp>
      <p:sp>
        <p:nvSpPr>
          <p:cNvPr id="71" name="文本框 70"/>
          <p:cNvSpPr txBox="1"/>
          <p:nvPr/>
        </p:nvSpPr>
        <p:spPr>
          <a:xfrm>
            <a:off x="1581150" y="4496299"/>
            <a:ext cx="8644093" cy="581057"/>
          </a:xfrm>
          <a:prstGeom prst="rect">
            <a:avLst/>
          </a:prstGeom>
          <a:noFill/>
        </p:spPr>
        <p:txBody>
          <a:bodyPr wrap="square" rtlCol="0">
            <a:spAutoFit/>
          </a:bodyPr>
          <a:lstStyle/>
          <a:p>
            <a:pPr marL="0" marR="0" lvl="0" indent="0" algn="ctr" defTabSz="914400" rtl="0" eaLnBrk="1" fontAlgn="auto" latinLnBrk="0" hangingPunct="1">
              <a:lnSpc>
                <a:spcPct val="15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答  辩  人：</a:t>
            </a:r>
            <a:r>
              <a:rPr lang="zh-CN" altLang="en-US" sz="2400" dirty="0">
                <a:solidFill>
                  <a:prstClr val="white"/>
                </a:solidFill>
                <a:latin typeface="思源黑体 CN Regular" panose="020B0500000000000000" pitchFamily="34" charset="-122"/>
                <a:ea typeface="思源黑体 CN Regular" panose="020B0500000000000000" pitchFamily="34" charset="-122"/>
              </a:rPr>
              <a:t>王鹏</a:t>
            </a:r>
            <a:r>
              <a:rPr kumimoji="0" lang="en-US" altLang="zh-CN"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              </a:t>
            </a:r>
            <a:r>
              <a:rPr kumimoji="0" lang="zh-CN" altLang="en-US"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指  导  老  师：</a:t>
            </a:r>
            <a:r>
              <a:rPr lang="zh-CN" altLang="en-US" sz="2400" dirty="0">
                <a:solidFill>
                  <a:prstClr val="white"/>
                </a:solidFill>
                <a:latin typeface="思源黑体 CN Regular" panose="020B0500000000000000" pitchFamily="34" charset="-122"/>
                <a:ea typeface="思源黑体 CN Regular" panose="020B0500000000000000" pitchFamily="34" charset="-122"/>
              </a:rPr>
              <a:t>吕建勇</a:t>
            </a:r>
            <a:r>
              <a:rPr kumimoji="0" lang="en-US" altLang="zh-CN"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rPr>
              <a:t> </a:t>
            </a:r>
            <a:endParaRPr kumimoji="0" lang="zh-CN" altLang="en-US" sz="2400" b="0" i="0" u="none" strike="noStrike" kern="1200" cap="none" spc="0" normalizeH="0" baseline="0" noProof="0" dirty="0">
              <a:ln>
                <a:noFill/>
              </a:ln>
              <a:solidFill>
                <a:prstClr val="white"/>
              </a:solidFill>
              <a:effectLst/>
              <a:uLnTx/>
              <a:uFillTx/>
              <a:latin typeface="思源黑体 CN Regular" panose="020B0500000000000000" pitchFamily="34" charset="-122"/>
              <a:ea typeface="思源黑体 CN Regular" panose="020B0500000000000000" pitchFamily="34" charset="-122"/>
              <a:cs typeface="+mn-cs"/>
            </a:endParaRPr>
          </a:p>
        </p:txBody>
      </p:sp>
      <p:grpSp>
        <p:nvGrpSpPr>
          <p:cNvPr id="67" name="组合 66"/>
          <p:cNvGrpSpPr/>
          <p:nvPr/>
        </p:nvGrpSpPr>
        <p:grpSpPr>
          <a:xfrm>
            <a:off x="8757996" y="5655104"/>
            <a:ext cx="2934494" cy="675437"/>
            <a:chOff x="-2189163" y="-1093788"/>
            <a:chExt cx="5924551" cy="1363663"/>
          </a:xfrm>
          <a:solidFill>
            <a:schemeClr val="bg1"/>
          </a:solidFill>
        </p:grpSpPr>
        <p:sp>
          <p:nvSpPr>
            <p:cNvPr id="69" name="Freeform 5"/>
            <p:cNvSpPr>
              <a:spLocks/>
            </p:cNvSpPr>
            <p:nvPr/>
          </p:nvSpPr>
          <p:spPr bwMode="auto">
            <a:xfrm>
              <a:off x="2462212" y="-917575"/>
              <a:ext cx="571500" cy="677863"/>
            </a:xfrm>
            <a:custGeom>
              <a:avLst/>
              <a:gdLst>
                <a:gd name="T0" fmla="*/ 687 w 749"/>
                <a:gd name="T1" fmla="*/ 778 h 886"/>
                <a:gd name="T2" fmla="*/ 627 w 749"/>
                <a:gd name="T3" fmla="*/ 739 h 886"/>
                <a:gd name="T4" fmla="*/ 552 w 749"/>
                <a:gd name="T5" fmla="*/ 674 h 886"/>
                <a:gd name="T6" fmla="*/ 491 w 749"/>
                <a:gd name="T7" fmla="*/ 607 h 886"/>
                <a:gd name="T8" fmla="*/ 421 w 749"/>
                <a:gd name="T9" fmla="*/ 518 h 886"/>
                <a:gd name="T10" fmla="*/ 418 w 749"/>
                <a:gd name="T11" fmla="*/ 478 h 886"/>
                <a:gd name="T12" fmla="*/ 431 w 749"/>
                <a:gd name="T13" fmla="*/ 447 h 886"/>
                <a:gd name="T14" fmla="*/ 456 w 749"/>
                <a:gd name="T15" fmla="*/ 405 h 886"/>
                <a:gd name="T16" fmla="*/ 530 w 749"/>
                <a:gd name="T17" fmla="*/ 383 h 886"/>
                <a:gd name="T18" fmla="*/ 574 w 749"/>
                <a:gd name="T19" fmla="*/ 346 h 886"/>
                <a:gd name="T20" fmla="*/ 589 w 749"/>
                <a:gd name="T21" fmla="*/ 313 h 886"/>
                <a:gd name="T22" fmla="*/ 595 w 749"/>
                <a:gd name="T23" fmla="*/ 295 h 886"/>
                <a:gd name="T24" fmla="*/ 600 w 749"/>
                <a:gd name="T25" fmla="*/ 273 h 886"/>
                <a:gd name="T26" fmla="*/ 593 w 749"/>
                <a:gd name="T27" fmla="*/ 250 h 886"/>
                <a:gd name="T28" fmla="*/ 529 w 749"/>
                <a:gd name="T29" fmla="*/ 230 h 886"/>
                <a:gd name="T30" fmla="*/ 489 w 749"/>
                <a:gd name="T31" fmla="*/ 246 h 886"/>
                <a:gd name="T32" fmla="*/ 480 w 749"/>
                <a:gd name="T33" fmla="*/ 251 h 886"/>
                <a:gd name="T34" fmla="*/ 476 w 749"/>
                <a:gd name="T35" fmla="*/ 240 h 886"/>
                <a:gd name="T36" fmla="*/ 485 w 749"/>
                <a:gd name="T37" fmla="*/ 163 h 886"/>
                <a:gd name="T38" fmla="*/ 488 w 749"/>
                <a:gd name="T39" fmla="*/ 76 h 886"/>
                <a:gd name="T40" fmla="*/ 480 w 749"/>
                <a:gd name="T41" fmla="*/ 52 h 886"/>
                <a:gd name="T42" fmla="*/ 428 w 749"/>
                <a:gd name="T43" fmla="*/ 7 h 886"/>
                <a:gd name="T44" fmla="*/ 388 w 749"/>
                <a:gd name="T45" fmla="*/ 13 h 886"/>
                <a:gd name="T46" fmla="*/ 359 w 749"/>
                <a:gd name="T47" fmla="*/ 78 h 886"/>
                <a:gd name="T48" fmla="*/ 363 w 749"/>
                <a:gd name="T49" fmla="*/ 142 h 886"/>
                <a:gd name="T50" fmla="*/ 353 w 749"/>
                <a:gd name="T51" fmla="*/ 282 h 886"/>
                <a:gd name="T52" fmla="*/ 328 w 749"/>
                <a:gd name="T53" fmla="*/ 312 h 886"/>
                <a:gd name="T54" fmla="*/ 281 w 749"/>
                <a:gd name="T55" fmla="*/ 327 h 886"/>
                <a:gd name="T56" fmla="*/ 184 w 749"/>
                <a:gd name="T57" fmla="*/ 352 h 886"/>
                <a:gd name="T58" fmla="*/ 129 w 749"/>
                <a:gd name="T59" fmla="*/ 394 h 886"/>
                <a:gd name="T60" fmla="*/ 129 w 749"/>
                <a:gd name="T61" fmla="*/ 415 h 886"/>
                <a:gd name="T62" fmla="*/ 148 w 749"/>
                <a:gd name="T63" fmla="*/ 464 h 886"/>
                <a:gd name="T64" fmla="*/ 156 w 749"/>
                <a:gd name="T65" fmla="*/ 471 h 886"/>
                <a:gd name="T66" fmla="*/ 208 w 749"/>
                <a:gd name="T67" fmla="*/ 481 h 886"/>
                <a:gd name="T68" fmla="*/ 270 w 749"/>
                <a:gd name="T69" fmla="*/ 471 h 886"/>
                <a:gd name="T70" fmla="*/ 309 w 749"/>
                <a:gd name="T71" fmla="*/ 460 h 886"/>
                <a:gd name="T72" fmla="*/ 271 w 749"/>
                <a:gd name="T73" fmla="*/ 549 h 886"/>
                <a:gd name="T74" fmla="*/ 151 w 749"/>
                <a:gd name="T75" fmla="*/ 723 h 886"/>
                <a:gd name="T76" fmla="*/ 1 w 749"/>
                <a:gd name="T77" fmla="*/ 836 h 886"/>
                <a:gd name="T78" fmla="*/ 11 w 749"/>
                <a:gd name="T79" fmla="*/ 840 h 886"/>
                <a:gd name="T80" fmla="*/ 58 w 749"/>
                <a:gd name="T81" fmla="*/ 843 h 886"/>
                <a:gd name="T82" fmla="*/ 108 w 749"/>
                <a:gd name="T83" fmla="*/ 840 h 886"/>
                <a:gd name="T84" fmla="*/ 240 w 749"/>
                <a:gd name="T85" fmla="*/ 757 h 886"/>
                <a:gd name="T86" fmla="*/ 299 w 749"/>
                <a:gd name="T87" fmla="*/ 693 h 886"/>
                <a:gd name="T88" fmla="*/ 357 w 749"/>
                <a:gd name="T89" fmla="*/ 606 h 886"/>
                <a:gd name="T90" fmla="*/ 371 w 749"/>
                <a:gd name="T91" fmla="*/ 606 h 886"/>
                <a:gd name="T92" fmla="*/ 414 w 749"/>
                <a:gd name="T93" fmla="*/ 689 h 886"/>
                <a:gd name="T94" fmla="*/ 448 w 749"/>
                <a:gd name="T95" fmla="*/ 757 h 886"/>
                <a:gd name="T96" fmla="*/ 475 w 749"/>
                <a:gd name="T97" fmla="*/ 804 h 886"/>
                <a:gd name="T98" fmla="*/ 521 w 749"/>
                <a:gd name="T99" fmla="*/ 853 h 886"/>
                <a:gd name="T100" fmla="*/ 571 w 749"/>
                <a:gd name="T101" fmla="*/ 871 h 886"/>
                <a:gd name="T102" fmla="*/ 616 w 749"/>
                <a:gd name="T103" fmla="*/ 883 h 886"/>
                <a:gd name="T104" fmla="*/ 645 w 749"/>
                <a:gd name="T105" fmla="*/ 885 h 886"/>
                <a:gd name="T106" fmla="*/ 698 w 749"/>
                <a:gd name="T107" fmla="*/ 880 h 886"/>
                <a:gd name="T108" fmla="*/ 710 w 749"/>
                <a:gd name="T109" fmla="*/ 865 h 886"/>
                <a:gd name="T110" fmla="*/ 725 w 749"/>
                <a:gd name="T111" fmla="*/ 849 h 886"/>
                <a:gd name="T112" fmla="*/ 738 w 749"/>
                <a:gd name="T113" fmla="*/ 830 h 886"/>
                <a:gd name="T114" fmla="*/ 747 w 749"/>
                <a:gd name="T115" fmla="*/ 807 h 886"/>
                <a:gd name="T116" fmla="*/ 687 w 749"/>
                <a:gd name="T117" fmla="*/ 778 h 8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749" h="886">
                  <a:moveTo>
                    <a:pt x="687" y="778"/>
                  </a:moveTo>
                  <a:cubicBezTo>
                    <a:pt x="662" y="764"/>
                    <a:pt x="650" y="754"/>
                    <a:pt x="627" y="739"/>
                  </a:cubicBezTo>
                  <a:cubicBezTo>
                    <a:pt x="598" y="718"/>
                    <a:pt x="576" y="700"/>
                    <a:pt x="552" y="674"/>
                  </a:cubicBezTo>
                  <a:cubicBezTo>
                    <a:pt x="532" y="653"/>
                    <a:pt x="510" y="629"/>
                    <a:pt x="491" y="607"/>
                  </a:cubicBezTo>
                  <a:cubicBezTo>
                    <a:pt x="467" y="580"/>
                    <a:pt x="437" y="538"/>
                    <a:pt x="421" y="518"/>
                  </a:cubicBezTo>
                  <a:cubicBezTo>
                    <a:pt x="408" y="502"/>
                    <a:pt x="412" y="489"/>
                    <a:pt x="418" y="478"/>
                  </a:cubicBezTo>
                  <a:cubicBezTo>
                    <a:pt x="424" y="466"/>
                    <a:pt x="427" y="459"/>
                    <a:pt x="431" y="447"/>
                  </a:cubicBezTo>
                  <a:cubicBezTo>
                    <a:pt x="436" y="431"/>
                    <a:pt x="439" y="413"/>
                    <a:pt x="456" y="405"/>
                  </a:cubicBezTo>
                  <a:cubicBezTo>
                    <a:pt x="480" y="394"/>
                    <a:pt x="501" y="381"/>
                    <a:pt x="530" y="383"/>
                  </a:cubicBezTo>
                  <a:cubicBezTo>
                    <a:pt x="548" y="384"/>
                    <a:pt x="568" y="364"/>
                    <a:pt x="574" y="346"/>
                  </a:cubicBezTo>
                  <a:cubicBezTo>
                    <a:pt x="578" y="335"/>
                    <a:pt x="584" y="324"/>
                    <a:pt x="589" y="313"/>
                  </a:cubicBezTo>
                  <a:cubicBezTo>
                    <a:pt x="592" y="307"/>
                    <a:pt x="594" y="301"/>
                    <a:pt x="595" y="295"/>
                  </a:cubicBezTo>
                  <a:cubicBezTo>
                    <a:pt x="597" y="288"/>
                    <a:pt x="597" y="280"/>
                    <a:pt x="600" y="273"/>
                  </a:cubicBezTo>
                  <a:cubicBezTo>
                    <a:pt x="604" y="260"/>
                    <a:pt x="604" y="257"/>
                    <a:pt x="593" y="250"/>
                  </a:cubicBezTo>
                  <a:cubicBezTo>
                    <a:pt x="573" y="239"/>
                    <a:pt x="552" y="231"/>
                    <a:pt x="529" y="230"/>
                  </a:cubicBezTo>
                  <a:cubicBezTo>
                    <a:pt x="513" y="230"/>
                    <a:pt x="499" y="231"/>
                    <a:pt x="489" y="246"/>
                  </a:cubicBezTo>
                  <a:cubicBezTo>
                    <a:pt x="487" y="249"/>
                    <a:pt x="483" y="252"/>
                    <a:pt x="480" y="251"/>
                  </a:cubicBezTo>
                  <a:cubicBezTo>
                    <a:pt x="476" y="250"/>
                    <a:pt x="476" y="244"/>
                    <a:pt x="476" y="240"/>
                  </a:cubicBezTo>
                  <a:cubicBezTo>
                    <a:pt x="479" y="214"/>
                    <a:pt x="483" y="189"/>
                    <a:pt x="485" y="163"/>
                  </a:cubicBezTo>
                  <a:cubicBezTo>
                    <a:pt x="487" y="134"/>
                    <a:pt x="488" y="105"/>
                    <a:pt x="488" y="76"/>
                  </a:cubicBezTo>
                  <a:cubicBezTo>
                    <a:pt x="488" y="68"/>
                    <a:pt x="484" y="60"/>
                    <a:pt x="480" y="52"/>
                  </a:cubicBezTo>
                  <a:cubicBezTo>
                    <a:pt x="468" y="31"/>
                    <a:pt x="450" y="17"/>
                    <a:pt x="428" y="7"/>
                  </a:cubicBezTo>
                  <a:cubicBezTo>
                    <a:pt x="413" y="0"/>
                    <a:pt x="400" y="0"/>
                    <a:pt x="388" y="13"/>
                  </a:cubicBezTo>
                  <a:cubicBezTo>
                    <a:pt x="371" y="31"/>
                    <a:pt x="354" y="49"/>
                    <a:pt x="359" y="78"/>
                  </a:cubicBezTo>
                  <a:cubicBezTo>
                    <a:pt x="362" y="99"/>
                    <a:pt x="363" y="121"/>
                    <a:pt x="363" y="142"/>
                  </a:cubicBezTo>
                  <a:cubicBezTo>
                    <a:pt x="363" y="189"/>
                    <a:pt x="361" y="236"/>
                    <a:pt x="353" y="282"/>
                  </a:cubicBezTo>
                  <a:cubicBezTo>
                    <a:pt x="350" y="297"/>
                    <a:pt x="342" y="307"/>
                    <a:pt x="328" y="312"/>
                  </a:cubicBezTo>
                  <a:cubicBezTo>
                    <a:pt x="312" y="317"/>
                    <a:pt x="297" y="321"/>
                    <a:pt x="281" y="327"/>
                  </a:cubicBezTo>
                  <a:cubicBezTo>
                    <a:pt x="250" y="338"/>
                    <a:pt x="218" y="350"/>
                    <a:pt x="184" y="352"/>
                  </a:cubicBezTo>
                  <a:cubicBezTo>
                    <a:pt x="159" y="353"/>
                    <a:pt x="136" y="370"/>
                    <a:pt x="129" y="394"/>
                  </a:cubicBezTo>
                  <a:cubicBezTo>
                    <a:pt x="128" y="401"/>
                    <a:pt x="127" y="409"/>
                    <a:pt x="129" y="415"/>
                  </a:cubicBezTo>
                  <a:cubicBezTo>
                    <a:pt x="135" y="432"/>
                    <a:pt x="141" y="448"/>
                    <a:pt x="148" y="464"/>
                  </a:cubicBezTo>
                  <a:cubicBezTo>
                    <a:pt x="150" y="467"/>
                    <a:pt x="153" y="469"/>
                    <a:pt x="156" y="471"/>
                  </a:cubicBezTo>
                  <a:cubicBezTo>
                    <a:pt x="172" y="480"/>
                    <a:pt x="190" y="483"/>
                    <a:pt x="208" y="481"/>
                  </a:cubicBezTo>
                  <a:cubicBezTo>
                    <a:pt x="229" y="478"/>
                    <a:pt x="249" y="474"/>
                    <a:pt x="270" y="471"/>
                  </a:cubicBezTo>
                  <a:cubicBezTo>
                    <a:pt x="280" y="469"/>
                    <a:pt x="297" y="463"/>
                    <a:pt x="309" y="460"/>
                  </a:cubicBezTo>
                  <a:cubicBezTo>
                    <a:pt x="307" y="467"/>
                    <a:pt x="289" y="513"/>
                    <a:pt x="271" y="549"/>
                  </a:cubicBezTo>
                  <a:cubicBezTo>
                    <a:pt x="246" y="599"/>
                    <a:pt x="218" y="650"/>
                    <a:pt x="151" y="723"/>
                  </a:cubicBezTo>
                  <a:cubicBezTo>
                    <a:pt x="76" y="807"/>
                    <a:pt x="11" y="826"/>
                    <a:pt x="1" y="836"/>
                  </a:cubicBezTo>
                  <a:cubicBezTo>
                    <a:pt x="0" y="837"/>
                    <a:pt x="4" y="838"/>
                    <a:pt x="11" y="840"/>
                  </a:cubicBezTo>
                  <a:cubicBezTo>
                    <a:pt x="21" y="841"/>
                    <a:pt x="54" y="843"/>
                    <a:pt x="58" y="843"/>
                  </a:cubicBezTo>
                  <a:cubicBezTo>
                    <a:pt x="74" y="843"/>
                    <a:pt x="93" y="845"/>
                    <a:pt x="108" y="840"/>
                  </a:cubicBezTo>
                  <a:cubicBezTo>
                    <a:pt x="129" y="833"/>
                    <a:pt x="203" y="791"/>
                    <a:pt x="240" y="757"/>
                  </a:cubicBezTo>
                  <a:cubicBezTo>
                    <a:pt x="264" y="734"/>
                    <a:pt x="294" y="700"/>
                    <a:pt x="299" y="693"/>
                  </a:cubicBezTo>
                  <a:cubicBezTo>
                    <a:pt x="319" y="664"/>
                    <a:pt x="338" y="635"/>
                    <a:pt x="357" y="606"/>
                  </a:cubicBezTo>
                  <a:cubicBezTo>
                    <a:pt x="363" y="596"/>
                    <a:pt x="366" y="596"/>
                    <a:pt x="371" y="606"/>
                  </a:cubicBezTo>
                  <a:cubicBezTo>
                    <a:pt x="386" y="633"/>
                    <a:pt x="400" y="661"/>
                    <a:pt x="414" y="689"/>
                  </a:cubicBezTo>
                  <a:cubicBezTo>
                    <a:pt x="425" y="711"/>
                    <a:pt x="436" y="734"/>
                    <a:pt x="448" y="757"/>
                  </a:cubicBezTo>
                  <a:cubicBezTo>
                    <a:pt x="457" y="773"/>
                    <a:pt x="468" y="787"/>
                    <a:pt x="475" y="804"/>
                  </a:cubicBezTo>
                  <a:cubicBezTo>
                    <a:pt x="485" y="827"/>
                    <a:pt x="501" y="842"/>
                    <a:pt x="521" y="853"/>
                  </a:cubicBezTo>
                  <a:cubicBezTo>
                    <a:pt x="537" y="861"/>
                    <a:pt x="554" y="866"/>
                    <a:pt x="571" y="871"/>
                  </a:cubicBezTo>
                  <a:cubicBezTo>
                    <a:pt x="586" y="876"/>
                    <a:pt x="601" y="881"/>
                    <a:pt x="616" y="883"/>
                  </a:cubicBezTo>
                  <a:cubicBezTo>
                    <a:pt x="630" y="885"/>
                    <a:pt x="635" y="885"/>
                    <a:pt x="645" y="885"/>
                  </a:cubicBezTo>
                  <a:cubicBezTo>
                    <a:pt x="662" y="886"/>
                    <a:pt x="693" y="886"/>
                    <a:pt x="698" y="880"/>
                  </a:cubicBezTo>
                  <a:cubicBezTo>
                    <a:pt x="706" y="871"/>
                    <a:pt x="707" y="869"/>
                    <a:pt x="710" y="865"/>
                  </a:cubicBezTo>
                  <a:cubicBezTo>
                    <a:pt x="713" y="861"/>
                    <a:pt x="720" y="855"/>
                    <a:pt x="725" y="849"/>
                  </a:cubicBezTo>
                  <a:cubicBezTo>
                    <a:pt x="730" y="844"/>
                    <a:pt x="733" y="838"/>
                    <a:pt x="738" y="830"/>
                  </a:cubicBezTo>
                  <a:cubicBezTo>
                    <a:pt x="745" y="816"/>
                    <a:pt x="749" y="808"/>
                    <a:pt x="747" y="807"/>
                  </a:cubicBezTo>
                  <a:cubicBezTo>
                    <a:pt x="746" y="805"/>
                    <a:pt x="728" y="801"/>
                    <a:pt x="687" y="7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2" name="Freeform 6"/>
            <p:cNvSpPr>
              <a:spLocks/>
            </p:cNvSpPr>
            <p:nvPr/>
          </p:nvSpPr>
          <p:spPr bwMode="auto">
            <a:xfrm>
              <a:off x="-431800" y="-979488"/>
              <a:ext cx="579438" cy="877888"/>
            </a:xfrm>
            <a:custGeom>
              <a:avLst/>
              <a:gdLst>
                <a:gd name="T0" fmla="*/ 420 w 758"/>
                <a:gd name="T1" fmla="*/ 385 h 1147"/>
                <a:gd name="T2" fmla="*/ 338 w 758"/>
                <a:gd name="T3" fmla="*/ 398 h 1147"/>
                <a:gd name="T4" fmla="*/ 405 w 758"/>
                <a:gd name="T5" fmla="*/ 284 h 1147"/>
                <a:gd name="T6" fmla="*/ 486 w 758"/>
                <a:gd name="T7" fmla="*/ 260 h 1147"/>
                <a:gd name="T8" fmla="*/ 545 w 758"/>
                <a:gd name="T9" fmla="*/ 194 h 1147"/>
                <a:gd name="T10" fmla="*/ 513 w 758"/>
                <a:gd name="T11" fmla="*/ 146 h 1147"/>
                <a:gd name="T12" fmla="*/ 463 w 758"/>
                <a:gd name="T13" fmla="*/ 150 h 1147"/>
                <a:gd name="T14" fmla="*/ 455 w 758"/>
                <a:gd name="T15" fmla="*/ 68 h 1147"/>
                <a:gd name="T16" fmla="*/ 316 w 758"/>
                <a:gd name="T17" fmla="*/ 53 h 1147"/>
                <a:gd name="T18" fmla="*/ 299 w 758"/>
                <a:gd name="T19" fmla="*/ 185 h 1147"/>
                <a:gd name="T20" fmla="*/ 266 w 758"/>
                <a:gd name="T21" fmla="*/ 226 h 1147"/>
                <a:gd name="T22" fmla="*/ 179 w 758"/>
                <a:gd name="T23" fmla="*/ 279 h 1147"/>
                <a:gd name="T24" fmla="*/ 226 w 758"/>
                <a:gd name="T25" fmla="*/ 377 h 1147"/>
                <a:gd name="T26" fmla="*/ 118 w 758"/>
                <a:gd name="T27" fmla="*/ 531 h 1147"/>
                <a:gd name="T28" fmla="*/ 85 w 758"/>
                <a:gd name="T29" fmla="*/ 540 h 1147"/>
                <a:gd name="T30" fmla="*/ 3 w 758"/>
                <a:gd name="T31" fmla="*/ 692 h 1147"/>
                <a:gd name="T32" fmla="*/ 11 w 758"/>
                <a:gd name="T33" fmla="*/ 948 h 1147"/>
                <a:gd name="T34" fmla="*/ 57 w 758"/>
                <a:gd name="T35" fmla="*/ 1008 h 1147"/>
                <a:gd name="T36" fmla="*/ 105 w 758"/>
                <a:gd name="T37" fmla="*/ 1016 h 1147"/>
                <a:gd name="T38" fmla="*/ 132 w 758"/>
                <a:gd name="T39" fmla="*/ 912 h 1147"/>
                <a:gd name="T40" fmla="*/ 112 w 758"/>
                <a:gd name="T41" fmla="*/ 731 h 1147"/>
                <a:gd name="T42" fmla="*/ 143 w 758"/>
                <a:gd name="T43" fmla="*/ 630 h 1147"/>
                <a:gd name="T44" fmla="*/ 207 w 758"/>
                <a:gd name="T45" fmla="*/ 605 h 1147"/>
                <a:gd name="T46" fmla="*/ 304 w 758"/>
                <a:gd name="T47" fmla="*/ 522 h 1147"/>
                <a:gd name="T48" fmla="*/ 305 w 758"/>
                <a:gd name="T49" fmla="*/ 522 h 1147"/>
                <a:gd name="T50" fmla="*/ 350 w 758"/>
                <a:gd name="T51" fmla="*/ 484 h 1147"/>
                <a:gd name="T52" fmla="*/ 616 w 758"/>
                <a:gd name="T53" fmla="*/ 436 h 1147"/>
                <a:gd name="T54" fmla="*/ 675 w 758"/>
                <a:gd name="T55" fmla="*/ 634 h 1147"/>
                <a:gd name="T56" fmla="*/ 608 w 758"/>
                <a:gd name="T57" fmla="*/ 826 h 1147"/>
                <a:gd name="T58" fmla="*/ 526 w 758"/>
                <a:gd name="T59" fmla="*/ 921 h 1147"/>
                <a:gd name="T60" fmla="*/ 422 w 758"/>
                <a:gd name="T61" fmla="*/ 878 h 1147"/>
                <a:gd name="T62" fmla="*/ 457 w 758"/>
                <a:gd name="T63" fmla="*/ 803 h 1147"/>
                <a:gd name="T64" fmla="*/ 446 w 758"/>
                <a:gd name="T65" fmla="*/ 741 h 1147"/>
                <a:gd name="T66" fmla="*/ 391 w 758"/>
                <a:gd name="T67" fmla="*/ 750 h 1147"/>
                <a:gd name="T68" fmla="*/ 382 w 758"/>
                <a:gd name="T69" fmla="*/ 743 h 1147"/>
                <a:gd name="T70" fmla="*/ 481 w 758"/>
                <a:gd name="T71" fmla="*/ 641 h 1147"/>
                <a:gd name="T72" fmla="*/ 459 w 758"/>
                <a:gd name="T73" fmla="*/ 580 h 1147"/>
                <a:gd name="T74" fmla="*/ 446 w 758"/>
                <a:gd name="T75" fmla="*/ 457 h 1147"/>
                <a:gd name="T76" fmla="*/ 412 w 758"/>
                <a:gd name="T77" fmla="*/ 487 h 1147"/>
                <a:gd name="T78" fmla="*/ 360 w 758"/>
                <a:gd name="T79" fmla="*/ 557 h 1147"/>
                <a:gd name="T80" fmla="*/ 342 w 758"/>
                <a:gd name="T81" fmla="*/ 531 h 1147"/>
                <a:gd name="T82" fmla="*/ 305 w 758"/>
                <a:gd name="T83" fmla="*/ 522 h 1147"/>
                <a:gd name="T84" fmla="*/ 304 w 758"/>
                <a:gd name="T85" fmla="*/ 522 h 1147"/>
                <a:gd name="T86" fmla="*/ 281 w 758"/>
                <a:gd name="T87" fmla="*/ 579 h 1147"/>
                <a:gd name="T88" fmla="*/ 300 w 758"/>
                <a:gd name="T89" fmla="*/ 633 h 1147"/>
                <a:gd name="T90" fmla="*/ 244 w 758"/>
                <a:gd name="T91" fmla="*/ 741 h 1147"/>
                <a:gd name="T92" fmla="*/ 293 w 758"/>
                <a:gd name="T93" fmla="*/ 759 h 1147"/>
                <a:gd name="T94" fmla="*/ 235 w 758"/>
                <a:gd name="T95" fmla="*/ 838 h 1147"/>
                <a:gd name="T96" fmla="*/ 241 w 758"/>
                <a:gd name="T97" fmla="*/ 869 h 1147"/>
                <a:gd name="T98" fmla="*/ 291 w 758"/>
                <a:gd name="T99" fmla="*/ 879 h 1147"/>
                <a:gd name="T100" fmla="*/ 368 w 758"/>
                <a:gd name="T101" fmla="*/ 873 h 1147"/>
                <a:gd name="T102" fmla="*/ 366 w 758"/>
                <a:gd name="T103" fmla="*/ 1104 h 1147"/>
                <a:gd name="T104" fmla="*/ 374 w 758"/>
                <a:gd name="T105" fmla="*/ 1146 h 1147"/>
                <a:gd name="T106" fmla="*/ 393 w 758"/>
                <a:gd name="T107" fmla="*/ 1119 h 1147"/>
                <a:gd name="T108" fmla="*/ 411 w 758"/>
                <a:gd name="T109" fmla="*/ 958 h 1147"/>
                <a:gd name="T110" fmla="*/ 430 w 758"/>
                <a:gd name="T111" fmla="*/ 908 h 1147"/>
                <a:gd name="T112" fmla="*/ 459 w 758"/>
                <a:gd name="T113" fmla="*/ 934 h 1147"/>
                <a:gd name="T114" fmla="*/ 454 w 758"/>
                <a:gd name="T115" fmla="*/ 957 h 1147"/>
                <a:gd name="T116" fmla="*/ 504 w 758"/>
                <a:gd name="T117" fmla="*/ 1010 h 1147"/>
                <a:gd name="T118" fmla="*/ 625 w 758"/>
                <a:gd name="T119" fmla="*/ 944 h 1147"/>
                <a:gd name="T120" fmla="*/ 711 w 758"/>
                <a:gd name="T121" fmla="*/ 756 h 1147"/>
                <a:gd name="T122" fmla="*/ 750 w 758"/>
                <a:gd name="T123" fmla="*/ 597 h 1147"/>
                <a:gd name="T124" fmla="*/ 740 w 758"/>
                <a:gd name="T125" fmla="*/ 454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758" h="1147">
                  <a:moveTo>
                    <a:pt x="652" y="374"/>
                  </a:moveTo>
                  <a:cubicBezTo>
                    <a:pt x="574" y="351"/>
                    <a:pt x="496" y="358"/>
                    <a:pt x="420" y="385"/>
                  </a:cubicBezTo>
                  <a:cubicBezTo>
                    <a:pt x="396" y="394"/>
                    <a:pt x="373" y="401"/>
                    <a:pt x="349" y="409"/>
                  </a:cubicBezTo>
                  <a:cubicBezTo>
                    <a:pt x="338" y="412"/>
                    <a:pt x="335" y="409"/>
                    <a:pt x="338" y="398"/>
                  </a:cubicBezTo>
                  <a:cubicBezTo>
                    <a:pt x="341" y="388"/>
                    <a:pt x="344" y="378"/>
                    <a:pt x="347" y="368"/>
                  </a:cubicBezTo>
                  <a:cubicBezTo>
                    <a:pt x="355" y="332"/>
                    <a:pt x="379" y="306"/>
                    <a:pt x="405" y="284"/>
                  </a:cubicBezTo>
                  <a:cubicBezTo>
                    <a:pt x="416" y="274"/>
                    <a:pt x="432" y="269"/>
                    <a:pt x="447" y="265"/>
                  </a:cubicBezTo>
                  <a:cubicBezTo>
                    <a:pt x="459" y="262"/>
                    <a:pt x="474" y="264"/>
                    <a:pt x="486" y="260"/>
                  </a:cubicBezTo>
                  <a:cubicBezTo>
                    <a:pt x="504" y="253"/>
                    <a:pt x="523" y="252"/>
                    <a:pt x="534" y="232"/>
                  </a:cubicBezTo>
                  <a:cubicBezTo>
                    <a:pt x="541" y="220"/>
                    <a:pt x="545" y="208"/>
                    <a:pt x="545" y="194"/>
                  </a:cubicBezTo>
                  <a:cubicBezTo>
                    <a:pt x="544" y="183"/>
                    <a:pt x="541" y="172"/>
                    <a:pt x="534" y="165"/>
                  </a:cubicBezTo>
                  <a:cubicBezTo>
                    <a:pt x="527" y="158"/>
                    <a:pt x="523" y="151"/>
                    <a:pt x="513" y="146"/>
                  </a:cubicBezTo>
                  <a:cubicBezTo>
                    <a:pt x="504" y="140"/>
                    <a:pt x="498" y="147"/>
                    <a:pt x="485" y="148"/>
                  </a:cubicBezTo>
                  <a:cubicBezTo>
                    <a:pt x="479" y="149"/>
                    <a:pt x="469" y="151"/>
                    <a:pt x="463" y="150"/>
                  </a:cubicBezTo>
                  <a:cubicBezTo>
                    <a:pt x="449" y="150"/>
                    <a:pt x="464" y="135"/>
                    <a:pt x="465" y="120"/>
                  </a:cubicBezTo>
                  <a:cubicBezTo>
                    <a:pt x="465" y="102"/>
                    <a:pt x="464" y="85"/>
                    <a:pt x="455" y="68"/>
                  </a:cubicBezTo>
                  <a:cubicBezTo>
                    <a:pt x="432" y="29"/>
                    <a:pt x="405" y="1"/>
                    <a:pt x="356" y="0"/>
                  </a:cubicBezTo>
                  <a:cubicBezTo>
                    <a:pt x="328" y="0"/>
                    <a:pt x="308" y="32"/>
                    <a:pt x="316" y="53"/>
                  </a:cubicBezTo>
                  <a:cubicBezTo>
                    <a:pt x="323" y="70"/>
                    <a:pt x="324" y="88"/>
                    <a:pt x="321" y="105"/>
                  </a:cubicBezTo>
                  <a:cubicBezTo>
                    <a:pt x="315" y="132"/>
                    <a:pt x="307" y="159"/>
                    <a:pt x="299" y="185"/>
                  </a:cubicBezTo>
                  <a:cubicBezTo>
                    <a:pt x="295" y="197"/>
                    <a:pt x="295" y="210"/>
                    <a:pt x="282" y="217"/>
                  </a:cubicBezTo>
                  <a:cubicBezTo>
                    <a:pt x="276" y="220"/>
                    <a:pt x="271" y="224"/>
                    <a:pt x="266" y="226"/>
                  </a:cubicBezTo>
                  <a:cubicBezTo>
                    <a:pt x="251" y="235"/>
                    <a:pt x="236" y="245"/>
                    <a:pt x="217" y="249"/>
                  </a:cubicBezTo>
                  <a:cubicBezTo>
                    <a:pt x="201" y="253"/>
                    <a:pt x="185" y="260"/>
                    <a:pt x="179" y="279"/>
                  </a:cubicBezTo>
                  <a:cubicBezTo>
                    <a:pt x="170" y="305"/>
                    <a:pt x="191" y="350"/>
                    <a:pt x="217" y="360"/>
                  </a:cubicBezTo>
                  <a:cubicBezTo>
                    <a:pt x="226" y="363"/>
                    <a:pt x="230" y="368"/>
                    <a:pt x="226" y="377"/>
                  </a:cubicBezTo>
                  <a:cubicBezTo>
                    <a:pt x="212" y="404"/>
                    <a:pt x="198" y="432"/>
                    <a:pt x="183" y="460"/>
                  </a:cubicBezTo>
                  <a:cubicBezTo>
                    <a:pt x="168" y="489"/>
                    <a:pt x="141" y="508"/>
                    <a:pt x="118" y="531"/>
                  </a:cubicBezTo>
                  <a:cubicBezTo>
                    <a:pt x="116" y="532"/>
                    <a:pt x="112" y="534"/>
                    <a:pt x="110" y="534"/>
                  </a:cubicBezTo>
                  <a:cubicBezTo>
                    <a:pt x="100" y="530"/>
                    <a:pt x="93" y="536"/>
                    <a:pt x="85" y="540"/>
                  </a:cubicBezTo>
                  <a:cubicBezTo>
                    <a:pt x="56" y="557"/>
                    <a:pt x="35" y="582"/>
                    <a:pt x="20" y="610"/>
                  </a:cubicBezTo>
                  <a:cubicBezTo>
                    <a:pt x="6" y="635"/>
                    <a:pt x="4" y="664"/>
                    <a:pt x="3" y="692"/>
                  </a:cubicBezTo>
                  <a:cubicBezTo>
                    <a:pt x="2" y="736"/>
                    <a:pt x="0" y="779"/>
                    <a:pt x="2" y="823"/>
                  </a:cubicBezTo>
                  <a:cubicBezTo>
                    <a:pt x="3" y="865"/>
                    <a:pt x="7" y="906"/>
                    <a:pt x="11" y="948"/>
                  </a:cubicBezTo>
                  <a:cubicBezTo>
                    <a:pt x="11" y="952"/>
                    <a:pt x="13" y="957"/>
                    <a:pt x="16" y="960"/>
                  </a:cubicBezTo>
                  <a:cubicBezTo>
                    <a:pt x="29" y="977"/>
                    <a:pt x="43" y="992"/>
                    <a:pt x="57" y="1008"/>
                  </a:cubicBezTo>
                  <a:cubicBezTo>
                    <a:pt x="59" y="1010"/>
                    <a:pt x="63" y="1011"/>
                    <a:pt x="65" y="1011"/>
                  </a:cubicBezTo>
                  <a:cubicBezTo>
                    <a:pt x="78" y="1013"/>
                    <a:pt x="92" y="1015"/>
                    <a:pt x="105" y="1016"/>
                  </a:cubicBezTo>
                  <a:cubicBezTo>
                    <a:pt x="119" y="1018"/>
                    <a:pt x="126" y="1013"/>
                    <a:pt x="129" y="1002"/>
                  </a:cubicBezTo>
                  <a:cubicBezTo>
                    <a:pt x="136" y="973"/>
                    <a:pt x="140" y="943"/>
                    <a:pt x="132" y="912"/>
                  </a:cubicBezTo>
                  <a:cubicBezTo>
                    <a:pt x="127" y="894"/>
                    <a:pt x="121" y="876"/>
                    <a:pt x="119" y="857"/>
                  </a:cubicBezTo>
                  <a:cubicBezTo>
                    <a:pt x="115" y="815"/>
                    <a:pt x="114" y="773"/>
                    <a:pt x="112" y="731"/>
                  </a:cubicBezTo>
                  <a:cubicBezTo>
                    <a:pt x="110" y="704"/>
                    <a:pt x="110" y="678"/>
                    <a:pt x="109" y="652"/>
                  </a:cubicBezTo>
                  <a:cubicBezTo>
                    <a:pt x="109" y="630"/>
                    <a:pt x="124" y="626"/>
                    <a:pt x="143" y="630"/>
                  </a:cubicBezTo>
                  <a:cubicBezTo>
                    <a:pt x="150" y="632"/>
                    <a:pt x="158" y="634"/>
                    <a:pt x="163" y="631"/>
                  </a:cubicBezTo>
                  <a:cubicBezTo>
                    <a:pt x="178" y="624"/>
                    <a:pt x="194" y="616"/>
                    <a:pt x="207" y="605"/>
                  </a:cubicBezTo>
                  <a:cubicBezTo>
                    <a:pt x="226" y="589"/>
                    <a:pt x="244" y="570"/>
                    <a:pt x="263" y="553"/>
                  </a:cubicBezTo>
                  <a:cubicBezTo>
                    <a:pt x="276" y="542"/>
                    <a:pt x="290" y="533"/>
                    <a:pt x="304" y="522"/>
                  </a:cubicBezTo>
                  <a:cubicBezTo>
                    <a:pt x="304" y="522"/>
                    <a:pt x="304" y="522"/>
                    <a:pt x="304" y="522"/>
                  </a:cubicBezTo>
                  <a:cubicBezTo>
                    <a:pt x="305" y="522"/>
                    <a:pt x="305" y="522"/>
                    <a:pt x="305" y="522"/>
                  </a:cubicBezTo>
                  <a:cubicBezTo>
                    <a:pt x="313" y="514"/>
                    <a:pt x="320" y="506"/>
                    <a:pt x="328" y="499"/>
                  </a:cubicBezTo>
                  <a:cubicBezTo>
                    <a:pt x="335" y="494"/>
                    <a:pt x="342" y="488"/>
                    <a:pt x="350" y="484"/>
                  </a:cubicBezTo>
                  <a:cubicBezTo>
                    <a:pt x="376" y="472"/>
                    <a:pt x="402" y="458"/>
                    <a:pt x="430" y="448"/>
                  </a:cubicBezTo>
                  <a:cubicBezTo>
                    <a:pt x="491" y="428"/>
                    <a:pt x="552" y="416"/>
                    <a:pt x="616" y="436"/>
                  </a:cubicBezTo>
                  <a:cubicBezTo>
                    <a:pt x="668" y="453"/>
                    <a:pt x="689" y="491"/>
                    <a:pt x="686" y="547"/>
                  </a:cubicBezTo>
                  <a:cubicBezTo>
                    <a:pt x="684" y="576"/>
                    <a:pt x="680" y="605"/>
                    <a:pt x="675" y="634"/>
                  </a:cubicBezTo>
                  <a:cubicBezTo>
                    <a:pt x="672" y="650"/>
                    <a:pt x="665" y="665"/>
                    <a:pt x="660" y="681"/>
                  </a:cubicBezTo>
                  <a:cubicBezTo>
                    <a:pt x="644" y="730"/>
                    <a:pt x="631" y="780"/>
                    <a:pt x="608" y="826"/>
                  </a:cubicBezTo>
                  <a:cubicBezTo>
                    <a:pt x="593" y="856"/>
                    <a:pt x="576" y="885"/>
                    <a:pt x="554" y="910"/>
                  </a:cubicBezTo>
                  <a:cubicBezTo>
                    <a:pt x="546" y="919"/>
                    <a:pt x="538" y="921"/>
                    <a:pt x="526" y="921"/>
                  </a:cubicBezTo>
                  <a:cubicBezTo>
                    <a:pt x="491" y="920"/>
                    <a:pt x="459" y="907"/>
                    <a:pt x="427" y="894"/>
                  </a:cubicBezTo>
                  <a:cubicBezTo>
                    <a:pt x="419" y="891"/>
                    <a:pt x="421" y="885"/>
                    <a:pt x="422" y="878"/>
                  </a:cubicBezTo>
                  <a:cubicBezTo>
                    <a:pt x="424" y="861"/>
                    <a:pt x="432" y="846"/>
                    <a:pt x="440" y="831"/>
                  </a:cubicBezTo>
                  <a:cubicBezTo>
                    <a:pt x="445" y="821"/>
                    <a:pt x="451" y="812"/>
                    <a:pt x="457" y="803"/>
                  </a:cubicBezTo>
                  <a:cubicBezTo>
                    <a:pt x="463" y="794"/>
                    <a:pt x="463" y="785"/>
                    <a:pt x="460" y="776"/>
                  </a:cubicBezTo>
                  <a:cubicBezTo>
                    <a:pt x="455" y="764"/>
                    <a:pt x="451" y="753"/>
                    <a:pt x="446" y="741"/>
                  </a:cubicBezTo>
                  <a:cubicBezTo>
                    <a:pt x="442" y="730"/>
                    <a:pt x="414" y="725"/>
                    <a:pt x="405" y="733"/>
                  </a:cubicBezTo>
                  <a:cubicBezTo>
                    <a:pt x="400" y="738"/>
                    <a:pt x="396" y="745"/>
                    <a:pt x="391" y="750"/>
                  </a:cubicBezTo>
                  <a:cubicBezTo>
                    <a:pt x="388" y="752"/>
                    <a:pt x="383" y="752"/>
                    <a:pt x="379" y="753"/>
                  </a:cubicBezTo>
                  <a:cubicBezTo>
                    <a:pt x="380" y="750"/>
                    <a:pt x="380" y="745"/>
                    <a:pt x="382" y="743"/>
                  </a:cubicBezTo>
                  <a:cubicBezTo>
                    <a:pt x="407" y="719"/>
                    <a:pt x="431" y="693"/>
                    <a:pt x="461" y="675"/>
                  </a:cubicBezTo>
                  <a:cubicBezTo>
                    <a:pt x="473" y="667"/>
                    <a:pt x="481" y="657"/>
                    <a:pt x="481" y="641"/>
                  </a:cubicBezTo>
                  <a:cubicBezTo>
                    <a:pt x="481" y="622"/>
                    <a:pt x="481" y="603"/>
                    <a:pt x="459" y="594"/>
                  </a:cubicBezTo>
                  <a:cubicBezTo>
                    <a:pt x="452" y="590"/>
                    <a:pt x="456" y="585"/>
                    <a:pt x="459" y="580"/>
                  </a:cubicBezTo>
                  <a:cubicBezTo>
                    <a:pt x="471" y="561"/>
                    <a:pt x="485" y="543"/>
                    <a:pt x="488" y="519"/>
                  </a:cubicBezTo>
                  <a:cubicBezTo>
                    <a:pt x="490" y="496"/>
                    <a:pt x="469" y="462"/>
                    <a:pt x="446" y="457"/>
                  </a:cubicBezTo>
                  <a:cubicBezTo>
                    <a:pt x="442" y="456"/>
                    <a:pt x="436" y="457"/>
                    <a:pt x="434" y="460"/>
                  </a:cubicBezTo>
                  <a:cubicBezTo>
                    <a:pt x="426" y="468"/>
                    <a:pt x="416" y="476"/>
                    <a:pt x="412" y="487"/>
                  </a:cubicBezTo>
                  <a:cubicBezTo>
                    <a:pt x="403" y="509"/>
                    <a:pt x="392" y="530"/>
                    <a:pt x="375" y="547"/>
                  </a:cubicBezTo>
                  <a:cubicBezTo>
                    <a:pt x="371" y="552"/>
                    <a:pt x="361" y="559"/>
                    <a:pt x="360" y="557"/>
                  </a:cubicBezTo>
                  <a:cubicBezTo>
                    <a:pt x="353" y="551"/>
                    <a:pt x="347" y="543"/>
                    <a:pt x="342" y="536"/>
                  </a:cubicBezTo>
                  <a:cubicBezTo>
                    <a:pt x="341" y="535"/>
                    <a:pt x="342" y="533"/>
                    <a:pt x="342" y="531"/>
                  </a:cubicBezTo>
                  <a:cubicBezTo>
                    <a:pt x="341" y="518"/>
                    <a:pt x="332" y="513"/>
                    <a:pt x="319" y="517"/>
                  </a:cubicBezTo>
                  <a:cubicBezTo>
                    <a:pt x="315" y="519"/>
                    <a:pt x="310" y="520"/>
                    <a:pt x="305" y="522"/>
                  </a:cubicBezTo>
                  <a:cubicBezTo>
                    <a:pt x="305" y="522"/>
                    <a:pt x="305" y="522"/>
                    <a:pt x="305" y="522"/>
                  </a:cubicBezTo>
                  <a:cubicBezTo>
                    <a:pt x="304" y="522"/>
                    <a:pt x="304" y="522"/>
                    <a:pt x="304" y="522"/>
                  </a:cubicBezTo>
                  <a:cubicBezTo>
                    <a:pt x="297" y="533"/>
                    <a:pt x="289" y="544"/>
                    <a:pt x="284" y="555"/>
                  </a:cubicBezTo>
                  <a:cubicBezTo>
                    <a:pt x="280" y="562"/>
                    <a:pt x="278" y="572"/>
                    <a:pt x="281" y="579"/>
                  </a:cubicBezTo>
                  <a:cubicBezTo>
                    <a:pt x="285" y="591"/>
                    <a:pt x="292" y="601"/>
                    <a:pt x="299" y="611"/>
                  </a:cubicBezTo>
                  <a:cubicBezTo>
                    <a:pt x="306" y="619"/>
                    <a:pt x="306" y="625"/>
                    <a:pt x="300" y="633"/>
                  </a:cubicBezTo>
                  <a:cubicBezTo>
                    <a:pt x="281" y="658"/>
                    <a:pt x="262" y="682"/>
                    <a:pt x="243" y="707"/>
                  </a:cubicBezTo>
                  <a:cubicBezTo>
                    <a:pt x="235" y="718"/>
                    <a:pt x="235" y="732"/>
                    <a:pt x="244" y="741"/>
                  </a:cubicBezTo>
                  <a:cubicBezTo>
                    <a:pt x="254" y="751"/>
                    <a:pt x="266" y="761"/>
                    <a:pt x="282" y="758"/>
                  </a:cubicBezTo>
                  <a:cubicBezTo>
                    <a:pt x="285" y="758"/>
                    <a:pt x="288" y="759"/>
                    <a:pt x="293" y="759"/>
                  </a:cubicBezTo>
                  <a:cubicBezTo>
                    <a:pt x="289" y="765"/>
                    <a:pt x="287" y="770"/>
                    <a:pt x="283" y="774"/>
                  </a:cubicBezTo>
                  <a:cubicBezTo>
                    <a:pt x="267" y="796"/>
                    <a:pt x="251" y="817"/>
                    <a:pt x="235" y="838"/>
                  </a:cubicBezTo>
                  <a:cubicBezTo>
                    <a:pt x="232" y="842"/>
                    <a:pt x="230" y="848"/>
                    <a:pt x="231" y="852"/>
                  </a:cubicBezTo>
                  <a:cubicBezTo>
                    <a:pt x="233" y="859"/>
                    <a:pt x="238" y="866"/>
                    <a:pt x="241" y="869"/>
                  </a:cubicBezTo>
                  <a:cubicBezTo>
                    <a:pt x="244" y="874"/>
                    <a:pt x="251" y="883"/>
                    <a:pt x="256" y="883"/>
                  </a:cubicBezTo>
                  <a:cubicBezTo>
                    <a:pt x="268" y="885"/>
                    <a:pt x="280" y="882"/>
                    <a:pt x="291" y="879"/>
                  </a:cubicBezTo>
                  <a:cubicBezTo>
                    <a:pt x="318" y="871"/>
                    <a:pt x="326" y="867"/>
                    <a:pt x="352" y="860"/>
                  </a:cubicBezTo>
                  <a:cubicBezTo>
                    <a:pt x="367" y="856"/>
                    <a:pt x="369" y="857"/>
                    <a:pt x="368" y="873"/>
                  </a:cubicBezTo>
                  <a:cubicBezTo>
                    <a:pt x="366" y="898"/>
                    <a:pt x="364" y="924"/>
                    <a:pt x="363" y="949"/>
                  </a:cubicBezTo>
                  <a:cubicBezTo>
                    <a:pt x="361" y="1002"/>
                    <a:pt x="363" y="1053"/>
                    <a:pt x="366" y="1104"/>
                  </a:cubicBezTo>
                  <a:cubicBezTo>
                    <a:pt x="366" y="1115"/>
                    <a:pt x="366" y="1127"/>
                    <a:pt x="368" y="1138"/>
                  </a:cubicBezTo>
                  <a:cubicBezTo>
                    <a:pt x="368" y="1141"/>
                    <a:pt x="371" y="1146"/>
                    <a:pt x="374" y="1146"/>
                  </a:cubicBezTo>
                  <a:cubicBezTo>
                    <a:pt x="377" y="1147"/>
                    <a:pt x="382" y="1144"/>
                    <a:pt x="384" y="1141"/>
                  </a:cubicBezTo>
                  <a:cubicBezTo>
                    <a:pt x="388" y="1135"/>
                    <a:pt x="392" y="1127"/>
                    <a:pt x="393" y="1119"/>
                  </a:cubicBezTo>
                  <a:cubicBezTo>
                    <a:pt x="396" y="1092"/>
                    <a:pt x="402" y="1002"/>
                    <a:pt x="404" y="985"/>
                  </a:cubicBezTo>
                  <a:cubicBezTo>
                    <a:pt x="405" y="976"/>
                    <a:pt x="409" y="967"/>
                    <a:pt x="411" y="958"/>
                  </a:cubicBezTo>
                  <a:cubicBezTo>
                    <a:pt x="413" y="943"/>
                    <a:pt x="415" y="928"/>
                    <a:pt x="418" y="913"/>
                  </a:cubicBezTo>
                  <a:cubicBezTo>
                    <a:pt x="419" y="904"/>
                    <a:pt x="424" y="904"/>
                    <a:pt x="430" y="908"/>
                  </a:cubicBezTo>
                  <a:cubicBezTo>
                    <a:pt x="440" y="916"/>
                    <a:pt x="443" y="919"/>
                    <a:pt x="453" y="925"/>
                  </a:cubicBezTo>
                  <a:cubicBezTo>
                    <a:pt x="459" y="929"/>
                    <a:pt x="462" y="926"/>
                    <a:pt x="459" y="934"/>
                  </a:cubicBezTo>
                  <a:cubicBezTo>
                    <a:pt x="458" y="939"/>
                    <a:pt x="454" y="936"/>
                    <a:pt x="450" y="938"/>
                  </a:cubicBezTo>
                  <a:cubicBezTo>
                    <a:pt x="448" y="940"/>
                    <a:pt x="458" y="957"/>
                    <a:pt x="454" y="957"/>
                  </a:cubicBezTo>
                  <a:cubicBezTo>
                    <a:pt x="446" y="957"/>
                    <a:pt x="444" y="962"/>
                    <a:pt x="449" y="969"/>
                  </a:cubicBezTo>
                  <a:cubicBezTo>
                    <a:pt x="463" y="988"/>
                    <a:pt x="482" y="1002"/>
                    <a:pt x="504" y="1010"/>
                  </a:cubicBezTo>
                  <a:cubicBezTo>
                    <a:pt x="530" y="1020"/>
                    <a:pt x="554" y="1010"/>
                    <a:pt x="574" y="995"/>
                  </a:cubicBezTo>
                  <a:cubicBezTo>
                    <a:pt x="593" y="981"/>
                    <a:pt x="611" y="963"/>
                    <a:pt x="625" y="944"/>
                  </a:cubicBezTo>
                  <a:cubicBezTo>
                    <a:pt x="640" y="924"/>
                    <a:pt x="650" y="900"/>
                    <a:pt x="663" y="878"/>
                  </a:cubicBezTo>
                  <a:cubicBezTo>
                    <a:pt x="685" y="840"/>
                    <a:pt x="696" y="797"/>
                    <a:pt x="711" y="756"/>
                  </a:cubicBezTo>
                  <a:cubicBezTo>
                    <a:pt x="719" y="732"/>
                    <a:pt x="726" y="708"/>
                    <a:pt x="732" y="684"/>
                  </a:cubicBezTo>
                  <a:cubicBezTo>
                    <a:pt x="739" y="655"/>
                    <a:pt x="745" y="626"/>
                    <a:pt x="750" y="597"/>
                  </a:cubicBezTo>
                  <a:cubicBezTo>
                    <a:pt x="752" y="584"/>
                    <a:pt x="750" y="571"/>
                    <a:pt x="752" y="558"/>
                  </a:cubicBezTo>
                  <a:cubicBezTo>
                    <a:pt x="758" y="522"/>
                    <a:pt x="755" y="487"/>
                    <a:pt x="740" y="454"/>
                  </a:cubicBezTo>
                  <a:cubicBezTo>
                    <a:pt x="722" y="414"/>
                    <a:pt x="692" y="386"/>
                    <a:pt x="652" y="37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3" name="Freeform 7"/>
            <p:cNvSpPr>
              <a:spLocks noEditPoints="1"/>
            </p:cNvSpPr>
            <p:nvPr/>
          </p:nvSpPr>
          <p:spPr bwMode="auto">
            <a:xfrm>
              <a:off x="1301750" y="-969963"/>
              <a:ext cx="374650" cy="768350"/>
            </a:xfrm>
            <a:custGeom>
              <a:avLst/>
              <a:gdLst>
                <a:gd name="T0" fmla="*/ 423 w 490"/>
                <a:gd name="T1" fmla="*/ 20 h 1003"/>
                <a:gd name="T2" fmla="*/ 343 w 490"/>
                <a:gd name="T3" fmla="*/ 1 h 1003"/>
                <a:gd name="T4" fmla="*/ 278 w 490"/>
                <a:gd name="T5" fmla="*/ 8 h 1003"/>
                <a:gd name="T6" fmla="*/ 112 w 490"/>
                <a:gd name="T7" fmla="*/ 135 h 1003"/>
                <a:gd name="T8" fmla="*/ 94 w 490"/>
                <a:gd name="T9" fmla="*/ 199 h 1003"/>
                <a:gd name="T10" fmla="*/ 166 w 490"/>
                <a:gd name="T11" fmla="*/ 215 h 1003"/>
                <a:gd name="T12" fmla="*/ 244 w 490"/>
                <a:gd name="T13" fmla="*/ 160 h 1003"/>
                <a:gd name="T14" fmla="*/ 389 w 490"/>
                <a:gd name="T15" fmla="*/ 114 h 1003"/>
                <a:gd name="T16" fmla="*/ 395 w 490"/>
                <a:gd name="T17" fmla="*/ 227 h 1003"/>
                <a:gd name="T18" fmla="*/ 325 w 490"/>
                <a:gd name="T19" fmla="*/ 388 h 1003"/>
                <a:gd name="T20" fmla="*/ 264 w 490"/>
                <a:gd name="T21" fmla="*/ 413 h 1003"/>
                <a:gd name="T22" fmla="*/ 276 w 490"/>
                <a:gd name="T23" fmla="*/ 352 h 1003"/>
                <a:gd name="T24" fmla="*/ 336 w 490"/>
                <a:gd name="T25" fmla="*/ 299 h 1003"/>
                <a:gd name="T26" fmla="*/ 347 w 490"/>
                <a:gd name="T27" fmla="*/ 242 h 1003"/>
                <a:gd name="T28" fmla="*/ 261 w 490"/>
                <a:gd name="T29" fmla="*/ 216 h 1003"/>
                <a:gd name="T30" fmla="*/ 192 w 490"/>
                <a:gd name="T31" fmla="*/ 234 h 1003"/>
                <a:gd name="T32" fmla="*/ 180 w 490"/>
                <a:gd name="T33" fmla="*/ 269 h 1003"/>
                <a:gd name="T34" fmla="*/ 130 w 490"/>
                <a:gd name="T35" fmla="*/ 341 h 1003"/>
                <a:gd name="T36" fmla="*/ 123 w 490"/>
                <a:gd name="T37" fmla="*/ 351 h 1003"/>
                <a:gd name="T38" fmla="*/ 68 w 490"/>
                <a:gd name="T39" fmla="*/ 292 h 1003"/>
                <a:gd name="T40" fmla="*/ 7 w 490"/>
                <a:gd name="T41" fmla="*/ 421 h 1003"/>
                <a:gd name="T42" fmla="*/ 65 w 490"/>
                <a:gd name="T43" fmla="*/ 531 h 1003"/>
                <a:gd name="T44" fmla="*/ 102 w 490"/>
                <a:gd name="T45" fmla="*/ 542 h 1003"/>
                <a:gd name="T46" fmla="*/ 153 w 490"/>
                <a:gd name="T47" fmla="*/ 588 h 1003"/>
                <a:gd name="T48" fmla="*/ 116 w 490"/>
                <a:gd name="T49" fmla="*/ 682 h 1003"/>
                <a:gd name="T50" fmla="*/ 54 w 490"/>
                <a:gd name="T51" fmla="*/ 765 h 1003"/>
                <a:gd name="T52" fmla="*/ 122 w 490"/>
                <a:gd name="T53" fmla="*/ 800 h 1003"/>
                <a:gd name="T54" fmla="*/ 104 w 490"/>
                <a:gd name="T55" fmla="*/ 860 h 1003"/>
                <a:gd name="T56" fmla="*/ 27 w 490"/>
                <a:gd name="T57" fmla="*/ 894 h 1003"/>
                <a:gd name="T58" fmla="*/ 14 w 490"/>
                <a:gd name="T59" fmla="*/ 976 h 1003"/>
                <a:gd name="T60" fmla="*/ 81 w 490"/>
                <a:gd name="T61" fmla="*/ 994 h 1003"/>
                <a:gd name="T62" fmla="*/ 188 w 490"/>
                <a:gd name="T63" fmla="*/ 960 h 1003"/>
                <a:gd name="T64" fmla="*/ 338 w 490"/>
                <a:gd name="T65" fmla="*/ 971 h 1003"/>
                <a:gd name="T66" fmla="*/ 383 w 490"/>
                <a:gd name="T67" fmla="*/ 966 h 1003"/>
                <a:gd name="T68" fmla="*/ 413 w 490"/>
                <a:gd name="T69" fmla="*/ 928 h 1003"/>
                <a:gd name="T70" fmla="*/ 423 w 490"/>
                <a:gd name="T71" fmla="*/ 856 h 1003"/>
                <a:gd name="T72" fmla="*/ 334 w 490"/>
                <a:gd name="T73" fmla="*/ 832 h 1003"/>
                <a:gd name="T74" fmla="*/ 226 w 490"/>
                <a:gd name="T75" fmla="*/ 832 h 1003"/>
                <a:gd name="T76" fmla="*/ 240 w 490"/>
                <a:gd name="T77" fmla="*/ 746 h 1003"/>
                <a:gd name="T78" fmla="*/ 350 w 490"/>
                <a:gd name="T79" fmla="*/ 628 h 1003"/>
                <a:gd name="T80" fmla="*/ 323 w 490"/>
                <a:gd name="T81" fmla="*/ 594 h 1003"/>
                <a:gd name="T82" fmla="*/ 236 w 490"/>
                <a:gd name="T83" fmla="*/ 618 h 1003"/>
                <a:gd name="T84" fmla="*/ 226 w 490"/>
                <a:gd name="T85" fmla="*/ 571 h 1003"/>
                <a:gd name="T86" fmla="*/ 336 w 490"/>
                <a:gd name="T87" fmla="*/ 483 h 1003"/>
                <a:gd name="T88" fmla="*/ 383 w 490"/>
                <a:gd name="T89" fmla="*/ 414 h 1003"/>
                <a:gd name="T90" fmla="*/ 480 w 490"/>
                <a:gd name="T91" fmla="*/ 215 h 1003"/>
                <a:gd name="T92" fmla="*/ 475 w 490"/>
                <a:gd name="T93" fmla="*/ 89 h 1003"/>
                <a:gd name="T94" fmla="*/ 149 w 490"/>
                <a:gd name="T95" fmla="*/ 451 h 1003"/>
                <a:gd name="T96" fmla="*/ 139 w 490"/>
                <a:gd name="T97" fmla="*/ 447 h 1003"/>
                <a:gd name="T98" fmla="*/ 128 w 490"/>
                <a:gd name="T99" fmla="*/ 376 h 1003"/>
                <a:gd name="T100" fmla="*/ 137 w 490"/>
                <a:gd name="T101" fmla="*/ 374 h 1003"/>
                <a:gd name="T102" fmla="*/ 172 w 490"/>
                <a:gd name="T103" fmla="*/ 413 h 10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90" h="1003">
                  <a:moveTo>
                    <a:pt x="475" y="89"/>
                  </a:moveTo>
                  <a:cubicBezTo>
                    <a:pt x="464" y="62"/>
                    <a:pt x="449" y="36"/>
                    <a:pt x="423" y="20"/>
                  </a:cubicBezTo>
                  <a:cubicBezTo>
                    <a:pt x="401" y="7"/>
                    <a:pt x="377" y="3"/>
                    <a:pt x="352" y="0"/>
                  </a:cubicBezTo>
                  <a:cubicBezTo>
                    <a:pt x="349" y="0"/>
                    <a:pt x="346" y="1"/>
                    <a:pt x="343" y="1"/>
                  </a:cubicBezTo>
                  <a:cubicBezTo>
                    <a:pt x="334" y="2"/>
                    <a:pt x="325" y="2"/>
                    <a:pt x="315" y="3"/>
                  </a:cubicBezTo>
                  <a:cubicBezTo>
                    <a:pt x="303" y="4"/>
                    <a:pt x="290" y="5"/>
                    <a:pt x="278" y="8"/>
                  </a:cubicBezTo>
                  <a:cubicBezTo>
                    <a:pt x="234" y="21"/>
                    <a:pt x="197" y="47"/>
                    <a:pt x="162" y="76"/>
                  </a:cubicBezTo>
                  <a:cubicBezTo>
                    <a:pt x="142" y="93"/>
                    <a:pt x="125" y="112"/>
                    <a:pt x="112" y="135"/>
                  </a:cubicBezTo>
                  <a:cubicBezTo>
                    <a:pt x="106" y="145"/>
                    <a:pt x="97" y="155"/>
                    <a:pt x="92" y="165"/>
                  </a:cubicBezTo>
                  <a:cubicBezTo>
                    <a:pt x="85" y="178"/>
                    <a:pt x="86" y="195"/>
                    <a:pt x="94" y="199"/>
                  </a:cubicBezTo>
                  <a:cubicBezTo>
                    <a:pt x="105" y="205"/>
                    <a:pt x="116" y="209"/>
                    <a:pt x="127" y="212"/>
                  </a:cubicBezTo>
                  <a:cubicBezTo>
                    <a:pt x="140" y="214"/>
                    <a:pt x="153" y="215"/>
                    <a:pt x="166" y="215"/>
                  </a:cubicBezTo>
                  <a:cubicBezTo>
                    <a:pt x="175" y="214"/>
                    <a:pt x="185" y="211"/>
                    <a:pt x="193" y="206"/>
                  </a:cubicBezTo>
                  <a:cubicBezTo>
                    <a:pt x="211" y="192"/>
                    <a:pt x="228" y="176"/>
                    <a:pt x="244" y="160"/>
                  </a:cubicBezTo>
                  <a:cubicBezTo>
                    <a:pt x="275" y="131"/>
                    <a:pt x="310" y="108"/>
                    <a:pt x="352" y="100"/>
                  </a:cubicBezTo>
                  <a:cubicBezTo>
                    <a:pt x="369" y="96"/>
                    <a:pt x="379" y="100"/>
                    <a:pt x="389" y="114"/>
                  </a:cubicBezTo>
                  <a:cubicBezTo>
                    <a:pt x="403" y="132"/>
                    <a:pt x="407" y="154"/>
                    <a:pt x="405" y="176"/>
                  </a:cubicBezTo>
                  <a:cubicBezTo>
                    <a:pt x="403" y="193"/>
                    <a:pt x="400" y="211"/>
                    <a:pt x="395" y="227"/>
                  </a:cubicBezTo>
                  <a:cubicBezTo>
                    <a:pt x="386" y="256"/>
                    <a:pt x="377" y="284"/>
                    <a:pt x="365" y="312"/>
                  </a:cubicBezTo>
                  <a:cubicBezTo>
                    <a:pt x="354" y="338"/>
                    <a:pt x="339" y="363"/>
                    <a:pt x="325" y="388"/>
                  </a:cubicBezTo>
                  <a:cubicBezTo>
                    <a:pt x="315" y="407"/>
                    <a:pt x="301" y="420"/>
                    <a:pt x="280" y="414"/>
                  </a:cubicBezTo>
                  <a:cubicBezTo>
                    <a:pt x="275" y="412"/>
                    <a:pt x="269" y="413"/>
                    <a:pt x="264" y="413"/>
                  </a:cubicBezTo>
                  <a:cubicBezTo>
                    <a:pt x="255" y="414"/>
                    <a:pt x="251" y="410"/>
                    <a:pt x="253" y="400"/>
                  </a:cubicBezTo>
                  <a:cubicBezTo>
                    <a:pt x="257" y="383"/>
                    <a:pt x="262" y="364"/>
                    <a:pt x="276" y="352"/>
                  </a:cubicBezTo>
                  <a:cubicBezTo>
                    <a:pt x="291" y="337"/>
                    <a:pt x="309" y="324"/>
                    <a:pt x="326" y="310"/>
                  </a:cubicBezTo>
                  <a:cubicBezTo>
                    <a:pt x="330" y="306"/>
                    <a:pt x="334" y="303"/>
                    <a:pt x="336" y="299"/>
                  </a:cubicBezTo>
                  <a:cubicBezTo>
                    <a:pt x="342" y="284"/>
                    <a:pt x="347" y="269"/>
                    <a:pt x="351" y="253"/>
                  </a:cubicBezTo>
                  <a:cubicBezTo>
                    <a:pt x="352" y="250"/>
                    <a:pt x="350" y="245"/>
                    <a:pt x="347" y="242"/>
                  </a:cubicBezTo>
                  <a:cubicBezTo>
                    <a:pt x="327" y="226"/>
                    <a:pt x="308" y="208"/>
                    <a:pt x="279" y="221"/>
                  </a:cubicBezTo>
                  <a:cubicBezTo>
                    <a:pt x="272" y="224"/>
                    <a:pt x="266" y="222"/>
                    <a:pt x="261" y="216"/>
                  </a:cubicBezTo>
                  <a:cubicBezTo>
                    <a:pt x="250" y="203"/>
                    <a:pt x="220" y="199"/>
                    <a:pt x="207" y="210"/>
                  </a:cubicBezTo>
                  <a:cubicBezTo>
                    <a:pt x="200" y="216"/>
                    <a:pt x="196" y="225"/>
                    <a:pt x="192" y="234"/>
                  </a:cubicBezTo>
                  <a:cubicBezTo>
                    <a:pt x="189" y="239"/>
                    <a:pt x="185" y="246"/>
                    <a:pt x="186" y="251"/>
                  </a:cubicBezTo>
                  <a:cubicBezTo>
                    <a:pt x="190" y="260"/>
                    <a:pt x="186" y="264"/>
                    <a:pt x="180" y="269"/>
                  </a:cubicBezTo>
                  <a:cubicBezTo>
                    <a:pt x="175" y="273"/>
                    <a:pt x="170" y="277"/>
                    <a:pt x="165" y="281"/>
                  </a:cubicBezTo>
                  <a:cubicBezTo>
                    <a:pt x="145" y="297"/>
                    <a:pt x="132" y="316"/>
                    <a:pt x="130" y="341"/>
                  </a:cubicBezTo>
                  <a:cubicBezTo>
                    <a:pt x="130" y="345"/>
                    <a:pt x="128" y="348"/>
                    <a:pt x="127" y="351"/>
                  </a:cubicBezTo>
                  <a:cubicBezTo>
                    <a:pt x="126" y="351"/>
                    <a:pt x="125" y="351"/>
                    <a:pt x="123" y="351"/>
                  </a:cubicBezTo>
                  <a:cubicBezTo>
                    <a:pt x="122" y="348"/>
                    <a:pt x="121" y="346"/>
                    <a:pt x="120" y="343"/>
                  </a:cubicBezTo>
                  <a:cubicBezTo>
                    <a:pt x="114" y="314"/>
                    <a:pt x="93" y="298"/>
                    <a:pt x="68" y="292"/>
                  </a:cubicBezTo>
                  <a:cubicBezTo>
                    <a:pt x="43" y="286"/>
                    <a:pt x="8" y="305"/>
                    <a:pt x="6" y="337"/>
                  </a:cubicBezTo>
                  <a:cubicBezTo>
                    <a:pt x="4" y="365"/>
                    <a:pt x="5" y="393"/>
                    <a:pt x="7" y="421"/>
                  </a:cubicBezTo>
                  <a:cubicBezTo>
                    <a:pt x="7" y="437"/>
                    <a:pt x="9" y="455"/>
                    <a:pt x="13" y="471"/>
                  </a:cubicBezTo>
                  <a:cubicBezTo>
                    <a:pt x="22" y="498"/>
                    <a:pt x="34" y="523"/>
                    <a:pt x="65" y="531"/>
                  </a:cubicBezTo>
                  <a:cubicBezTo>
                    <a:pt x="74" y="534"/>
                    <a:pt x="81" y="538"/>
                    <a:pt x="91" y="534"/>
                  </a:cubicBezTo>
                  <a:cubicBezTo>
                    <a:pt x="98" y="530"/>
                    <a:pt x="101" y="535"/>
                    <a:pt x="102" y="542"/>
                  </a:cubicBezTo>
                  <a:cubicBezTo>
                    <a:pt x="107" y="562"/>
                    <a:pt x="118" y="571"/>
                    <a:pt x="138" y="572"/>
                  </a:cubicBezTo>
                  <a:cubicBezTo>
                    <a:pt x="151" y="573"/>
                    <a:pt x="154" y="576"/>
                    <a:pt x="153" y="588"/>
                  </a:cubicBezTo>
                  <a:cubicBezTo>
                    <a:pt x="152" y="603"/>
                    <a:pt x="149" y="618"/>
                    <a:pt x="147" y="633"/>
                  </a:cubicBezTo>
                  <a:cubicBezTo>
                    <a:pt x="145" y="655"/>
                    <a:pt x="135" y="672"/>
                    <a:pt x="116" y="682"/>
                  </a:cubicBezTo>
                  <a:cubicBezTo>
                    <a:pt x="89" y="697"/>
                    <a:pt x="71" y="721"/>
                    <a:pt x="52" y="745"/>
                  </a:cubicBezTo>
                  <a:cubicBezTo>
                    <a:pt x="47" y="752"/>
                    <a:pt x="47" y="759"/>
                    <a:pt x="54" y="765"/>
                  </a:cubicBezTo>
                  <a:cubicBezTo>
                    <a:pt x="70" y="781"/>
                    <a:pt x="89" y="789"/>
                    <a:pt x="111" y="788"/>
                  </a:cubicBezTo>
                  <a:cubicBezTo>
                    <a:pt x="120" y="788"/>
                    <a:pt x="123" y="792"/>
                    <a:pt x="122" y="800"/>
                  </a:cubicBezTo>
                  <a:cubicBezTo>
                    <a:pt x="121" y="813"/>
                    <a:pt x="120" y="825"/>
                    <a:pt x="119" y="837"/>
                  </a:cubicBezTo>
                  <a:cubicBezTo>
                    <a:pt x="119" y="848"/>
                    <a:pt x="114" y="855"/>
                    <a:pt x="104" y="860"/>
                  </a:cubicBezTo>
                  <a:cubicBezTo>
                    <a:pt x="85" y="867"/>
                    <a:pt x="64" y="869"/>
                    <a:pt x="48" y="881"/>
                  </a:cubicBezTo>
                  <a:cubicBezTo>
                    <a:pt x="41" y="886"/>
                    <a:pt x="33" y="889"/>
                    <a:pt x="27" y="894"/>
                  </a:cubicBezTo>
                  <a:cubicBezTo>
                    <a:pt x="9" y="910"/>
                    <a:pt x="0" y="938"/>
                    <a:pt x="7" y="955"/>
                  </a:cubicBezTo>
                  <a:cubicBezTo>
                    <a:pt x="9" y="962"/>
                    <a:pt x="12" y="969"/>
                    <a:pt x="14" y="976"/>
                  </a:cubicBezTo>
                  <a:cubicBezTo>
                    <a:pt x="17" y="989"/>
                    <a:pt x="30" y="1003"/>
                    <a:pt x="41" y="1002"/>
                  </a:cubicBezTo>
                  <a:cubicBezTo>
                    <a:pt x="55" y="1000"/>
                    <a:pt x="69" y="998"/>
                    <a:pt x="81" y="994"/>
                  </a:cubicBezTo>
                  <a:cubicBezTo>
                    <a:pt x="102" y="987"/>
                    <a:pt x="122" y="978"/>
                    <a:pt x="143" y="971"/>
                  </a:cubicBezTo>
                  <a:cubicBezTo>
                    <a:pt x="158" y="966"/>
                    <a:pt x="173" y="965"/>
                    <a:pt x="188" y="960"/>
                  </a:cubicBezTo>
                  <a:cubicBezTo>
                    <a:pt x="225" y="950"/>
                    <a:pt x="262" y="946"/>
                    <a:pt x="299" y="957"/>
                  </a:cubicBezTo>
                  <a:cubicBezTo>
                    <a:pt x="312" y="961"/>
                    <a:pt x="325" y="967"/>
                    <a:pt x="338" y="971"/>
                  </a:cubicBezTo>
                  <a:cubicBezTo>
                    <a:pt x="343" y="973"/>
                    <a:pt x="348" y="974"/>
                    <a:pt x="352" y="974"/>
                  </a:cubicBezTo>
                  <a:cubicBezTo>
                    <a:pt x="363" y="972"/>
                    <a:pt x="373" y="969"/>
                    <a:pt x="383" y="966"/>
                  </a:cubicBezTo>
                  <a:cubicBezTo>
                    <a:pt x="387" y="965"/>
                    <a:pt x="391" y="963"/>
                    <a:pt x="393" y="960"/>
                  </a:cubicBezTo>
                  <a:cubicBezTo>
                    <a:pt x="400" y="950"/>
                    <a:pt x="407" y="939"/>
                    <a:pt x="413" y="928"/>
                  </a:cubicBezTo>
                  <a:cubicBezTo>
                    <a:pt x="420" y="914"/>
                    <a:pt x="425" y="899"/>
                    <a:pt x="431" y="885"/>
                  </a:cubicBezTo>
                  <a:cubicBezTo>
                    <a:pt x="438" y="872"/>
                    <a:pt x="436" y="863"/>
                    <a:pt x="423" y="856"/>
                  </a:cubicBezTo>
                  <a:cubicBezTo>
                    <a:pt x="413" y="851"/>
                    <a:pt x="402" y="846"/>
                    <a:pt x="391" y="843"/>
                  </a:cubicBezTo>
                  <a:cubicBezTo>
                    <a:pt x="372" y="838"/>
                    <a:pt x="353" y="832"/>
                    <a:pt x="334" y="832"/>
                  </a:cubicBezTo>
                  <a:cubicBezTo>
                    <a:pt x="301" y="832"/>
                    <a:pt x="269" y="837"/>
                    <a:pt x="237" y="839"/>
                  </a:cubicBezTo>
                  <a:cubicBezTo>
                    <a:pt x="233" y="839"/>
                    <a:pt x="227" y="835"/>
                    <a:pt x="226" y="832"/>
                  </a:cubicBezTo>
                  <a:cubicBezTo>
                    <a:pt x="223" y="823"/>
                    <a:pt x="221" y="814"/>
                    <a:pt x="220" y="804"/>
                  </a:cubicBezTo>
                  <a:cubicBezTo>
                    <a:pt x="219" y="782"/>
                    <a:pt x="220" y="760"/>
                    <a:pt x="240" y="746"/>
                  </a:cubicBezTo>
                  <a:cubicBezTo>
                    <a:pt x="261" y="732"/>
                    <a:pt x="283" y="717"/>
                    <a:pt x="307" y="707"/>
                  </a:cubicBezTo>
                  <a:cubicBezTo>
                    <a:pt x="337" y="693"/>
                    <a:pt x="360" y="662"/>
                    <a:pt x="350" y="628"/>
                  </a:cubicBezTo>
                  <a:cubicBezTo>
                    <a:pt x="349" y="624"/>
                    <a:pt x="350" y="620"/>
                    <a:pt x="349" y="616"/>
                  </a:cubicBezTo>
                  <a:cubicBezTo>
                    <a:pt x="348" y="602"/>
                    <a:pt x="337" y="592"/>
                    <a:pt x="323" y="594"/>
                  </a:cubicBezTo>
                  <a:cubicBezTo>
                    <a:pt x="307" y="596"/>
                    <a:pt x="292" y="599"/>
                    <a:pt x="276" y="603"/>
                  </a:cubicBezTo>
                  <a:cubicBezTo>
                    <a:pt x="262" y="607"/>
                    <a:pt x="249" y="613"/>
                    <a:pt x="236" y="618"/>
                  </a:cubicBezTo>
                  <a:cubicBezTo>
                    <a:pt x="226" y="621"/>
                    <a:pt x="222" y="619"/>
                    <a:pt x="222" y="611"/>
                  </a:cubicBezTo>
                  <a:cubicBezTo>
                    <a:pt x="223" y="597"/>
                    <a:pt x="224" y="584"/>
                    <a:pt x="226" y="571"/>
                  </a:cubicBezTo>
                  <a:cubicBezTo>
                    <a:pt x="230" y="543"/>
                    <a:pt x="247" y="526"/>
                    <a:pt x="274" y="526"/>
                  </a:cubicBezTo>
                  <a:cubicBezTo>
                    <a:pt x="305" y="525"/>
                    <a:pt x="324" y="510"/>
                    <a:pt x="336" y="483"/>
                  </a:cubicBezTo>
                  <a:cubicBezTo>
                    <a:pt x="339" y="476"/>
                    <a:pt x="342" y="468"/>
                    <a:pt x="346" y="461"/>
                  </a:cubicBezTo>
                  <a:cubicBezTo>
                    <a:pt x="358" y="445"/>
                    <a:pt x="372" y="430"/>
                    <a:pt x="383" y="414"/>
                  </a:cubicBezTo>
                  <a:cubicBezTo>
                    <a:pt x="398" y="393"/>
                    <a:pt x="413" y="373"/>
                    <a:pt x="424" y="350"/>
                  </a:cubicBezTo>
                  <a:cubicBezTo>
                    <a:pt x="444" y="306"/>
                    <a:pt x="463" y="261"/>
                    <a:pt x="480" y="215"/>
                  </a:cubicBezTo>
                  <a:cubicBezTo>
                    <a:pt x="487" y="194"/>
                    <a:pt x="490" y="170"/>
                    <a:pt x="489" y="148"/>
                  </a:cubicBezTo>
                  <a:cubicBezTo>
                    <a:pt x="489" y="128"/>
                    <a:pt x="482" y="108"/>
                    <a:pt x="475" y="89"/>
                  </a:cubicBezTo>
                  <a:close/>
                  <a:moveTo>
                    <a:pt x="172" y="413"/>
                  </a:moveTo>
                  <a:cubicBezTo>
                    <a:pt x="165" y="426"/>
                    <a:pt x="157" y="438"/>
                    <a:pt x="149" y="451"/>
                  </a:cubicBezTo>
                  <a:cubicBezTo>
                    <a:pt x="147" y="452"/>
                    <a:pt x="144" y="454"/>
                    <a:pt x="142" y="453"/>
                  </a:cubicBezTo>
                  <a:cubicBezTo>
                    <a:pt x="141" y="453"/>
                    <a:pt x="139" y="449"/>
                    <a:pt x="139" y="447"/>
                  </a:cubicBezTo>
                  <a:cubicBezTo>
                    <a:pt x="135" y="424"/>
                    <a:pt x="132" y="402"/>
                    <a:pt x="129" y="379"/>
                  </a:cubicBezTo>
                  <a:cubicBezTo>
                    <a:pt x="129" y="378"/>
                    <a:pt x="129" y="378"/>
                    <a:pt x="128" y="376"/>
                  </a:cubicBezTo>
                  <a:cubicBezTo>
                    <a:pt x="129" y="375"/>
                    <a:pt x="130" y="372"/>
                    <a:pt x="131" y="372"/>
                  </a:cubicBezTo>
                  <a:cubicBezTo>
                    <a:pt x="133" y="371"/>
                    <a:pt x="136" y="373"/>
                    <a:pt x="137" y="374"/>
                  </a:cubicBezTo>
                  <a:cubicBezTo>
                    <a:pt x="145" y="386"/>
                    <a:pt x="154" y="394"/>
                    <a:pt x="167" y="399"/>
                  </a:cubicBezTo>
                  <a:cubicBezTo>
                    <a:pt x="170" y="401"/>
                    <a:pt x="174" y="410"/>
                    <a:pt x="172" y="41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4" name="Freeform 8"/>
            <p:cNvSpPr>
              <a:spLocks/>
            </p:cNvSpPr>
            <p:nvPr/>
          </p:nvSpPr>
          <p:spPr bwMode="auto">
            <a:xfrm>
              <a:off x="298450" y="-814388"/>
              <a:ext cx="596900" cy="638175"/>
            </a:xfrm>
            <a:custGeom>
              <a:avLst/>
              <a:gdLst>
                <a:gd name="T0" fmla="*/ 688 w 780"/>
                <a:gd name="T1" fmla="*/ 11 h 832"/>
                <a:gd name="T2" fmla="*/ 484 w 780"/>
                <a:gd name="T3" fmla="*/ 70 h 832"/>
                <a:gd name="T4" fmla="*/ 139 w 780"/>
                <a:gd name="T5" fmla="*/ 221 h 832"/>
                <a:gd name="T6" fmla="*/ 10 w 780"/>
                <a:gd name="T7" fmla="*/ 297 h 832"/>
                <a:gd name="T8" fmla="*/ 15 w 780"/>
                <a:gd name="T9" fmla="*/ 348 h 832"/>
                <a:gd name="T10" fmla="*/ 153 w 780"/>
                <a:gd name="T11" fmla="*/ 310 h 832"/>
                <a:gd name="T12" fmla="*/ 297 w 780"/>
                <a:gd name="T13" fmla="*/ 231 h 832"/>
                <a:gd name="T14" fmla="*/ 417 w 780"/>
                <a:gd name="T15" fmla="*/ 187 h 832"/>
                <a:gd name="T16" fmla="*/ 268 w 780"/>
                <a:gd name="T17" fmla="*/ 354 h 832"/>
                <a:gd name="T18" fmla="*/ 242 w 780"/>
                <a:gd name="T19" fmla="*/ 519 h 832"/>
                <a:gd name="T20" fmla="*/ 288 w 780"/>
                <a:gd name="T21" fmla="*/ 521 h 832"/>
                <a:gd name="T22" fmla="*/ 321 w 780"/>
                <a:gd name="T23" fmla="*/ 470 h 832"/>
                <a:gd name="T24" fmla="*/ 341 w 780"/>
                <a:gd name="T25" fmla="*/ 429 h 832"/>
                <a:gd name="T26" fmla="*/ 455 w 780"/>
                <a:gd name="T27" fmla="*/ 318 h 832"/>
                <a:gd name="T28" fmla="*/ 532 w 780"/>
                <a:gd name="T29" fmla="*/ 300 h 832"/>
                <a:gd name="T30" fmla="*/ 437 w 780"/>
                <a:gd name="T31" fmla="*/ 392 h 832"/>
                <a:gd name="T32" fmla="*/ 328 w 780"/>
                <a:gd name="T33" fmla="*/ 512 h 832"/>
                <a:gd name="T34" fmla="*/ 368 w 780"/>
                <a:gd name="T35" fmla="*/ 530 h 832"/>
                <a:gd name="T36" fmla="*/ 366 w 780"/>
                <a:gd name="T37" fmla="*/ 623 h 832"/>
                <a:gd name="T38" fmla="*/ 272 w 780"/>
                <a:gd name="T39" fmla="*/ 683 h 832"/>
                <a:gd name="T40" fmla="*/ 233 w 780"/>
                <a:gd name="T41" fmla="*/ 673 h 832"/>
                <a:gd name="T42" fmla="*/ 202 w 780"/>
                <a:gd name="T43" fmla="*/ 717 h 832"/>
                <a:gd name="T44" fmla="*/ 268 w 780"/>
                <a:gd name="T45" fmla="*/ 771 h 832"/>
                <a:gd name="T46" fmla="*/ 348 w 780"/>
                <a:gd name="T47" fmla="*/ 716 h 832"/>
                <a:gd name="T48" fmla="*/ 350 w 780"/>
                <a:gd name="T49" fmla="*/ 792 h 832"/>
                <a:gd name="T50" fmla="*/ 378 w 780"/>
                <a:gd name="T51" fmla="*/ 823 h 832"/>
                <a:gd name="T52" fmla="*/ 406 w 780"/>
                <a:gd name="T53" fmla="*/ 824 h 832"/>
                <a:gd name="T54" fmla="*/ 440 w 780"/>
                <a:gd name="T55" fmla="*/ 796 h 832"/>
                <a:gd name="T56" fmla="*/ 437 w 780"/>
                <a:gd name="T57" fmla="*/ 695 h 832"/>
                <a:gd name="T58" fmla="*/ 528 w 780"/>
                <a:gd name="T59" fmla="*/ 659 h 832"/>
                <a:gd name="T60" fmla="*/ 537 w 780"/>
                <a:gd name="T61" fmla="*/ 691 h 832"/>
                <a:gd name="T62" fmla="*/ 501 w 780"/>
                <a:gd name="T63" fmla="*/ 717 h 832"/>
                <a:gd name="T64" fmla="*/ 526 w 780"/>
                <a:gd name="T65" fmla="*/ 713 h 832"/>
                <a:gd name="T66" fmla="*/ 612 w 780"/>
                <a:gd name="T67" fmla="*/ 676 h 832"/>
                <a:gd name="T68" fmla="*/ 518 w 780"/>
                <a:gd name="T69" fmla="*/ 587 h 832"/>
                <a:gd name="T70" fmla="*/ 439 w 780"/>
                <a:gd name="T71" fmla="*/ 588 h 832"/>
                <a:gd name="T72" fmla="*/ 462 w 780"/>
                <a:gd name="T73" fmla="*/ 510 h 832"/>
                <a:gd name="T74" fmla="*/ 511 w 780"/>
                <a:gd name="T75" fmla="*/ 427 h 832"/>
                <a:gd name="T76" fmla="*/ 539 w 780"/>
                <a:gd name="T77" fmla="*/ 343 h 832"/>
                <a:gd name="T78" fmla="*/ 549 w 780"/>
                <a:gd name="T79" fmla="*/ 253 h 832"/>
                <a:gd name="T80" fmla="*/ 435 w 780"/>
                <a:gd name="T81" fmla="*/ 266 h 832"/>
                <a:gd name="T82" fmla="*/ 342 w 780"/>
                <a:gd name="T83" fmla="*/ 324 h 832"/>
                <a:gd name="T84" fmla="*/ 306 w 780"/>
                <a:gd name="T85" fmla="*/ 357 h 832"/>
                <a:gd name="T86" fmla="*/ 317 w 780"/>
                <a:gd name="T87" fmla="*/ 317 h 832"/>
                <a:gd name="T88" fmla="*/ 424 w 780"/>
                <a:gd name="T89" fmla="*/ 204 h 832"/>
                <a:gd name="T90" fmla="*/ 534 w 780"/>
                <a:gd name="T91" fmla="*/ 157 h 832"/>
                <a:gd name="T92" fmla="*/ 703 w 780"/>
                <a:gd name="T93" fmla="*/ 130 h 832"/>
                <a:gd name="T94" fmla="*/ 772 w 780"/>
                <a:gd name="T95" fmla="*/ 103 h 832"/>
                <a:gd name="T96" fmla="*/ 711 w 780"/>
                <a:gd name="T97" fmla="*/ 4 h 8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80" h="832">
                  <a:moveTo>
                    <a:pt x="711" y="4"/>
                  </a:moveTo>
                  <a:cubicBezTo>
                    <a:pt x="703" y="5"/>
                    <a:pt x="696" y="9"/>
                    <a:pt x="688" y="11"/>
                  </a:cubicBezTo>
                  <a:cubicBezTo>
                    <a:pt x="653" y="20"/>
                    <a:pt x="619" y="28"/>
                    <a:pt x="585" y="38"/>
                  </a:cubicBezTo>
                  <a:cubicBezTo>
                    <a:pt x="551" y="48"/>
                    <a:pt x="517" y="58"/>
                    <a:pt x="484" y="70"/>
                  </a:cubicBezTo>
                  <a:cubicBezTo>
                    <a:pt x="448" y="83"/>
                    <a:pt x="238" y="171"/>
                    <a:pt x="228" y="176"/>
                  </a:cubicBezTo>
                  <a:cubicBezTo>
                    <a:pt x="198" y="191"/>
                    <a:pt x="169" y="206"/>
                    <a:pt x="139" y="221"/>
                  </a:cubicBezTo>
                  <a:cubicBezTo>
                    <a:pt x="118" y="231"/>
                    <a:pt x="98" y="243"/>
                    <a:pt x="77" y="252"/>
                  </a:cubicBezTo>
                  <a:cubicBezTo>
                    <a:pt x="51" y="262"/>
                    <a:pt x="29" y="277"/>
                    <a:pt x="10" y="297"/>
                  </a:cubicBezTo>
                  <a:cubicBezTo>
                    <a:pt x="7" y="300"/>
                    <a:pt x="4" y="304"/>
                    <a:pt x="4" y="308"/>
                  </a:cubicBezTo>
                  <a:cubicBezTo>
                    <a:pt x="0" y="323"/>
                    <a:pt x="2" y="337"/>
                    <a:pt x="15" y="348"/>
                  </a:cubicBezTo>
                  <a:cubicBezTo>
                    <a:pt x="29" y="360"/>
                    <a:pt x="45" y="364"/>
                    <a:pt x="62" y="356"/>
                  </a:cubicBezTo>
                  <a:cubicBezTo>
                    <a:pt x="92" y="341"/>
                    <a:pt x="123" y="325"/>
                    <a:pt x="153" y="310"/>
                  </a:cubicBezTo>
                  <a:cubicBezTo>
                    <a:pt x="196" y="288"/>
                    <a:pt x="234" y="257"/>
                    <a:pt x="280" y="239"/>
                  </a:cubicBezTo>
                  <a:cubicBezTo>
                    <a:pt x="285" y="236"/>
                    <a:pt x="291" y="233"/>
                    <a:pt x="297" y="231"/>
                  </a:cubicBezTo>
                  <a:cubicBezTo>
                    <a:pt x="334" y="215"/>
                    <a:pt x="369" y="201"/>
                    <a:pt x="406" y="186"/>
                  </a:cubicBezTo>
                  <a:cubicBezTo>
                    <a:pt x="414" y="182"/>
                    <a:pt x="417" y="186"/>
                    <a:pt x="417" y="187"/>
                  </a:cubicBezTo>
                  <a:cubicBezTo>
                    <a:pt x="418" y="191"/>
                    <a:pt x="409" y="198"/>
                    <a:pt x="403" y="203"/>
                  </a:cubicBezTo>
                  <a:cubicBezTo>
                    <a:pt x="351" y="248"/>
                    <a:pt x="305" y="297"/>
                    <a:pt x="268" y="354"/>
                  </a:cubicBezTo>
                  <a:cubicBezTo>
                    <a:pt x="249" y="383"/>
                    <a:pt x="237" y="414"/>
                    <a:pt x="233" y="447"/>
                  </a:cubicBezTo>
                  <a:cubicBezTo>
                    <a:pt x="230" y="471"/>
                    <a:pt x="229" y="496"/>
                    <a:pt x="242" y="519"/>
                  </a:cubicBezTo>
                  <a:cubicBezTo>
                    <a:pt x="247" y="528"/>
                    <a:pt x="254" y="536"/>
                    <a:pt x="265" y="536"/>
                  </a:cubicBezTo>
                  <a:cubicBezTo>
                    <a:pt x="276" y="536"/>
                    <a:pt x="283" y="529"/>
                    <a:pt x="288" y="521"/>
                  </a:cubicBezTo>
                  <a:cubicBezTo>
                    <a:pt x="297" y="509"/>
                    <a:pt x="305" y="497"/>
                    <a:pt x="313" y="485"/>
                  </a:cubicBezTo>
                  <a:cubicBezTo>
                    <a:pt x="317" y="480"/>
                    <a:pt x="319" y="475"/>
                    <a:pt x="321" y="470"/>
                  </a:cubicBezTo>
                  <a:cubicBezTo>
                    <a:pt x="325" y="463"/>
                    <a:pt x="328" y="456"/>
                    <a:pt x="332" y="450"/>
                  </a:cubicBezTo>
                  <a:cubicBezTo>
                    <a:pt x="335" y="443"/>
                    <a:pt x="338" y="436"/>
                    <a:pt x="341" y="429"/>
                  </a:cubicBezTo>
                  <a:cubicBezTo>
                    <a:pt x="346" y="418"/>
                    <a:pt x="348" y="405"/>
                    <a:pt x="356" y="397"/>
                  </a:cubicBezTo>
                  <a:cubicBezTo>
                    <a:pt x="386" y="368"/>
                    <a:pt x="417" y="338"/>
                    <a:pt x="455" y="318"/>
                  </a:cubicBezTo>
                  <a:cubicBezTo>
                    <a:pt x="475" y="307"/>
                    <a:pt x="496" y="296"/>
                    <a:pt x="520" y="296"/>
                  </a:cubicBezTo>
                  <a:cubicBezTo>
                    <a:pt x="524" y="296"/>
                    <a:pt x="530" y="297"/>
                    <a:pt x="532" y="300"/>
                  </a:cubicBezTo>
                  <a:cubicBezTo>
                    <a:pt x="533" y="303"/>
                    <a:pt x="531" y="309"/>
                    <a:pt x="529" y="312"/>
                  </a:cubicBezTo>
                  <a:cubicBezTo>
                    <a:pt x="505" y="346"/>
                    <a:pt x="471" y="369"/>
                    <a:pt x="437" y="392"/>
                  </a:cubicBezTo>
                  <a:cubicBezTo>
                    <a:pt x="414" y="407"/>
                    <a:pt x="390" y="419"/>
                    <a:pt x="367" y="435"/>
                  </a:cubicBezTo>
                  <a:cubicBezTo>
                    <a:pt x="340" y="453"/>
                    <a:pt x="333" y="482"/>
                    <a:pt x="328" y="512"/>
                  </a:cubicBezTo>
                  <a:cubicBezTo>
                    <a:pt x="326" y="529"/>
                    <a:pt x="341" y="540"/>
                    <a:pt x="358" y="534"/>
                  </a:cubicBezTo>
                  <a:cubicBezTo>
                    <a:pt x="362" y="533"/>
                    <a:pt x="365" y="531"/>
                    <a:pt x="368" y="530"/>
                  </a:cubicBezTo>
                  <a:cubicBezTo>
                    <a:pt x="375" y="528"/>
                    <a:pt x="378" y="529"/>
                    <a:pt x="379" y="538"/>
                  </a:cubicBezTo>
                  <a:cubicBezTo>
                    <a:pt x="380" y="567"/>
                    <a:pt x="372" y="595"/>
                    <a:pt x="366" y="623"/>
                  </a:cubicBezTo>
                  <a:cubicBezTo>
                    <a:pt x="365" y="627"/>
                    <a:pt x="362" y="631"/>
                    <a:pt x="358" y="634"/>
                  </a:cubicBezTo>
                  <a:cubicBezTo>
                    <a:pt x="332" y="654"/>
                    <a:pt x="305" y="674"/>
                    <a:pt x="272" y="683"/>
                  </a:cubicBezTo>
                  <a:cubicBezTo>
                    <a:pt x="261" y="686"/>
                    <a:pt x="246" y="689"/>
                    <a:pt x="245" y="677"/>
                  </a:cubicBezTo>
                  <a:cubicBezTo>
                    <a:pt x="244" y="672"/>
                    <a:pt x="247" y="669"/>
                    <a:pt x="233" y="673"/>
                  </a:cubicBezTo>
                  <a:cubicBezTo>
                    <a:pt x="220" y="678"/>
                    <a:pt x="211" y="687"/>
                    <a:pt x="207" y="701"/>
                  </a:cubicBezTo>
                  <a:cubicBezTo>
                    <a:pt x="205" y="706"/>
                    <a:pt x="205" y="712"/>
                    <a:pt x="202" y="717"/>
                  </a:cubicBezTo>
                  <a:cubicBezTo>
                    <a:pt x="193" y="731"/>
                    <a:pt x="204" y="763"/>
                    <a:pt x="218" y="775"/>
                  </a:cubicBezTo>
                  <a:cubicBezTo>
                    <a:pt x="235" y="788"/>
                    <a:pt x="246" y="785"/>
                    <a:pt x="268" y="771"/>
                  </a:cubicBezTo>
                  <a:cubicBezTo>
                    <a:pt x="289" y="759"/>
                    <a:pt x="308" y="743"/>
                    <a:pt x="329" y="728"/>
                  </a:cubicBezTo>
                  <a:cubicBezTo>
                    <a:pt x="332" y="726"/>
                    <a:pt x="344" y="718"/>
                    <a:pt x="348" y="716"/>
                  </a:cubicBezTo>
                  <a:cubicBezTo>
                    <a:pt x="349" y="721"/>
                    <a:pt x="345" y="735"/>
                    <a:pt x="346" y="747"/>
                  </a:cubicBezTo>
                  <a:cubicBezTo>
                    <a:pt x="347" y="759"/>
                    <a:pt x="347" y="774"/>
                    <a:pt x="350" y="792"/>
                  </a:cubicBezTo>
                  <a:cubicBezTo>
                    <a:pt x="350" y="794"/>
                    <a:pt x="352" y="796"/>
                    <a:pt x="353" y="798"/>
                  </a:cubicBezTo>
                  <a:cubicBezTo>
                    <a:pt x="359" y="804"/>
                    <a:pt x="369" y="815"/>
                    <a:pt x="378" y="823"/>
                  </a:cubicBezTo>
                  <a:cubicBezTo>
                    <a:pt x="383" y="829"/>
                    <a:pt x="388" y="832"/>
                    <a:pt x="396" y="826"/>
                  </a:cubicBezTo>
                  <a:cubicBezTo>
                    <a:pt x="398" y="824"/>
                    <a:pt x="403" y="823"/>
                    <a:pt x="406" y="824"/>
                  </a:cubicBezTo>
                  <a:cubicBezTo>
                    <a:pt x="418" y="828"/>
                    <a:pt x="423" y="821"/>
                    <a:pt x="428" y="813"/>
                  </a:cubicBezTo>
                  <a:cubicBezTo>
                    <a:pt x="431" y="808"/>
                    <a:pt x="435" y="801"/>
                    <a:pt x="440" y="796"/>
                  </a:cubicBezTo>
                  <a:cubicBezTo>
                    <a:pt x="448" y="790"/>
                    <a:pt x="450" y="783"/>
                    <a:pt x="446" y="774"/>
                  </a:cubicBezTo>
                  <a:cubicBezTo>
                    <a:pt x="437" y="748"/>
                    <a:pt x="438" y="721"/>
                    <a:pt x="437" y="695"/>
                  </a:cubicBezTo>
                  <a:cubicBezTo>
                    <a:pt x="437" y="681"/>
                    <a:pt x="442" y="675"/>
                    <a:pt x="454" y="671"/>
                  </a:cubicBezTo>
                  <a:cubicBezTo>
                    <a:pt x="480" y="662"/>
                    <a:pt x="508" y="656"/>
                    <a:pt x="528" y="659"/>
                  </a:cubicBezTo>
                  <a:cubicBezTo>
                    <a:pt x="538" y="661"/>
                    <a:pt x="546" y="663"/>
                    <a:pt x="549" y="669"/>
                  </a:cubicBezTo>
                  <a:cubicBezTo>
                    <a:pt x="554" y="675"/>
                    <a:pt x="545" y="684"/>
                    <a:pt x="537" y="691"/>
                  </a:cubicBezTo>
                  <a:cubicBezTo>
                    <a:pt x="529" y="698"/>
                    <a:pt x="508" y="712"/>
                    <a:pt x="504" y="714"/>
                  </a:cubicBezTo>
                  <a:cubicBezTo>
                    <a:pt x="503" y="715"/>
                    <a:pt x="501" y="716"/>
                    <a:pt x="501" y="717"/>
                  </a:cubicBezTo>
                  <a:cubicBezTo>
                    <a:pt x="503" y="719"/>
                    <a:pt x="507" y="718"/>
                    <a:pt x="509" y="717"/>
                  </a:cubicBezTo>
                  <a:cubicBezTo>
                    <a:pt x="513" y="715"/>
                    <a:pt x="522" y="713"/>
                    <a:pt x="526" y="713"/>
                  </a:cubicBezTo>
                  <a:cubicBezTo>
                    <a:pt x="530" y="713"/>
                    <a:pt x="537" y="716"/>
                    <a:pt x="547" y="712"/>
                  </a:cubicBezTo>
                  <a:cubicBezTo>
                    <a:pt x="570" y="702"/>
                    <a:pt x="594" y="695"/>
                    <a:pt x="612" y="676"/>
                  </a:cubicBezTo>
                  <a:cubicBezTo>
                    <a:pt x="640" y="646"/>
                    <a:pt x="628" y="614"/>
                    <a:pt x="598" y="599"/>
                  </a:cubicBezTo>
                  <a:cubicBezTo>
                    <a:pt x="573" y="586"/>
                    <a:pt x="546" y="584"/>
                    <a:pt x="518" y="587"/>
                  </a:cubicBezTo>
                  <a:cubicBezTo>
                    <a:pt x="496" y="590"/>
                    <a:pt x="474" y="595"/>
                    <a:pt x="452" y="599"/>
                  </a:cubicBezTo>
                  <a:cubicBezTo>
                    <a:pt x="441" y="601"/>
                    <a:pt x="437" y="597"/>
                    <a:pt x="439" y="588"/>
                  </a:cubicBezTo>
                  <a:cubicBezTo>
                    <a:pt x="444" y="564"/>
                    <a:pt x="450" y="540"/>
                    <a:pt x="456" y="517"/>
                  </a:cubicBezTo>
                  <a:cubicBezTo>
                    <a:pt x="457" y="514"/>
                    <a:pt x="460" y="511"/>
                    <a:pt x="462" y="510"/>
                  </a:cubicBezTo>
                  <a:cubicBezTo>
                    <a:pt x="480" y="502"/>
                    <a:pt x="495" y="491"/>
                    <a:pt x="506" y="474"/>
                  </a:cubicBezTo>
                  <a:cubicBezTo>
                    <a:pt x="516" y="459"/>
                    <a:pt x="519" y="444"/>
                    <a:pt x="511" y="427"/>
                  </a:cubicBezTo>
                  <a:cubicBezTo>
                    <a:pt x="505" y="414"/>
                    <a:pt x="502" y="398"/>
                    <a:pt x="513" y="384"/>
                  </a:cubicBezTo>
                  <a:cubicBezTo>
                    <a:pt x="522" y="371"/>
                    <a:pt x="531" y="357"/>
                    <a:pt x="539" y="343"/>
                  </a:cubicBezTo>
                  <a:cubicBezTo>
                    <a:pt x="546" y="329"/>
                    <a:pt x="553" y="314"/>
                    <a:pt x="560" y="300"/>
                  </a:cubicBezTo>
                  <a:cubicBezTo>
                    <a:pt x="568" y="282"/>
                    <a:pt x="563" y="259"/>
                    <a:pt x="549" y="253"/>
                  </a:cubicBezTo>
                  <a:cubicBezTo>
                    <a:pt x="536" y="248"/>
                    <a:pt x="521" y="244"/>
                    <a:pt x="507" y="242"/>
                  </a:cubicBezTo>
                  <a:cubicBezTo>
                    <a:pt x="480" y="238"/>
                    <a:pt x="457" y="253"/>
                    <a:pt x="435" y="266"/>
                  </a:cubicBezTo>
                  <a:cubicBezTo>
                    <a:pt x="415" y="277"/>
                    <a:pt x="397" y="290"/>
                    <a:pt x="378" y="302"/>
                  </a:cubicBezTo>
                  <a:cubicBezTo>
                    <a:pt x="366" y="309"/>
                    <a:pt x="353" y="315"/>
                    <a:pt x="342" y="324"/>
                  </a:cubicBezTo>
                  <a:cubicBezTo>
                    <a:pt x="332" y="333"/>
                    <a:pt x="323" y="344"/>
                    <a:pt x="314" y="354"/>
                  </a:cubicBezTo>
                  <a:cubicBezTo>
                    <a:pt x="312" y="356"/>
                    <a:pt x="309" y="356"/>
                    <a:pt x="306" y="357"/>
                  </a:cubicBezTo>
                  <a:cubicBezTo>
                    <a:pt x="305" y="355"/>
                    <a:pt x="304" y="352"/>
                    <a:pt x="304" y="349"/>
                  </a:cubicBezTo>
                  <a:cubicBezTo>
                    <a:pt x="308" y="338"/>
                    <a:pt x="311" y="327"/>
                    <a:pt x="317" y="317"/>
                  </a:cubicBezTo>
                  <a:cubicBezTo>
                    <a:pt x="330" y="299"/>
                    <a:pt x="343" y="280"/>
                    <a:pt x="358" y="263"/>
                  </a:cubicBezTo>
                  <a:cubicBezTo>
                    <a:pt x="379" y="242"/>
                    <a:pt x="400" y="221"/>
                    <a:pt x="424" y="204"/>
                  </a:cubicBezTo>
                  <a:cubicBezTo>
                    <a:pt x="443" y="191"/>
                    <a:pt x="466" y="183"/>
                    <a:pt x="488" y="173"/>
                  </a:cubicBezTo>
                  <a:cubicBezTo>
                    <a:pt x="503" y="167"/>
                    <a:pt x="518" y="160"/>
                    <a:pt x="534" y="157"/>
                  </a:cubicBezTo>
                  <a:cubicBezTo>
                    <a:pt x="566" y="151"/>
                    <a:pt x="599" y="147"/>
                    <a:pt x="632" y="141"/>
                  </a:cubicBezTo>
                  <a:cubicBezTo>
                    <a:pt x="656" y="138"/>
                    <a:pt x="679" y="132"/>
                    <a:pt x="703" y="130"/>
                  </a:cubicBezTo>
                  <a:cubicBezTo>
                    <a:pt x="721" y="129"/>
                    <a:pt x="740" y="131"/>
                    <a:pt x="756" y="119"/>
                  </a:cubicBezTo>
                  <a:cubicBezTo>
                    <a:pt x="762" y="115"/>
                    <a:pt x="770" y="109"/>
                    <a:pt x="772" y="103"/>
                  </a:cubicBezTo>
                  <a:cubicBezTo>
                    <a:pt x="778" y="84"/>
                    <a:pt x="780" y="64"/>
                    <a:pt x="773" y="44"/>
                  </a:cubicBezTo>
                  <a:cubicBezTo>
                    <a:pt x="765" y="19"/>
                    <a:pt x="737" y="0"/>
                    <a:pt x="711" y="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5" name="Freeform 9"/>
            <p:cNvSpPr>
              <a:spLocks/>
            </p:cNvSpPr>
            <p:nvPr/>
          </p:nvSpPr>
          <p:spPr bwMode="auto">
            <a:xfrm>
              <a:off x="1839912" y="-752475"/>
              <a:ext cx="465138" cy="438150"/>
            </a:xfrm>
            <a:custGeom>
              <a:avLst/>
              <a:gdLst>
                <a:gd name="T0" fmla="*/ 575 w 608"/>
                <a:gd name="T1" fmla="*/ 324 h 573"/>
                <a:gd name="T2" fmla="*/ 530 w 608"/>
                <a:gd name="T3" fmla="*/ 319 h 573"/>
                <a:gd name="T4" fmla="*/ 505 w 608"/>
                <a:gd name="T5" fmla="*/ 335 h 573"/>
                <a:gd name="T6" fmla="*/ 438 w 608"/>
                <a:gd name="T7" fmla="*/ 339 h 573"/>
                <a:gd name="T8" fmla="*/ 423 w 608"/>
                <a:gd name="T9" fmla="*/ 339 h 573"/>
                <a:gd name="T10" fmla="*/ 428 w 608"/>
                <a:gd name="T11" fmla="*/ 325 h 573"/>
                <a:gd name="T12" fmla="*/ 481 w 608"/>
                <a:gd name="T13" fmla="*/ 232 h 573"/>
                <a:gd name="T14" fmla="*/ 512 w 608"/>
                <a:gd name="T15" fmla="*/ 143 h 573"/>
                <a:gd name="T16" fmla="*/ 512 w 608"/>
                <a:gd name="T17" fmla="*/ 97 h 573"/>
                <a:gd name="T18" fmla="*/ 506 w 608"/>
                <a:gd name="T19" fmla="*/ 80 h 573"/>
                <a:gd name="T20" fmla="*/ 472 w 608"/>
                <a:gd name="T21" fmla="*/ 23 h 573"/>
                <a:gd name="T22" fmla="*/ 394 w 608"/>
                <a:gd name="T23" fmla="*/ 0 h 573"/>
                <a:gd name="T24" fmla="*/ 273 w 608"/>
                <a:gd name="T25" fmla="*/ 48 h 573"/>
                <a:gd name="T26" fmla="*/ 194 w 608"/>
                <a:gd name="T27" fmla="*/ 109 h 573"/>
                <a:gd name="T28" fmla="*/ 173 w 608"/>
                <a:gd name="T29" fmla="*/ 156 h 573"/>
                <a:gd name="T30" fmla="*/ 231 w 608"/>
                <a:gd name="T31" fmla="*/ 223 h 573"/>
                <a:gd name="T32" fmla="*/ 308 w 608"/>
                <a:gd name="T33" fmla="*/ 213 h 573"/>
                <a:gd name="T34" fmla="*/ 369 w 608"/>
                <a:gd name="T35" fmla="*/ 180 h 573"/>
                <a:gd name="T36" fmla="*/ 399 w 608"/>
                <a:gd name="T37" fmla="*/ 171 h 573"/>
                <a:gd name="T38" fmla="*/ 363 w 608"/>
                <a:gd name="T39" fmla="*/ 251 h 573"/>
                <a:gd name="T40" fmla="*/ 306 w 608"/>
                <a:gd name="T41" fmla="*/ 334 h 573"/>
                <a:gd name="T42" fmla="*/ 233 w 608"/>
                <a:gd name="T43" fmla="*/ 372 h 573"/>
                <a:gd name="T44" fmla="*/ 174 w 608"/>
                <a:gd name="T45" fmla="*/ 387 h 573"/>
                <a:gd name="T46" fmla="*/ 67 w 608"/>
                <a:gd name="T47" fmla="*/ 427 h 573"/>
                <a:gd name="T48" fmla="*/ 35 w 608"/>
                <a:gd name="T49" fmla="*/ 453 h 573"/>
                <a:gd name="T50" fmla="*/ 22 w 608"/>
                <a:gd name="T51" fmla="*/ 482 h 573"/>
                <a:gd name="T52" fmla="*/ 63 w 608"/>
                <a:gd name="T53" fmla="*/ 569 h 573"/>
                <a:gd name="T54" fmla="*/ 112 w 608"/>
                <a:gd name="T55" fmla="*/ 568 h 573"/>
                <a:gd name="T56" fmla="*/ 215 w 608"/>
                <a:gd name="T57" fmla="*/ 535 h 573"/>
                <a:gd name="T58" fmla="*/ 477 w 608"/>
                <a:gd name="T59" fmla="*/ 473 h 573"/>
                <a:gd name="T60" fmla="*/ 516 w 608"/>
                <a:gd name="T61" fmla="*/ 474 h 573"/>
                <a:gd name="T62" fmla="*/ 551 w 608"/>
                <a:gd name="T63" fmla="*/ 483 h 573"/>
                <a:gd name="T64" fmla="*/ 591 w 608"/>
                <a:gd name="T65" fmla="*/ 453 h 573"/>
                <a:gd name="T66" fmla="*/ 606 w 608"/>
                <a:gd name="T67" fmla="*/ 394 h 573"/>
                <a:gd name="T68" fmla="*/ 575 w 608"/>
                <a:gd name="T69" fmla="*/ 324 h 5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608" h="573">
                  <a:moveTo>
                    <a:pt x="575" y="324"/>
                  </a:moveTo>
                  <a:cubicBezTo>
                    <a:pt x="561" y="310"/>
                    <a:pt x="547" y="309"/>
                    <a:pt x="530" y="319"/>
                  </a:cubicBezTo>
                  <a:cubicBezTo>
                    <a:pt x="522" y="323"/>
                    <a:pt x="514" y="333"/>
                    <a:pt x="505" y="335"/>
                  </a:cubicBezTo>
                  <a:cubicBezTo>
                    <a:pt x="483" y="339"/>
                    <a:pt x="462" y="337"/>
                    <a:pt x="438" y="339"/>
                  </a:cubicBezTo>
                  <a:cubicBezTo>
                    <a:pt x="434" y="339"/>
                    <a:pt x="426" y="341"/>
                    <a:pt x="423" y="339"/>
                  </a:cubicBezTo>
                  <a:cubicBezTo>
                    <a:pt x="420" y="336"/>
                    <a:pt x="426" y="328"/>
                    <a:pt x="428" y="325"/>
                  </a:cubicBezTo>
                  <a:cubicBezTo>
                    <a:pt x="442" y="302"/>
                    <a:pt x="469" y="260"/>
                    <a:pt x="481" y="232"/>
                  </a:cubicBezTo>
                  <a:cubicBezTo>
                    <a:pt x="496" y="199"/>
                    <a:pt x="509" y="152"/>
                    <a:pt x="512" y="143"/>
                  </a:cubicBezTo>
                  <a:cubicBezTo>
                    <a:pt x="516" y="129"/>
                    <a:pt x="518" y="111"/>
                    <a:pt x="512" y="97"/>
                  </a:cubicBezTo>
                  <a:cubicBezTo>
                    <a:pt x="510" y="92"/>
                    <a:pt x="508" y="86"/>
                    <a:pt x="506" y="80"/>
                  </a:cubicBezTo>
                  <a:cubicBezTo>
                    <a:pt x="499" y="58"/>
                    <a:pt x="492" y="36"/>
                    <a:pt x="472" y="23"/>
                  </a:cubicBezTo>
                  <a:cubicBezTo>
                    <a:pt x="448" y="7"/>
                    <a:pt x="422" y="0"/>
                    <a:pt x="394" y="0"/>
                  </a:cubicBezTo>
                  <a:cubicBezTo>
                    <a:pt x="348" y="1"/>
                    <a:pt x="310" y="24"/>
                    <a:pt x="273" y="48"/>
                  </a:cubicBezTo>
                  <a:cubicBezTo>
                    <a:pt x="246" y="66"/>
                    <a:pt x="220" y="88"/>
                    <a:pt x="194" y="109"/>
                  </a:cubicBezTo>
                  <a:cubicBezTo>
                    <a:pt x="177" y="122"/>
                    <a:pt x="167" y="142"/>
                    <a:pt x="173" y="156"/>
                  </a:cubicBezTo>
                  <a:cubicBezTo>
                    <a:pt x="185" y="185"/>
                    <a:pt x="203" y="209"/>
                    <a:pt x="231" y="223"/>
                  </a:cubicBezTo>
                  <a:cubicBezTo>
                    <a:pt x="256" y="236"/>
                    <a:pt x="287" y="222"/>
                    <a:pt x="308" y="213"/>
                  </a:cubicBezTo>
                  <a:cubicBezTo>
                    <a:pt x="335" y="201"/>
                    <a:pt x="346" y="191"/>
                    <a:pt x="369" y="180"/>
                  </a:cubicBezTo>
                  <a:cubicBezTo>
                    <a:pt x="375" y="177"/>
                    <a:pt x="393" y="166"/>
                    <a:pt x="399" y="171"/>
                  </a:cubicBezTo>
                  <a:cubicBezTo>
                    <a:pt x="404" y="176"/>
                    <a:pt x="374" y="229"/>
                    <a:pt x="363" y="251"/>
                  </a:cubicBezTo>
                  <a:cubicBezTo>
                    <a:pt x="349" y="282"/>
                    <a:pt x="328" y="309"/>
                    <a:pt x="306" y="334"/>
                  </a:cubicBezTo>
                  <a:cubicBezTo>
                    <a:pt x="286" y="356"/>
                    <a:pt x="260" y="365"/>
                    <a:pt x="233" y="372"/>
                  </a:cubicBezTo>
                  <a:cubicBezTo>
                    <a:pt x="213" y="377"/>
                    <a:pt x="193" y="380"/>
                    <a:pt x="174" y="387"/>
                  </a:cubicBezTo>
                  <a:cubicBezTo>
                    <a:pt x="138" y="399"/>
                    <a:pt x="103" y="413"/>
                    <a:pt x="67" y="427"/>
                  </a:cubicBezTo>
                  <a:cubicBezTo>
                    <a:pt x="54" y="432"/>
                    <a:pt x="41" y="438"/>
                    <a:pt x="35" y="453"/>
                  </a:cubicBezTo>
                  <a:cubicBezTo>
                    <a:pt x="30" y="463"/>
                    <a:pt x="27" y="473"/>
                    <a:pt x="22" y="482"/>
                  </a:cubicBezTo>
                  <a:cubicBezTo>
                    <a:pt x="0" y="521"/>
                    <a:pt x="29" y="565"/>
                    <a:pt x="63" y="569"/>
                  </a:cubicBezTo>
                  <a:cubicBezTo>
                    <a:pt x="79" y="570"/>
                    <a:pt x="95" y="573"/>
                    <a:pt x="112" y="568"/>
                  </a:cubicBezTo>
                  <a:cubicBezTo>
                    <a:pt x="148" y="557"/>
                    <a:pt x="202" y="539"/>
                    <a:pt x="215" y="535"/>
                  </a:cubicBezTo>
                  <a:cubicBezTo>
                    <a:pt x="241" y="527"/>
                    <a:pt x="414" y="478"/>
                    <a:pt x="477" y="473"/>
                  </a:cubicBezTo>
                  <a:cubicBezTo>
                    <a:pt x="490" y="473"/>
                    <a:pt x="503" y="472"/>
                    <a:pt x="516" y="474"/>
                  </a:cubicBezTo>
                  <a:cubicBezTo>
                    <a:pt x="528" y="476"/>
                    <a:pt x="540" y="483"/>
                    <a:pt x="551" y="483"/>
                  </a:cubicBezTo>
                  <a:cubicBezTo>
                    <a:pt x="568" y="483"/>
                    <a:pt x="579" y="477"/>
                    <a:pt x="591" y="453"/>
                  </a:cubicBezTo>
                  <a:cubicBezTo>
                    <a:pt x="601" y="434"/>
                    <a:pt x="608" y="416"/>
                    <a:pt x="606" y="394"/>
                  </a:cubicBezTo>
                  <a:cubicBezTo>
                    <a:pt x="605" y="368"/>
                    <a:pt x="592" y="343"/>
                    <a:pt x="575" y="32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6" name="Freeform 10"/>
            <p:cNvSpPr>
              <a:spLocks/>
            </p:cNvSpPr>
            <p:nvPr/>
          </p:nvSpPr>
          <p:spPr bwMode="auto">
            <a:xfrm>
              <a:off x="3209925" y="-660400"/>
              <a:ext cx="519113" cy="490538"/>
            </a:xfrm>
            <a:custGeom>
              <a:avLst/>
              <a:gdLst>
                <a:gd name="T0" fmla="*/ 609 w 680"/>
                <a:gd name="T1" fmla="*/ 178 h 640"/>
                <a:gd name="T2" fmla="*/ 538 w 680"/>
                <a:gd name="T3" fmla="*/ 176 h 640"/>
                <a:gd name="T4" fmla="*/ 414 w 680"/>
                <a:gd name="T5" fmla="*/ 199 h 640"/>
                <a:gd name="T6" fmla="*/ 372 w 680"/>
                <a:gd name="T7" fmla="*/ 208 h 640"/>
                <a:gd name="T8" fmla="*/ 360 w 680"/>
                <a:gd name="T9" fmla="*/ 204 h 640"/>
                <a:gd name="T10" fmla="*/ 365 w 680"/>
                <a:gd name="T11" fmla="*/ 191 h 640"/>
                <a:gd name="T12" fmla="*/ 386 w 680"/>
                <a:gd name="T13" fmla="*/ 160 h 640"/>
                <a:gd name="T14" fmla="*/ 409 w 680"/>
                <a:gd name="T15" fmla="*/ 126 h 640"/>
                <a:gd name="T16" fmla="*/ 444 w 680"/>
                <a:gd name="T17" fmla="*/ 81 h 640"/>
                <a:gd name="T18" fmla="*/ 439 w 680"/>
                <a:gd name="T19" fmla="*/ 48 h 640"/>
                <a:gd name="T20" fmla="*/ 434 w 680"/>
                <a:gd name="T21" fmla="*/ 40 h 640"/>
                <a:gd name="T22" fmla="*/ 357 w 680"/>
                <a:gd name="T23" fmla="*/ 9 h 640"/>
                <a:gd name="T24" fmla="*/ 290 w 680"/>
                <a:gd name="T25" fmla="*/ 32 h 640"/>
                <a:gd name="T26" fmla="*/ 273 w 680"/>
                <a:gd name="T27" fmla="*/ 52 h 640"/>
                <a:gd name="T28" fmla="*/ 286 w 680"/>
                <a:gd name="T29" fmla="*/ 76 h 640"/>
                <a:gd name="T30" fmla="*/ 326 w 680"/>
                <a:gd name="T31" fmla="*/ 96 h 640"/>
                <a:gd name="T32" fmla="*/ 336 w 680"/>
                <a:gd name="T33" fmla="*/ 108 h 640"/>
                <a:gd name="T34" fmla="*/ 317 w 680"/>
                <a:gd name="T35" fmla="*/ 148 h 640"/>
                <a:gd name="T36" fmla="*/ 296 w 680"/>
                <a:gd name="T37" fmla="*/ 179 h 640"/>
                <a:gd name="T38" fmla="*/ 288 w 680"/>
                <a:gd name="T39" fmla="*/ 222 h 640"/>
                <a:gd name="T40" fmla="*/ 277 w 680"/>
                <a:gd name="T41" fmla="*/ 234 h 640"/>
                <a:gd name="T42" fmla="*/ 166 w 680"/>
                <a:gd name="T43" fmla="*/ 275 h 640"/>
                <a:gd name="T44" fmla="*/ 77 w 680"/>
                <a:gd name="T45" fmla="*/ 315 h 640"/>
                <a:gd name="T46" fmla="*/ 16 w 680"/>
                <a:gd name="T47" fmla="*/ 339 h 640"/>
                <a:gd name="T48" fmla="*/ 7 w 680"/>
                <a:gd name="T49" fmla="*/ 362 h 640"/>
                <a:gd name="T50" fmla="*/ 13 w 680"/>
                <a:gd name="T51" fmla="*/ 373 h 640"/>
                <a:gd name="T52" fmla="*/ 89 w 680"/>
                <a:gd name="T53" fmla="*/ 419 h 640"/>
                <a:gd name="T54" fmla="*/ 110 w 680"/>
                <a:gd name="T55" fmla="*/ 416 h 640"/>
                <a:gd name="T56" fmla="*/ 279 w 680"/>
                <a:gd name="T57" fmla="*/ 347 h 640"/>
                <a:gd name="T58" fmla="*/ 334 w 680"/>
                <a:gd name="T59" fmla="*/ 332 h 640"/>
                <a:gd name="T60" fmla="*/ 327 w 680"/>
                <a:gd name="T61" fmla="*/ 460 h 640"/>
                <a:gd name="T62" fmla="*/ 278 w 680"/>
                <a:gd name="T63" fmla="*/ 537 h 640"/>
                <a:gd name="T64" fmla="*/ 233 w 680"/>
                <a:gd name="T65" fmla="*/ 544 h 640"/>
                <a:gd name="T66" fmla="*/ 173 w 680"/>
                <a:gd name="T67" fmla="*/ 502 h 640"/>
                <a:gd name="T68" fmla="*/ 152 w 680"/>
                <a:gd name="T69" fmla="*/ 485 h 640"/>
                <a:gd name="T70" fmla="*/ 147 w 680"/>
                <a:gd name="T71" fmla="*/ 496 h 640"/>
                <a:gd name="T72" fmla="*/ 177 w 680"/>
                <a:gd name="T73" fmla="*/ 551 h 640"/>
                <a:gd name="T74" fmla="*/ 181 w 680"/>
                <a:gd name="T75" fmla="*/ 581 h 640"/>
                <a:gd name="T76" fmla="*/ 220 w 680"/>
                <a:gd name="T77" fmla="*/ 624 h 640"/>
                <a:gd name="T78" fmla="*/ 289 w 680"/>
                <a:gd name="T79" fmla="*/ 629 h 640"/>
                <a:gd name="T80" fmla="*/ 404 w 680"/>
                <a:gd name="T81" fmla="*/ 471 h 640"/>
                <a:gd name="T82" fmla="*/ 424 w 680"/>
                <a:gd name="T83" fmla="*/ 322 h 640"/>
                <a:gd name="T84" fmla="*/ 435 w 680"/>
                <a:gd name="T85" fmla="*/ 315 h 640"/>
                <a:gd name="T86" fmla="*/ 488 w 680"/>
                <a:gd name="T87" fmla="*/ 305 h 640"/>
                <a:gd name="T88" fmla="*/ 579 w 680"/>
                <a:gd name="T89" fmla="*/ 307 h 640"/>
                <a:gd name="T90" fmla="*/ 625 w 680"/>
                <a:gd name="T91" fmla="*/ 319 h 640"/>
                <a:gd name="T92" fmla="*/ 662 w 680"/>
                <a:gd name="T93" fmla="*/ 283 h 640"/>
                <a:gd name="T94" fmla="*/ 655 w 680"/>
                <a:gd name="T95" fmla="*/ 214 h 640"/>
                <a:gd name="T96" fmla="*/ 609 w 680"/>
                <a:gd name="T97" fmla="*/ 178 h 6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680" h="640">
                  <a:moveTo>
                    <a:pt x="609" y="178"/>
                  </a:moveTo>
                  <a:cubicBezTo>
                    <a:pt x="594" y="172"/>
                    <a:pt x="578" y="170"/>
                    <a:pt x="538" y="176"/>
                  </a:cubicBezTo>
                  <a:cubicBezTo>
                    <a:pt x="507" y="181"/>
                    <a:pt x="462" y="187"/>
                    <a:pt x="414" y="199"/>
                  </a:cubicBezTo>
                  <a:cubicBezTo>
                    <a:pt x="402" y="203"/>
                    <a:pt x="385" y="206"/>
                    <a:pt x="372" y="208"/>
                  </a:cubicBezTo>
                  <a:cubicBezTo>
                    <a:pt x="367" y="208"/>
                    <a:pt x="362" y="210"/>
                    <a:pt x="360" y="204"/>
                  </a:cubicBezTo>
                  <a:cubicBezTo>
                    <a:pt x="360" y="201"/>
                    <a:pt x="362" y="195"/>
                    <a:pt x="365" y="191"/>
                  </a:cubicBezTo>
                  <a:cubicBezTo>
                    <a:pt x="371" y="180"/>
                    <a:pt x="379" y="170"/>
                    <a:pt x="386" y="160"/>
                  </a:cubicBezTo>
                  <a:cubicBezTo>
                    <a:pt x="393" y="149"/>
                    <a:pt x="401" y="137"/>
                    <a:pt x="409" y="126"/>
                  </a:cubicBezTo>
                  <a:cubicBezTo>
                    <a:pt x="420" y="111"/>
                    <a:pt x="433" y="96"/>
                    <a:pt x="444" y="81"/>
                  </a:cubicBezTo>
                  <a:cubicBezTo>
                    <a:pt x="454" y="67"/>
                    <a:pt x="452" y="60"/>
                    <a:pt x="439" y="48"/>
                  </a:cubicBezTo>
                  <a:cubicBezTo>
                    <a:pt x="437" y="45"/>
                    <a:pt x="436" y="42"/>
                    <a:pt x="434" y="40"/>
                  </a:cubicBezTo>
                  <a:cubicBezTo>
                    <a:pt x="418" y="14"/>
                    <a:pt x="385" y="0"/>
                    <a:pt x="357" y="9"/>
                  </a:cubicBezTo>
                  <a:cubicBezTo>
                    <a:pt x="334" y="16"/>
                    <a:pt x="312" y="24"/>
                    <a:pt x="290" y="32"/>
                  </a:cubicBezTo>
                  <a:cubicBezTo>
                    <a:pt x="281" y="35"/>
                    <a:pt x="271" y="41"/>
                    <a:pt x="273" y="52"/>
                  </a:cubicBezTo>
                  <a:cubicBezTo>
                    <a:pt x="275" y="61"/>
                    <a:pt x="280" y="69"/>
                    <a:pt x="286" y="76"/>
                  </a:cubicBezTo>
                  <a:cubicBezTo>
                    <a:pt x="296" y="88"/>
                    <a:pt x="310" y="95"/>
                    <a:pt x="326" y="96"/>
                  </a:cubicBezTo>
                  <a:cubicBezTo>
                    <a:pt x="334" y="96"/>
                    <a:pt x="340" y="99"/>
                    <a:pt x="336" y="108"/>
                  </a:cubicBezTo>
                  <a:cubicBezTo>
                    <a:pt x="330" y="122"/>
                    <a:pt x="324" y="136"/>
                    <a:pt x="317" y="148"/>
                  </a:cubicBezTo>
                  <a:cubicBezTo>
                    <a:pt x="311" y="159"/>
                    <a:pt x="302" y="168"/>
                    <a:pt x="296" y="179"/>
                  </a:cubicBezTo>
                  <a:cubicBezTo>
                    <a:pt x="288" y="193"/>
                    <a:pt x="287" y="206"/>
                    <a:pt x="288" y="222"/>
                  </a:cubicBezTo>
                  <a:cubicBezTo>
                    <a:pt x="289" y="230"/>
                    <a:pt x="286" y="231"/>
                    <a:pt x="277" y="234"/>
                  </a:cubicBezTo>
                  <a:cubicBezTo>
                    <a:pt x="240" y="247"/>
                    <a:pt x="203" y="261"/>
                    <a:pt x="166" y="275"/>
                  </a:cubicBezTo>
                  <a:cubicBezTo>
                    <a:pt x="136" y="287"/>
                    <a:pt x="107" y="303"/>
                    <a:pt x="77" y="315"/>
                  </a:cubicBezTo>
                  <a:cubicBezTo>
                    <a:pt x="57" y="323"/>
                    <a:pt x="40" y="338"/>
                    <a:pt x="16" y="339"/>
                  </a:cubicBezTo>
                  <a:cubicBezTo>
                    <a:pt x="4" y="339"/>
                    <a:pt x="0" y="351"/>
                    <a:pt x="7" y="362"/>
                  </a:cubicBezTo>
                  <a:cubicBezTo>
                    <a:pt x="9" y="365"/>
                    <a:pt x="11" y="369"/>
                    <a:pt x="13" y="373"/>
                  </a:cubicBezTo>
                  <a:cubicBezTo>
                    <a:pt x="24" y="402"/>
                    <a:pt x="58" y="424"/>
                    <a:pt x="89" y="419"/>
                  </a:cubicBezTo>
                  <a:cubicBezTo>
                    <a:pt x="96" y="418"/>
                    <a:pt x="103" y="418"/>
                    <a:pt x="110" y="416"/>
                  </a:cubicBezTo>
                  <a:cubicBezTo>
                    <a:pt x="166" y="398"/>
                    <a:pt x="223" y="365"/>
                    <a:pt x="279" y="347"/>
                  </a:cubicBezTo>
                  <a:cubicBezTo>
                    <a:pt x="297" y="341"/>
                    <a:pt x="316" y="338"/>
                    <a:pt x="334" y="332"/>
                  </a:cubicBezTo>
                  <a:cubicBezTo>
                    <a:pt x="366" y="323"/>
                    <a:pt x="343" y="417"/>
                    <a:pt x="327" y="460"/>
                  </a:cubicBezTo>
                  <a:cubicBezTo>
                    <a:pt x="314" y="493"/>
                    <a:pt x="287" y="531"/>
                    <a:pt x="278" y="537"/>
                  </a:cubicBezTo>
                  <a:cubicBezTo>
                    <a:pt x="271" y="542"/>
                    <a:pt x="261" y="549"/>
                    <a:pt x="233" y="544"/>
                  </a:cubicBezTo>
                  <a:cubicBezTo>
                    <a:pt x="204" y="538"/>
                    <a:pt x="179" y="508"/>
                    <a:pt x="173" y="502"/>
                  </a:cubicBezTo>
                  <a:cubicBezTo>
                    <a:pt x="167" y="497"/>
                    <a:pt x="157" y="482"/>
                    <a:pt x="152" y="485"/>
                  </a:cubicBezTo>
                  <a:cubicBezTo>
                    <a:pt x="147" y="488"/>
                    <a:pt x="147" y="492"/>
                    <a:pt x="147" y="496"/>
                  </a:cubicBezTo>
                  <a:cubicBezTo>
                    <a:pt x="146" y="500"/>
                    <a:pt x="160" y="532"/>
                    <a:pt x="177" y="551"/>
                  </a:cubicBezTo>
                  <a:cubicBezTo>
                    <a:pt x="190" y="565"/>
                    <a:pt x="175" y="573"/>
                    <a:pt x="181" y="581"/>
                  </a:cubicBezTo>
                  <a:cubicBezTo>
                    <a:pt x="195" y="602"/>
                    <a:pt x="213" y="620"/>
                    <a:pt x="220" y="624"/>
                  </a:cubicBezTo>
                  <a:cubicBezTo>
                    <a:pt x="239" y="636"/>
                    <a:pt x="265" y="640"/>
                    <a:pt x="289" y="629"/>
                  </a:cubicBezTo>
                  <a:cubicBezTo>
                    <a:pt x="324" y="612"/>
                    <a:pt x="375" y="558"/>
                    <a:pt x="404" y="471"/>
                  </a:cubicBezTo>
                  <a:cubicBezTo>
                    <a:pt x="420" y="421"/>
                    <a:pt x="422" y="354"/>
                    <a:pt x="424" y="322"/>
                  </a:cubicBezTo>
                  <a:cubicBezTo>
                    <a:pt x="424" y="317"/>
                    <a:pt x="431" y="316"/>
                    <a:pt x="435" y="315"/>
                  </a:cubicBezTo>
                  <a:cubicBezTo>
                    <a:pt x="456" y="309"/>
                    <a:pt x="470" y="307"/>
                    <a:pt x="488" y="305"/>
                  </a:cubicBezTo>
                  <a:cubicBezTo>
                    <a:pt x="518" y="303"/>
                    <a:pt x="546" y="297"/>
                    <a:pt x="579" y="307"/>
                  </a:cubicBezTo>
                  <a:cubicBezTo>
                    <a:pt x="585" y="309"/>
                    <a:pt x="611" y="320"/>
                    <a:pt x="625" y="319"/>
                  </a:cubicBezTo>
                  <a:cubicBezTo>
                    <a:pt x="639" y="318"/>
                    <a:pt x="648" y="307"/>
                    <a:pt x="662" y="283"/>
                  </a:cubicBezTo>
                  <a:cubicBezTo>
                    <a:pt x="680" y="251"/>
                    <a:pt x="666" y="230"/>
                    <a:pt x="655" y="214"/>
                  </a:cubicBezTo>
                  <a:cubicBezTo>
                    <a:pt x="646" y="199"/>
                    <a:pt x="634" y="187"/>
                    <a:pt x="609" y="17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7" name="Freeform 11"/>
            <p:cNvSpPr>
              <a:spLocks noEditPoints="1"/>
            </p:cNvSpPr>
            <p:nvPr/>
          </p:nvSpPr>
          <p:spPr bwMode="auto">
            <a:xfrm>
              <a:off x="1077912" y="-808038"/>
              <a:ext cx="234950" cy="592138"/>
            </a:xfrm>
            <a:custGeom>
              <a:avLst/>
              <a:gdLst>
                <a:gd name="T0" fmla="*/ 307 w 308"/>
                <a:gd name="T1" fmla="*/ 389 h 774"/>
                <a:gd name="T2" fmla="*/ 304 w 308"/>
                <a:gd name="T3" fmla="*/ 376 h 774"/>
                <a:gd name="T4" fmla="*/ 296 w 308"/>
                <a:gd name="T5" fmla="*/ 386 h 774"/>
                <a:gd name="T6" fmla="*/ 248 w 308"/>
                <a:gd name="T7" fmla="*/ 486 h 774"/>
                <a:gd name="T8" fmla="*/ 207 w 308"/>
                <a:gd name="T9" fmla="*/ 565 h 774"/>
                <a:gd name="T10" fmla="*/ 157 w 308"/>
                <a:gd name="T11" fmla="*/ 639 h 774"/>
                <a:gd name="T12" fmla="*/ 148 w 308"/>
                <a:gd name="T13" fmla="*/ 643 h 774"/>
                <a:gd name="T14" fmla="*/ 146 w 308"/>
                <a:gd name="T15" fmla="*/ 634 h 774"/>
                <a:gd name="T16" fmla="*/ 157 w 308"/>
                <a:gd name="T17" fmla="*/ 610 h 774"/>
                <a:gd name="T18" fmla="*/ 178 w 308"/>
                <a:gd name="T19" fmla="*/ 553 h 774"/>
                <a:gd name="T20" fmla="*/ 217 w 308"/>
                <a:gd name="T21" fmla="*/ 455 h 774"/>
                <a:gd name="T22" fmla="*/ 239 w 308"/>
                <a:gd name="T23" fmla="*/ 368 h 774"/>
                <a:gd name="T24" fmla="*/ 230 w 308"/>
                <a:gd name="T25" fmla="*/ 321 h 774"/>
                <a:gd name="T26" fmla="*/ 226 w 308"/>
                <a:gd name="T27" fmla="*/ 307 h 774"/>
                <a:gd name="T28" fmla="*/ 232 w 308"/>
                <a:gd name="T29" fmla="*/ 233 h 774"/>
                <a:gd name="T30" fmla="*/ 253 w 308"/>
                <a:gd name="T31" fmla="*/ 155 h 774"/>
                <a:gd name="T32" fmla="*/ 279 w 308"/>
                <a:gd name="T33" fmla="*/ 115 h 774"/>
                <a:gd name="T34" fmla="*/ 298 w 308"/>
                <a:gd name="T35" fmla="*/ 44 h 774"/>
                <a:gd name="T36" fmla="*/ 274 w 308"/>
                <a:gd name="T37" fmla="*/ 8 h 774"/>
                <a:gd name="T38" fmla="*/ 228 w 308"/>
                <a:gd name="T39" fmla="*/ 6 h 774"/>
                <a:gd name="T40" fmla="*/ 159 w 308"/>
                <a:gd name="T41" fmla="*/ 29 h 774"/>
                <a:gd name="T42" fmla="*/ 101 w 308"/>
                <a:gd name="T43" fmla="*/ 53 h 774"/>
                <a:gd name="T44" fmla="*/ 56 w 308"/>
                <a:gd name="T45" fmla="*/ 79 h 774"/>
                <a:gd name="T46" fmla="*/ 37 w 308"/>
                <a:gd name="T47" fmla="*/ 121 h 774"/>
                <a:gd name="T48" fmla="*/ 57 w 308"/>
                <a:gd name="T49" fmla="*/ 162 h 774"/>
                <a:gd name="T50" fmla="*/ 67 w 308"/>
                <a:gd name="T51" fmla="*/ 176 h 774"/>
                <a:gd name="T52" fmla="*/ 132 w 308"/>
                <a:gd name="T53" fmla="*/ 198 h 774"/>
                <a:gd name="T54" fmla="*/ 180 w 308"/>
                <a:gd name="T55" fmla="*/ 173 h 774"/>
                <a:gd name="T56" fmla="*/ 195 w 308"/>
                <a:gd name="T57" fmla="*/ 179 h 774"/>
                <a:gd name="T58" fmla="*/ 197 w 308"/>
                <a:gd name="T59" fmla="*/ 211 h 774"/>
                <a:gd name="T60" fmla="*/ 190 w 308"/>
                <a:gd name="T61" fmla="*/ 289 h 774"/>
                <a:gd name="T62" fmla="*/ 160 w 308"/>
                <a:gd name="T63" fmla="*/ 313 h 774"/>
                <a:gd name="T64" fmla="*/ 115 w 308"/>
                <a:gd name="T65" fmla="*/ 321 h 774"/>
                <a:gd name="T66" fmla="*/ 19 w 308"/>
                <a:gd name="T67" fmla="*/ 417 h 774"/>
                <a:gd name="T68" fmla="*/ 13 w 308"/>
                <a:gd name="T69" fmla="*/ 498 h 774"/>
                <a:gd name="T70" fmla="*/ 86 w 308"/>
                <a:gd name="T71" fmla="*/ 555 h 774"/>
                <a:gd name="T72" fmla="*/ 95 w 308"/>
                <a:gd name="T73" fmla="*/ 569 h 774"/>
                <a:gd name="T74" fmla="*/ 63 w 308"/>
                <a:gd name="T75" fmla="*/ 668 h 774"/>
                <a:gd name="T76" fmla="*/ 55 w 308"/>
                <a:gd name="T77" fmla="*/ 734 h 774"/>
                <a:gd name="T78" fmla="*/ 101 w 308"/>
                <a:gd name="T79" fmla="*/ 769 h 774"/>
                <a:gd name="T80" fmla="*/ 128 w 308"/>
                <a:gd name="T81" fmla="*/ 754 h 774"/>
                <a:gd name="T82" fmla="*/ 208 w 308"/>
                <a:gd name="T83" fmla="*/ 643 h 774"/>
                <a:gd name="T84" fmla="*/ 231 w 308"/>
                <a:gd name="T85" fmla="*/ 598 h 774"/>
                <a:gd name="T86" fmla="*/ 260 w 308"/>
                <a:gd name="T87" fmla="*/ 528 h 774"/>
                <a:gd name="T88" fmla="*/ 280 w 308"/>
                <a:gd name="T89" fmla="*/ 469 h 774"/>
                <a:gd name="T90" fmla="*/ 299 w 308"/>
                <a:gd name="T91" fmla="*/ 409 h 774"/>
                <a:gd name="T92" fmla="*/ 307 w 308"/>
                <a:gd name="T93" fmla="*/ 389 h 774"/>
                <a:gd name="T94" fmla="*/ 131 w 308"/>
                <a:gd name="T95" fmla="*/ 454 h 774"/>
                <a:gd name="T96" fmla="*/ 125 w 308"/>
                <a:gd name="T97" fmla="*/ 465 h 774"/>
                <a:gd name="T98" fmla="*/ 104 w 308"/>
                <a:gd name="T99" fmla="*/ 475 h 774"/>
                <a:gd name="T100" fmla="*/ 90 w 308"/>
                <a:gd name="T101" fmla="*/ 449 h 774"/>
                <a:gd name="T102" fmla="*/ 138 w 308"/>
                <a:gd name="T103" fmla="*/ 389 h 774"/>
                <a:gd name="T104" fmla="*/ 148 w 308"/>
                <a:gd name="T105" fmla="*/ 392 h 774"/>
                <a:gd name="T106" fmla="*/ 144 w 308"/>
                <a:gd name="T107" fmla="*/ 413 h 774"/>
                <a:gd name="T108" fmla="*/ 131 w 308"/>
                <a:gd name="T109" fmla="*/ 454 h 7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08" h="774">
                  <a:moveTo>
                    <a:pt x="307" y="389"/>
                  </a:moveTo>
                  <a:cubicBezTo>
                    <a:pt x="308" y="385"/>
                    <a:pt x="308" y="377"/>
                    <a:pt x="304" y="376"/>
                  </a:cubicBezTo>
                  <a:cubicBezTo>
                    <a:pt x="300" y="375"/>
                    <a:pt x="298" y="382"/>
                    <a:pt x="296" y="386"/>
                  </a:cubicBezTo>
                  <a:cubicBezTo>
                    <a:pt x="280" y="419"/>
                    <a:pt x="264" y="453"/>
                    <a:pt x="248" y="486"/>
                  </a:cubicBezTo>
                  <a:cubicBezTo>
                    <a:pt x="234" y="512"/>
                    <a:pt x="221" y="539"/>
                    <a:pt x="207" y="565"/>
                  </a:cubicBezTo>
                  <a:cubicBezTo>
                    <a:pt x="193" y="592"/>
                    <a:pt x="180" y="619"/>
                    <a:pt x="157" y="639"/>
                  </a:cubicBezTo>
                  <a:cubicBezTo>
                    <a:pt x="155" y="642"/>
                    <a:pt x="151" y="642"/>
                    <a:pt x="148" y="643"/>
                  </a:cubicBezTo>
                  <a:cubicBezTo>
                    <a:pt x="147" y="640"/>
                    <a:pt x="145" y="636"/>
                    <a:pt x="146" y="634"/>
                  </a:cubicBezTo>
                  <a:cubicBezTo>
                    <a:pt x="149" y="626"/>
                    <a:pt x="153" y="618"/>
                    <a:pt x="157" y="610"/>
                  </a:cubicBezTo>
                  <a:cubicBezTo>
                    <a:pt x="164" y="591"/>
                    <a:pt x="171" y="572"/>
                    <a:pt x="178" y="553"/>
                  </a:cubicBezTo>
                  <a:cubicBezTo>
                    <a:pt x="191" y="520"/>
                    <a:pt x="205" y="488"/>
                    <a:pt x="217" y="455"/>
                  </a:cubicBezTo>
                  <a:cubicBezTo>
                    <a:pt x="226" y="427"/>
                    <a:pt x="233" y="397"/>
                    <a:pt x="239" y="368"/>
                  </a:cubicBezTo>
                  <a:cubicBezTo>
                    <a:pt x="243" y="352"/>
                    <a:pt x="241" y="336"/>
                    <a:pt x="230" y="321"/>
                  </a:cubicBezTo>
                  <a:cubicBezTo>
                    <a:pt x="227" y="317"/>
                    <a:pt x="225" y="312"/>
                    <a:pt x="226" y="307"/>
                  </a:cubicBezTo>
                  <a:cubicBezTo>
                    <a:pt x="227" y="282"/>
                    <a:pt x="230" y="258"/>
                    <a:pt x="232" y="233"/>
                  </a:cubicBezTo>
                  <a:cubicBezTo>
                    <a:pt x="235" y="206"/>
                    <a:pt x="241" y="180"/>
                    <a:pt x="253" y="155"/>
                  </a:cubicBezTo>
                  <a:cubicBezTo>
                    <a:pt x="259" y="140"/>
                    <a:pt x="269" y="128"/>
                    <a:pt x="279" y="115"/>
                  </a:cubicBezTo>
                  <a:cubicBezTo>
                    <a:pt x="296" y="95"/>
                    <a:pt x="299" y="69"/>
                    <a:pt x="298" y="44"/>
                  </a:cubicBezTo>
                  <a:cubicBezTo>
                    <a:pt x="298" y="29"/>
                    <a:pt x="291" y="15"/>
                    <a:pt x="274" y="8"/>
                  </a:cubicBezTo>
                  <a:cubicBezTo>
                    <a:pt x="259" y="2"/>
                    <a:pt x="244" y="0"/>
                    <a:pt x="228" y="6"/>
                  </a:cubicBezTo>
                  <a:cubicBezTo>
                    <a:pt x="205" y="14"/>
                    <a:pt x="182" y="20"/>
                    <a:pt x="159" y="29"/>
                  </a:cubicBezTo>
                  <a:cubicBezTo>
                    <a:pt x="140" y="36"/>
                    <a:pt x="120" y="44"/>
                    <a:pt x="101" y="53"/>
                  </a:cubicBezTo>
                  <a:cubicBezTo>
                    <a:pt x="85" y="61"/>
                    <a:pt x="70" y="69"/>
                    <a:pt x="56" y="79"/>
                  </a:cubicBezTo>
                  <a:cubicBezTo>
                    <a:pt x="43" y="89"/>
                    <a:pt x="35" y="105"/>
                    <a:pt x="37" y="121"/>
                  </a:cubicBezTo>
                  <a:cubicBezTo>
                    <a:pt x="38" y="136"/>
                    <a:pt x="44" y="151"/>
                    <a:pt x="57" y="162"/>
                  </a:cubicBezTo>
                  <a:cubicBezTo>
                    <a:pt x="61" y="166"/>
                    <a:pt x="64" y="171"/>
                    <a:pt x="67" y="176"/>
                  </a:cubicBezTo>
                  <a:cubicBezTo>
                    <a:pt x="80" y="198"/>
                    <a:pt x="109" y="208"/>
                    <a:pt x="132" y="198"/>
                  </a:cubicBezTo>
                  <a:cubicBezTo>
                    <a:pt x="149" y="190"/>
                    <a:pt x="164" y="181"/>
                    <a:pt x="180" y="173"/>
                  </a:cubicBezTo>
                  <a:cubicBezTo>
                    <a:pt x="189" y="168"/>
                    <a:pt x="193" y="169"/>
                    <a:pt x="195" y="179"/>
                  </a:cubicBezTo>
                  <a:cubicBezTo>
                    <a:pt x="196" y="189"/>
                    <a:pt x="196" y="198"/>
                    <a:pt x="197" y="211"/>
                  </a:cubicBezTo>
                  <a:cubicBezTo>
                    <a:pt x="195" y="235"/>
                    <a:pt x="193" y="262"/>
                    <a:pt x="190" y="289"/>
                  </a:cubicBezTo>
                  <a:cubicBezTo>
                    <a:pt x="188" y="307"/>
                    <a:pt x="177" y="313"/>
                    <a:pt x="160" y="313"/>
                  </a:cubicBezTo>
                  <a:cubicBezTo>
                    <a:pt x="145" y="313"/>
                    <a:pt x="128" y="314"/>
                    <a:pt x="115" y="321"/>
                  </a:cubicBezTo>
                  <a:cubicBezTo>
                    <a:pt x="71" y="340"/>
                    <a:pt x="42" y="375"/>
                    <a:pt x="19" y="417"/>
                  </a:cubicBezTo>
                  <a:cubicBezTo>
                    <a:pt x="6" y="443"/>
                    <a:pt x="0" y="468"/>
                    <a:pt x="13" y="498"/>
                  </a:cubicBezTo>
                  <a:cubicBezTo>
                    <a:pt x="28" y="531"/>
                    <a:pt x="49" y="552"/>
                    <a:pt x="86" y="555"/>
                  </a:cubicBezTo>
                  <a:cubicBezTo>
                    <a:pt x="95" y="556"/>
                    <a:pt x="98" y="560"/>
                    <a:pt x="95" y="569"/>
                  </a:cubicBezTo>
                  <a:cubicBezTo>
                    <a:pt x="84" y="602"/>
                    <a:pt x="73" y="635"/>
                    <a:pt x="63" y="668"/>
                  </a:cubicBezTo>
                  <a:cubicBezTo>
                    <a:pt x="57" y="689"/>
                    <a:pt x="50" y="711"/>
                    <a:pt x="55" y="734"/>
                  </a:cubicBezTo>
                  <a:cubicBezTo>
                    <a:pt x="60" y="756"/>
                    <a:pt x="81" y="774"/>
                    <a:pt x="101" y="769"/>
                  </a:cubicBezTo>
                  <a:cubicBezTo>
                    <a:pt x="111" y="767"/>
                    <a:pt x="120" y="761"/>
                    <a:pt x="128" y="754"/>
                  </a:cubicBezTo>
                  <a:cubicBezTo>
                    <a:pt x="164" y="725"/>
                    <a:pt x="188" y="686"/>
                    <a:pt x="208" y="643"/>
                  </a:cubicBezTo>
                  <a:cubicBezTo>
                    <a:pt x="215" y="628"/>
                    <a:pt x="224" y="614"/>
                    <a:pt x="231" y="598"/>
                  </a:cubicBezTo>
                  <a:cubicBezTo>
                    <a:pt x="242" y="575"/>
                    <a:pt x="251" y="552"/>
                    <a:pt x="260" y="528"/>
                  </a:cubicBezTo>
                  <a:cubicBezTo>
                    <a:pt x="268" y="510"/>
                    <a:pt x="279" y="470"/>
                    <a:pt x="280" y="469"/>
                  </a:cubicBezTo>
                  <a:cubicBezTo>
                    <a:pt x="286" y="449"/>
                    <a:pt x="292" y="429"/>
                    <a:pt x="299" y="409"/>
                  </a:cubicBezTo>
                  <a:cubicBezTo>
                    <a:pt x="301" y="402"/>
                    <a:pt x="306" y="396"/>
                    <a:pt x="307" y="389"/>
                  </a:cubicBezTo>
                  <a:close/>
                  <a:moveTo>
                    <a:pt x="131" y="454"/>
                  </a:moveTo>
                  <a:cubicBezTo>
                    <a:pt x="130" y="458"/>
                    <a:pt x="128" y="462"/>
                    <a:pt x="125" y="465"/>
                  </a:cubicBezTo>
                  <a:cubicBezTo>
                    <a:pt x="120" y="471"/>
                    <a:pt x="115" y="479"/>
                    <a:pt x="104" y="475"/>
                  </a:cubicBezTo>
                  <a:cubicBezTo>
                    <a:pt x="96" y="472"/>
                    <a:pt x="89" y="459"/>
                    <a:pt x="90" y="449"/>
                  </a:cubicBezTo>
                  <a:cubicBezTo>
                    <a:pt x="95" y="420"/>
                    <a:pt x="115" y="403"/>
                    <a:pt x="138" y="389"/>
                  </a:cubicBezTo>
                  <a:cubicBezTo>
                    <a:pt x="140" y="388"/>
                    <a:pt x="145" y="391"/>
                    <a:pt x="148" y="392"/>
                  </a:cubicBezTo>
                  <a:cubicBezTo>
                    <a:pt x="146" y="401"/>
                    <a:pt x="146" y="407"/>
                    <a:pt x="144" y="413"/>
                  </a:cubicBezTo>
                  <a:cubicBezTo>
                    <a:pt x="140" y="427"/>
                    <a:pt x="136" y="441"/>
                    <a:pt x="131" y="45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8" name="Freeform 12"/>
            <p:cNvSpPr>
              <a:spLocks/>
            </p:cNvSpPr>
            <p:nvPr/>
          </p:nvSpPr>
          <p:spPr bwMode="auto">
            <a:xfrm>
              <a:off x="3265487" y="-985838"/>
              <a:ext cx="400050" cy="276225"/>
            </a:xfrm>
            <a:custGeom>
              <a:avLst/>
              <a:gdLst>
                <a:gd name="T0" fmla="*/ 35 w 524"/>
                <a:gd name="T1" fmla="*/ 339 h 361"/>
                <a:gd name="T2" fmla="*/ 55 w 524"/>
                <a:gd name="T3" fmla="*/ 346 h 361"/>
                <a:gd name="T4" fmla="*/ 107 w 524"/>
                <a:gd name="T5" fmla="*/ 354 h 361"/>
                <a:gd name="T6" fmla="*/ 128 w 524"/>
                <a:gd name="T7" fmla="*/ 332 h 361"/>
                <a:gd name="T8" fmla="*/ 131 w 524"/>
                <a:gd name="T9" fmla="*/ 294 h 361"/>
                <a:gd name="T10" fmla="*/ 129 w 524"/>
                <a:gd name="T11" fmla="*/ 259 h 361"/>
                <a:gd name="T12" fmla="*/ 134 w 524"/>
                <a:gd name="T13" fmla="*/ 195 h 361"/>
                <a:gd name="T14" fmla="*/ 141 w 524"/>
                <a:gd name="T15" fmla="*/ 188 h 361"/>
                <a:gd name="T16" fmla="*/ 149 w 524"/>
                <a:gd name="T17" fmla="*/ 194 h 361"/>
                <a:gd name="T18" fmla="*/ 205 w 524"/>
                <a:gd name="T19" fmla="*/ 245 h 361"/>
                <a:gd name="T20" fmla="*/ 209 w 524"/>
                <a:gd name="T21" fmla="*/ 266 h 361"/>
                <a:gd name="T22" fmla="*/ 184 w 524"/>
                <a:gd name="T23" fmla="*/ 291 h 361"/>
                <a:gd name="T24" fmla="*/ 168 w 524"/>
                <a:gd name="T25" fmla="*/ 312 h 361"/>
                <a:gd name="T26" fmla="*/ 168 w 524"/>
                <a:gd name="T27" fmla="*/ 344 h 361"/>
                <a:gd name="T28" fmla="*/ 198 w 524"/>
                <a:gd name="T29" fmla="*/ 334 h 361"/>
                <a:gd name="T30" fmla="*/ 428 w 524"/>
                <a:gd name="T31" fmla="*/ 159 h 361"/>
                <a:gd name="T32" fmla="*/ 458 w 524"/>
                <a:gd name="T33" fmla="*/ 143 h 361"/>
                <a:gd name="T34" fmla="*/ 471 w 524"/>
                <a:gd name="T35" fmla="*/ 138 h 361"/>
                <a:gd name="T36" fmla="*/ 499 w 524"/>
                <a:gd name="T37" fmla="*/ 126 h 361"/>
                <a:gd name="T38" fmla="*/ 516 w 524"/>
                <a:gd name="T39" fmla="*/ 104 h 361"/>
                <a:gd name="T40" fmla="*/ 524 w 524"/>
                <a:gd name="T41" fmla="*/ 69 h 361"/>
                <a:gd name="T42" fmla="*/ 521 w 524"/>
                <a:gd name="T43" fmla="*/ 49 h 361"/>
                <a:gd name="T44" fmla="*/ 512 w 524"/>
                <a:gd name="T45" fmla="*/ 31 h 361"/>
                <a:gd name="T46" fmla="*/ 481 w 524"/>
                <a:gd name="T47" fmla="*/ 5 h 361"/>
                <a:gd name="T48" fmla="*/ 444 w 524"/>
                <a:gd name="T49" fmla="*/ 1 h 361"/>
                <a:gd name="T50" fmla="*/ 409 w 524"/>
                <a:gd name="T51" fmla="*/ 11 h 361"/>
                <a:gd name="T52" fmla="*/ 393 w 524"/>
                <a:gd name="T53" fmla="*/ 20 h 361"/>
                <a:gd name="T54" fmla="*/ 390 w 524"/>
                <a:gd name="T55" fmla="*/ 25 h 361"/>
                <a:gd name="T56" fmla="*/ 404 w 524"/>
                <a:gd name="T57" fmla="*/ 35 h 361"/>
                <a:gd name="T58" fmla="*/ 401 w 524"/>
                <a:gd name="T59" fmla="*/ 54 h 361"/>
                <a:gd name="T60" fmla="*/ 374 w 524"/>
                <a:gd name="T61" fmla="*/ 96 h 361"/>
                <a:gd name="T62" fmla="*/ 266 w 524"/>
                <a:gd name="T63" fmla="*/ 213 h 361"/>
                <a:gd name="T64" fmla="*/ 270 w 524"/>
                <a:gd name="T65" fmla="*/ 174 h 361"/>
                <a:gd name="T66" fmla="*/ 256 w 524"/>
                <a:gd name="T67" fmla="*/ 90 h 361"/>
                <a:gd name="T68" fmla="*/ 229 w 524"/>
                <a:gd name="T69" fmla="*/ 65 h 361"/>
                <a:gd name="T70" fmla="*/ 206 w 524"/>
                <a:gd name="T71" fmla="*/ 73 h 361"/>
                <a:gd name="T72" fmla="*/ 202 w 524"/>
                <a:gd name="T73" fmla="*/ 75 h 361"/>
                <a:gd name="T74" fmla="*/ 160 w 524"/>
                <a:gd name="T75" fmla="*/ 123 h 361"/>
                <a:gd name="T76" fmla="*/ 125 w 524"/>
                <a:gd name="T77" fmla="*/ 185 h 361"/>
                <a:gd name="T78" fmla="*/ 115 w 524"/>
                <a:gd name="T79" fmla="*/ 191 h 361"/>
                <a:gd name="T80" fmla="*/ 110 w 524"/>
                <a:gd name="T81" fmla="*/ 179 h 361"/>
                <a:gd name="T82" fmla="*/ 97 w 524"/>
                <a:gd name="T83" fmla="*/ 128 h 361"/>
                <a:gd name="T84" fmla="*/ 63 w 524"/>
                <a:gd name="T85" fmla="*/ 114 h 361"/>
                <a:gd name="T86" fmla="*/ 20 w 524"/>
                <a:gd name="T87" fmla="*/ 152 h 361"/>
                <a:gd name="T88" fmla="*/ 0 w 524"/>
                <a:gd name="T89" fmla="*/ 250 h 361"/>
                <a:gd name="T90" fmla="*/ 3 w 524"/>
                <a:gd name="T91" fmla="*/ 287 h 361"/>
                <a:gd name="T92" fmla="*/ 35 w 524"/>
                <a:gd name="T93" fmla="*/ 339 h 3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24" h="361">
                  <a:moveTo>
                    <a:pt x="35" y="339"/>
                  </a:moveTo>
                  <a:cubicBezTo>
                    <a:pt x="42" y="341"/>
                    <a:pt x="49" y="343"/>
                    <a:pt x="55" y="346"/>
                  </a:cubicBezTo>
                  <a:cubicBezTo>
                    <a:pt x="71" y="356"/>
                    <a:pt x="88" y="361"/>
                    <a:pt x="107" y="354"/>
                  </a:cubicBezTo>
                  <a:cubicBezTo>
                    <a:pt x="120" y="350"/>
                    <a:pt x="126" y="346"/>
                    <a:pt x="128" y="332"/>
                  </a:cubicBezTo>
                  <a:cubicBezTo>
                    <a:pt x="129" y="319"/>
                    <a:pt x="131" y="307"/>
                    <a:pt x="131" y="294"/>
                  </a:cubicBezTo>
                  <a:cubicBezTo>
                    <a:pt x="132" y="283"/>
                    <a:pt x="132" y="270"/>
                    <a:pt x="129" y="259"/>
                  </a:cubicBezTo>
                  <a:cubicBezTo>
                    <a:pt x="121" y="236"/>
                    <a:pt x="123" y="215"/>
                    <a:pt x="134" y="195"/>
                  </a:cubicBezTo>
                  <a:cubicBezTo>
                    <a:pt x="135" y="192"/>
                    <a:pt x="139" y="188"/>
                    <a:pt x="141" y="188"/>
                  </a:cubicBezTo>
                  <a:cubicBezTo>
                    <a:pt x="144" y="188"/>
                    <a:pt x="148" y="192"/>
                    <a:pt x="149" y="194"/>
                  </a:cubicBezTo>
                  <a:cubicBezTo>
                    <a:pt x="161" y="218"/>
                    <a:pt x="181" y="234"/>
                    <a:pt x="205" y="245"/>
                  </a:cubicBezTo>
                  <a:cubicBezTo>
                    <a:pt x="227" y="252"/>
                    <a:pt x="209" y="266"/>
                    <a:pt x="209" y="266"/>
                  </a:cubicBezTo>
                  <a:cubicBezTo>
                    <a:pt x="209" y="266"/>
                    <a:pt x="188" y="286"/>
                    <a:pt x="184" y="291"/>
                  </a:cubicBezTo>
                  <a:cubicBezTo>
                    <a:pt x="180" y="296"/>
                    <a:pt x="166" y="310"/>
                    <a:pt x="168" y="312"/>
                  </a:cubicBezTo>
                  <a:cubicBezTo>
                    <a:pt x="172" y="315"/>
                    <a:pt x="165" y="341"/>
                    <a:pt x="168" y="344"/>
                  </a:cubicBezTo>
                  <a:cubicBezTo>
                    <a:pt x="175" y="349"/>
                    <a:pt x="198" y="334"/>
                    <a:pt x="198" y="334"/>
                  </a:cubicBezTo>
                  <a:cubicBezTo>
                    <a:pt x="198" y="334"/>
                    <a:pt x="399" y="184"/>
                    <a:pt x="428" y="159"/>
                  </a:cubicBezTo>
                  <a:cubicBezTo>
                    <a:pt x="434" y="154"/>
                    <a:pt x="454" y="145"/>
                    <a:pt x="458" y="143"/>
                  </a:cubicBezTo>
                  <a:cubicBezTo>
                    <a:pt x="463" y="142"/>
                    <a:pt x="467" y="140"/>
                    <a:pt x="471" y="138"/>
                  </a:cubicBezTo>
                  <a:cubicBezTo>
                    <a:pt x="481" y="136"/>
                    <a:pt x="490" y="132"/>
                    <a:pt x="499" y="126"/>
                  </a:cubicBezTo>
                  <a:cubicBezTo>
                    <a:pt x="504" y="122"/>
                    <a:pt x="515" y="106"/>
                    <a:pt x="516" y="104"/>
                  </a:cubicBezTo>
                  <a:cubicBezTo>
                    <a:pt x="524" y="88"/>
                    <a:pt x="523" y="74"/>
                    <a:pt x="524" y="69"/>
                  </a:cubicBezTo>
                  <a:cubicBezTo>
                    <a:pt x="524" y="65"/>
                    <a:pt x="522" y="54"/>
                    <a:pt x="521" y="49"/>
                  </a:cubicBezTo>
                  <a:cubicBezTo>
                    <a:pt x="518" y="39"/>
                    <a:pt x="512" y="32"/>
                    <a:pt x="512" y="31"/>
                  </a:cubicBezTo>
                  <a:cubicBezTo>
                    <a:pt x="507" y="21"/>
                    <a:pt x="490" y="8"/>
                    <a:pt x="481" y="5"/>
                  </a:cubicBezTo>
                  <a:cubicBezTo>
                    <a:pt x="476" y="3"/>
                    <a:pt x="459" y="0"/>
                    <a:pt x="444" y="1"/>
                  </a:cubicBezTo>
                  <a:cubicBezTo>
                    <a:pt x="429" y="3"/>
                    <a:pt x="417" y="8"/>
                    <a:pt x="409" y="11"/>
                  </a:cubicBezTo>
                  <a:cubicBezTo>
                    <a:pt x="400" y="15"/>
                    <a:pt x="394" y="19"/>
                    <a:pt x="393" y="20"/>
                  </a:cubicBezTo>
                  <a:cubicBezTo>
                    <a:pt x="392" y="21"/>
                    <a:pt x="389" y="24"/>
                    <a:pt x="390" y="25"/>
                  </a:cubicBezTo>
                  <a:cubicBezTo>
                    <a:pt x="391" y="27"/>
                    <a:pt x="402" y="31"/>
                    <a:pt x="404" y="35"/>
                  </a:cubicBezTo>
                  <a:cubicBezTo>
                    <a:pt x="407" y="41"/>
                    <a:pt x="405" y="45"/>
                    <a:pt x="401" y="54"/>
                  </a:cubicBezTo>
                  <a:cubicBezTo>
                    <a:pt x="397" y="63"/>
                    <a:pt x="391" y="77"/>
                    <a:pt x="374" y="96"/>
                  </a:cubicBezTo>
                  <a:cubicBezTo>
                    <a:pt x="358" y="116"/>
                    <a:pt x="280" y="199"/>
                    <a:pt x="266" y="213"/>
                  </a:cubicBezTo>
                  <a:cubicBezTo>
                    <a:pt x="266" y="211"/>
                    <a:pt x="269" y="185"/>
                    <a:pt x="270" y="174"/>
                  </a:cubicBezTo>
                  <a:cubicBezTo>
                    <a:pt x="274" y="144"/>
                    <a:pt x="276" y="115"/>
                    <a:pt x="256" y="90"/>
                  </a:cubicBezTo>
                  <a:cubicBezTo>
                    <a:pt x="249" y="80"/>
                    <a:pt x="240" y="70"/>
                    <a:pt x="229" y="65"/>
                  </a:cubicBezTo>
                  <a:cubicBezTo>
                    <a:pt x="224" y="62"/>
                    <a:pt x="214" y="70"/>
                    <a:pt x="206" y="73"/>
                  </a:cubicBezTo>
                  <a:cubicBezTo>
                    <a:pt x="204" y="74"/>
                    <a:pt x="203" y="75"/>
                    <a:pt x="202" y="75"/>
                  </a:cubicBezTo>
                  <a:cubicBezTo>
                    <a:pt x="180" y="85"/>
                    <a:pt x="167" y="102"/>
                    <a:pt x="160" y="123"/>
                  </a:cubicBezTo>
                  <a:cubicBezTo>
                    <a:pt x="152" y="146"/>
                    <a:pt x="143" y="168"/>
                    <a:pt x="125" y="185"/>
                  </a:cubicBezTo>
                  <a:cubicBezTo>
                    <a:pt x="122" y="188"/>
                    <a:pt x="118" y="189"/>
                    <a:pt x="115" y="191"/>
                  </a:cubicBezTo>
                  <a:cubicBezTo>
                    <a:pt x="113" y="187"/>
                    <a:pt x="111" y="183"/>
                    <a:pt x="110" y="179"/>
                  </a:cubicBezTo>
                  <a:cubicBezTo>
                    <a:pt x="106" y="162"/>
                    <a:pt x="103" y="144"/>
                    <a:pt x="97" y="128"/>
                  </a:cubicBezTo>
                  <a:cubicBezTo>
                    <a:pt x="91" y="113"/>
                    <a:pt x="77" y="108"/>
                    <a:pt x="63" y="114"/>
                  </a:cubicBezTo>
                  <a:cubicBezTo>
                    <a:pt x="44" y="121"/>
                    <a:pt x="29" y="133"/>
                    <a:pt x="20" y="152"/>
                  </a:cubicBezTo>
                  <a:cubicBezTo>
                    <a:pt x="5" y="183"/>
                    <a:pt x="1" y="216"/>
                    <a:pt x="0" y="250"/>
                  </a:cubicBezTo>
                  <a:cubicBezTo>
                    <a:pt x="1" y="262"/>
                    <a:pt x="0" y="275"/>
                    <a:pt x="3" y="287"/>
                  </a:cubicBezTo>
                  <a:cubicBezTo>
                    <a:pt x="7" y="309"/>
                    <a:pt x="13" y="329"/>
                    <a:pt x="35" y="33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79" name="Freeform 13"/>
            <p:cNvSpPr>
              <a:spLocks/>
            </p:cNvSpPr>
            <p:nvPr/>
          </p:nvSpPr>
          <p:spPr bwMode="auto">
            <a:xfrm>
              <a:off x="3279775" y="-790575"/>
              <a:ext cx="455613" cy="174625"/>
            </a:xfrm>
            <a:custGeom>
              <a:avLst/>
              <a:gdLst>
                <a:gd name="T0" fmla="*/ 388 w 597"/>
                <a:gd name="T1" fmla="*/ 10 h 228"/>
                <a:gd name="T2" fmla="*/ 260 w 597"/>
                <a:gd name="T3" fmla="*/ 48 h 228"/>
                <a:gd name="T4" fmla="*/ 106 w 597"/>
                <a:gd name="T5" fmla="*/ 130 h 228"/>
                <a:gd name="T6" fmla="*/ 4 w 597"/>
                <a:gd name="T7" fmla="*/ 198 h 228"/>
                <a:gd name="T8" fmla="*/ 6 w 597"/>
                <a:gd name="T9" fmla="*/ 203 h 228"/>
                <a:gd name="T10" fmla="*/ 57 w 597"/>
                <a:gd name="T11" fmla="*/ 195 h 228"/>
                <a:gd name="T12" fmla="*/ 136 w 597"/>
                <a:gd name="T13" fmla="*/ 175 h 228"/>
                <a:gd name="T14" fmla="*/ 186 w 597"/>
                <a:gd name="T15" fmla="*/ 142 h 228"/>
                <a:gd name="T16" fmla="*/ 320 w 597"/>
                <a:gd name="T17" fmla="*/ 70 h 228"/>
                <a:gd name="T18" fmla="*/ 496 w 597"/>
                <a:gd name="T19" fmla="*/ 33 h 228"/>
                <a:gd name="T20" fmla="*/ 530 w 597"/>
                <a:gd name="T21" fmla="*/ 62 h 228"/>
                <a:gd name="T22" fmla="*/ 503 w 597"/>
                <a:gd name="T23" fmla="*/ 120 h 228"/>
                <a:gd name="T24" fmla="*/ 443 w 597"/>
                <a:gd name="T25" fmla="*/ 171 h 228"/>
                <a:gd name="T26" fmla="*/ 366 w 597"/>
                <a:gd name="T27" fmla="*/ 217 h 228"/>
                <a:gd name="T28" fmla="*/ 364 w 597"/>
                <a:gd name="T29" fmla="*/ 220 h 228"/>
                <a:gd name="T30" fmla="*/ 364 w 597"/>
                <a:gd name="T31" fmla="*/ 220 h 228"/>
                <a:gd name="T32" fmla="*/ 367 w 597"/>
                <a:gd name="T33" fmla="*/ 224 h 228"/>
                <a:gd name="T34" fmla="*/ 380 w 597"/>
                <a:gd name="T35" fmla="*/ 228 h 228"/>
                <a:gd name="T36" fmla="*/ 425 w 597"/>
                <a:gd name="T37" fmla="*/ 226 h 228"/>
                <a:gd name="T38" fmla="*/ 550 w 597"/>
                <a:gd name="T39" fmla="*/ 177 h 228"/>
                <a:gd name="T40" fmla="*/ 596 w 597"/>
                <a:gd name="T41" fmla="*/ 102 h 228"/>
                <a:gd name="T42" fmla="*/ 587 w 597"/>
                <a:gd name="T43" fmla="*/ 54 h 228"/>
                <a:gd name="T44" fmla="*/ 528 w 597"/>
                <a:gd name="T45" fmla="*/ 11 h 228"/>
                <a:gd name="T46" fmla="*/ 388 w 597"/>
                <a:gd name="T47" fmla="*/ 1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597" h="228">
                  <a:moveTo>
                    <a:pt x="388" y="10"/>
                  </a:moveTo>
                  <a:cubicBezTo>
                    <a:pt x="343" y="20"/>
                    <a:pt x="330" y="20"/>
                    <a:pt x="260" y="48"/>
                  </a:cubicBezTo>
                  <a:cubicBezTo>
                    <a:pt x="190" y="76"/>
                    <a:pt x="125" y="118"/>
                    <a:pt x="106" y="130"/>
                  </a:cubicBezTo>
                  <a:cubicBezTo>
                    <a:pt x="81" y="145"/>
                    <a:pt x="8" y="194"/>
                    <a:pt x="4" y="198"/>
                  </a:cubicBezTo>
                  <a:cubicBezTo>
                    <a:pt x="0" y="202"/>
                    <a:pt x="2" y="203"/>
                    <a:pt x="6" y="203"/>
                  </a:cubicBezTo>
                  <a:cubicBezTo>
                    <a:pt x="10" y="203"/>
                    <a:pt x="49" y="195"/>
                    <a:pt x="57" y="195"/>
                  </a:cubicBezTo>
                  <a:cubicBezTo>
                    <a:pt x="85" y="196"/>
                    <a:pt x="111" y="189"/>
                    <a:pt x="136" y="175"/>
                  </a:cubicBezTo>
                  <a:cubicBezTo>
                    <a:pt x="155" y="165"/>
                    <a:pt x="171" y="154"/>
                    <a:pt x="186" y="142"/>
                  </a:cubicBezTo>
                  <a:cubicBezTo>
                    <a:pt x="225" y="111"/>
                    <a:pt x="297" y="78"/>
                    <a:pt x="320" y="70"/>
                  </a:cubicBezTo>
                  <a:cubicBezTo>
                    <a:pt x="380" y="48"/>
                    <a:pt x="457" y="30"/>
                    <a:pt x="496" y="33"/>
                  </a:cubicBezTo>
                  <a:cubicBezTo>
                    <a:pt x="512" y="34"/>
                    <a:pt x="527" y="43"/>
                    <a:pt x="530" y="62"/>
                  </a:cubicBezTo>
                  <a:cubicBezTo>
                    <a:pt x="533" y="77"/>
                    <a:pt x="513" y="110"/>
                    <a:pt x="503" y="120"/>
                  </a:cubicBezTo>
                  <a:cubicBezTo>
                    <a:pt x="494" y="130"/>
                    <a:pt x="469" y="152"/>
                    <a:pt x="443" y="171"/>
                  </a:cubicBezTo>
                  <a:cubicBezTo>
                    <a:pt x="413" y="191"/>
                    <a:pt x="369" y="216"/>
                    <a:pt x="366" y="217"/>
                  </a:cubicBezTo>
                  <a:cubicBezTo>
                    <a:pt x="363" y="219"/>
                    <a:pt x="364" y="220"/>
                    <a:pt x="364" y="220"/>
                  </a:cubicBezTo>
                  <a:cubicBezTo>
                    <a:pt x="364" y="220"/>
                    <a:pt x="364" y="219"/>
                    <a:pt x="364" y="220"/>
                  </a:cubicBezTo>
                  <a:cubicBezTo>
                    <a:pt x="364" y="222"/>
                    <a:pt x="365" y="222"/>
                    <a:pt x="367" y="224"/>
                  </a:cubicBezTo>
                  <a:cubicBezTo>
                    <a:pt x="370" y="225"/>
                    <a:pt x="373" y="228"/>
                    <a:pt x="380" y="228"/>
                  </a:cubicBezTo>
                  <a:cubicBezTo>
                    <a:pt x="383" y="228"/>
                    <a:pt x="421" y="226"/>
                    <a:pt x="425" y="226"/>
                  </a:cubicBezTo>
                  <a:cubicBezTo>
                    <a:pt x="451" y="224"/>
                    <a:pt x="505" y="216"/>
                    <a:pt x="550" y="177"/>
                  </a:cubicBezTo>
                  <a:cubicBezTo>
                    <a:pt x="573" y="156"/>
                    <a:pt x="593" y="137"/>
                    <a:pt x="596" y="102"/>
                  </a:cubicBezTo>
                  <a:cubicBezTo>
                    <a:pt x="597" y="90"/>
                    <a:pt x="596" y="73"/>
                    <a:pt x="587" y="54"/>
                  </a:cubicBezTo>
                  <a:cubicBezTo>
                    <a:pt x="576" y="29"/>
                    <a:pt x="549" y="18"/>
                    <a:pt x="528" y="11"/>
                  </a:cubicBezTo>
                  <a:cubicBezTo>
                    <a:pt x="493" y="0"/>
                    <a:pt x="438" y="0"/>
                    <a:pt x="388" y="1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0" name="Freeform 14"/>
            <p:cNvSpPr>
              <a:spLocks/>
            </p:cNvSpPr>
            <p:nvPr/>
          </p:nvSpPr>
          <p:spPr bwMode="auto">
            <a:xfrm>
              <a:off x="549275" y="-954088"/>
              <a:ext cx="160338" cy="173038"/>
            </a:xfrm>
            <a:custGeom>
              <a:avLst/>
              <a:gdLst>
                <a:gd name="T0" fmla="*/ 39 w 210"/>
                <a:gd name="T1" fmla="*/ 128 h 226"/>
                <a:gd name="T2" fmla="*/ 50 w 210"/>
                <a:gd name="T3" fmla="*/ 144 h 226"/>
                <a:gd name="T4" fmla="*/ 53 w 210"/>
                <a:gd name="T5" fmla="*/ 162 h 226"/>
                <a:gd name="T6" fmla="*/ 34 w 210"/>
                <a:gd name="T7" fmla="*/ 188 h 226"/>
                <a:gd name="T8" fmla="*/ 12 w 210"/>
                <a:gd name="T9" fmla="*/ 222 h 226"/>
                <a:gd name="T10" fmla="*/ 48 w 210"/>
                <a:gd name="T11" fmla="*/ 201 h 226"/>
                <a:gd name="T12" fmla="*/ 84 w 210"/>
                <a:gd name="T13" fmla="*/ 192 h 226"/>
                <a:gd name="T14" fmla="*/ 159 w 210"/>
                <a:gd name="T15" fmla="*/ 197 h 226"/>
                <a:gd name="T16" fmla="*/ 199 w 210"/>
                <a:gd name="T17" fmla="*/ 166 h 226"/>
                <a:gd name="T18" fmla="*/ 189 w 210"/>
                <a:gd name="T19" fmla="*/ 80 h 226"/>
                <a:gd name="T20" fmla="*/ 156 w 210"/>
                <a:gd name="T21" fmla="*/ 43 h 226"/>
                <a:gd name="T22" fmla="*/ 99 w 210"/>
                <a:gd name="T23" fmla="*/ 11 h 226"/>
                <a:gd name="T24" fmla="*/ 66 w 210"/>
                <a:gd name="T25" fmla="*/ 11 h 226"/>
                <a:gd name="T26" fmla="*/ 36 w 210"/>
                <a:gd name="T27" fmla="*/ 31 h 226"/>
                <a:gd name="T28" fmla="*/ 25 w 210"/>
                <a:gd name="T29" fmla="*/ 108 h 226"/>
                <a:gd name="T30" fmla="*/ 39 w 210"/>
                <a:gd name="T31" fmla="*/ 128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10" h="226">
                  <a:moveTo>
                    <a:pt x="39" y="128"/>
                  </a:moveTo>
                  <a:cubicBezTo>
                    <a:pt x="43" y="134"/>
                    <a:pt x="46" y="140"/>
                    <a:pt x="50" y="144"/>
                  </a:cubicBezTo>
                  <a:cubicBezTo>
                    <a:pt x="56" y="150"/>
                    <a:pt x="58" y="155"/>
                    <a:pt x="53" y="162"/>
                  </a:cubicBezTo>
                  <a:cubicBezTo>
                    <a:pt x="47" y="170"/>
                    <a:pt x="40" y="179"/>
                    <a:pt x="34" y="188"/>
                  </a:cubicBezTo>
                  <a:cubicBezTo>
                    <a:pt x="28" y="197"/>
                    <a:pt x="9" y="218"/>
                    <a:pt x="12" y="222"/>
                  </a:cubicBezTo>
                  <a:cubicBezTo>
                    <a:pt x="15" y="226"/>
                    <a:pt x="38" y="207"/>
                    <a:pt x="48" y="201"/>
                  </a:cubicBezTo>
                  <a:cubicBezTo>
                    <a:pt x="59" y="194"/>
                    <a:pt x="70" y="186"/>
                    <a:pt x="84" y="192"/>
                  </a:cubicBezTo>
                  <a:cubicBezTo>
                    <a:pt x="109" y="203"/>
                    <a:pt x="134" y="201"/>
                    <a:pt x="159" y="197"/>
                  </a:cubicBezTo>
                  <a:cubicBezTo>
                    <a:pt x="177" y="194"/>
                    <a:pt x="194" y="186"/>
                    <a:pt x="199" y="166"/>
                  </a:cubicBezTo>
                  <a:cubicBezTo>
                    <a:pt x="205" y="137"/>
                    <a:pt x="210" y="107"/>
                    <a:pt x="189" y="80"/>
                  </a:cubicBezTo>
                  <a:cubicBezTo>
                    <a:pt x="178" y="67"/>
                    <a:pt x="169" y="53"/>
                    <a:pt x="156" y="43"/>
                  </a:cubicBezTo>
                  <a:cubicBezTo>
                    <a:pt x="139" y="30"/>
                    <a:pt x="119" y="20"/>
                    <a:pt x="99" y="11"/>
                  </a:cubicBezTo>
                  <a:cubicBezTo>
                    <a:pt x="89" y="6"/>
                    <a:pt x="78" y="0"/>
                    <a:pt x="66" y="11"/>
                  </a:cubicBezTo>
                  <a:cubicBezTo>
                    <a:pt x="57" y="19"/>
                    <a:pt x="47" y="26"/>
                    <a:pt x="36" y="31"/>
                  </a:cubicBezTo>
                  <a:cubicBezTo>
                    <a:pt x="11" y="44"/>
                    <a:pt x="0" y="87"/>
                    <a:pt x="25" y="108"/>
                  </a:cubicBezTo>
                  <a:cubicBezTo>
                    <a:pt x="31" y="113"/>
                    <a:pt x="34" y="122"/>
                    <a:pt x="39" y="128"/>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1" name="Freeform 15"/>
            <p:cNvSpPr>
              <a:spLocks/>
            </p:cNvSpPr>
            <p:nvPr/>
          </p:nvSpPr>
          <p:spPr bwMode="auto">
            <a:xfrm>
              <a:off x="3154362" y="-631825"/>
              <a:ext cx="93663" cy="157163"/>
            </a:xfrm>
            <a:custGeom>
              <a:avLst/>
              <a:gdLst>
                <a:gd name="T0" fmla="*/ 105 w 122"/>
                <a:gd name="T1" fmla="*/ 180 h 205"/>
                <a:gd name="T2" fmla="*/ 108 w 122"/>
                <a:gd name="T3" fmla="*/ 135 h 205"/>
                <a:gd name="T4" fmla="*/ 121 w 122"/>
                <a:gd name="T5" fmla="*/ 30 h 205"/>
                <a:gd name="T6" fmla="*/ 106 w 122"/>
                <a:gd name="T7" fmla="*/ 10 h 205"/>
                <a:gd name="T8" fmla="*/ 101 w 122"/>
                <a:gd name="T9" fmla="*/ 8 h 205"/>
                <a:gd name="T10" fmla="*/ 64 w 122"/>
                <a:gd name="T11" fmla="*/ 0 h 205"/>
                <a:gd name="T12" fmla="*/ 46 w 122"/>
                <a:gd name="T13" fmla="*/ 9 h 205"/>
                <a:gd name="T14" fmla="*/ 24 w 122"/>
                <a:gd name="T15" fmla="*/ 44 h 205"/>
                <a:gd name="T16" fmla="*/ 4 w 122"/>
                <a:gd name="T17" fmla="*/ 141 h 205"/>
                <a:gd name="T18" fmla="*/ 47 w 122"/>
                <a:gd name="T19" fmla="*/ 198 h 205"/>
                <a:gd name="T20" fmla="*/ 78 w 122"/>
                <a:gd name="T21" fmla="*/ 202 h 205"/>
                <a:gd name="T22" fmla="*/ 105 w 122"/>
                <a:gd name="T23" fmla="*/ 18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2" h="205">
                  <a:moveTo>
                    <a:pt x="105" y="180"/>
                  </a:moveTo>
                  <a:cubicBezTo>
                    <a:pt x="103" y="164"/>
                    <a:pt x="106" y="150"/>
                    <a:pt x="108" y="135"/>
                  </a:cubicBezTo>
                  <a:cubicBezTo>
                    <a:pt x="113" y="100"/>
                    <a:pt x="117" y="65"/>
                    <a:pt x="121" y="30"/>
                  </a:cubicBezTo>
                  <a:cubicBezTo>
                    <a:pt x="122" y="17"/>
                    <a:pt x="119" y="12"/>
                    <a:pt x="106" y="10"/>
                  </a:cubicBezTo>
                  <a:cubicBezTo>
                    <a:pt x="105" y="9"/>
                    <a:pt x="103" y="8"/>
                    <a:pt x="101" y="8"/>
                  </a:cubicBezTo>
                  <a:cubicBezTo>
                    <a:pt x="89" y="5"/>
                    <a:pt x="77" y="3"/>
                    <a:pt x="64" y="0"/>
                  </a:cubicBezTo>
                  <a:cubicBezTo>
                    <a:pt x="58" y="2"/>
                    <a:pt x="50" y="4"/>
                    <a:pt x="46" y="9"/>
                  </a:cubicBezTo>
                  <a:cubicBezTo>
                    <a:pt x="38" y="20"/>
                    <a:pt x="27" y="31"/>
                    <a:pt x="24" y="44"/>
                  </a:cubicBezTo>
                  <a:cubicBezTo>
                    <a:pt x="15" y="76"/>
                    <a:pt x="9" y="108"/>
                    <a:pt x="4" y="141"/>
                  </a:cubicBezTo>
                  <a:cubicBezTo>
                    <a:pt x="0" y="172"/>
                    <a:pt x="16" y="192"/>
                    <a:pt x="47" y="198"/>
                  </a:cubicBezTo>
                  <a:cubicBezTo>
                    <a:pt x="57" y="200"/>
                    <a:pt x="68" y="199"/>
                    <a:pt x="78" y="202"/>
                  </a:cubicBezTo>
                  <a:cubicBezTo>
                    <a:pt x="94" y="205"/>
                    <a:pt x="108" y="196"/>
                    <a:pt x="105" y="18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2" name="Freeform 16"/>
            <p:cNvSpPr>
              <a:spLocks/>
            </p:cNvSpPr>
            <p:nvPr/>
          </p:nvSpPr>
          <p:spPr bwMode="auto">
            <a:xfrm>
              <a:off x="-407988"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3" name="Freeform 17"/>
            <p:cNvSpPr>
              <a:spLocks noEditPoints="1"/>
            </p:cNvSpPr>
            <p:nvPr/>
          </p:nvSpPr>
          <p:spPr bwMode="auto">
            <a:xfrm>
              <a:off x="-301625" y="17462"/>
              <a:ext cx="115888" cy="138113"/>
            </a:xfrm>
            <a:custGeom>
              <a:avLst/>
              <a:gdLst>
                <a:gd name="T0" fmla="*/ 73 w 73"/>
                <a:gd name="T1" fmla="*/ 87 h 87"/>
                <a:gd name="T2" fmla="*/ 57 w 73"/>
                <a:gd name="T3" fmla="*/ 87 h 87"/>
                <a:gd name="T4" fmla="*/ 51 w 73"/>
                <a:gd name="T5" fmla="*/ 67 h 87"/>
                <a:gd name="T6" fmla="*/ 22 w 73"/>
                <a:gd name="T7" fmla="*/ 67 h 87"/>
                <a:gd name="T8" fmla="*/ 15 w 73"/>
                <a:gd name="T9" fmla="*/ 87 h 87"/>
                <a:gd name="T10" fmla="*/ 0 w 73"/>
                <a:gd name="T11" fmla="*/ 87 h 87"/>
                <a:gd name="T12" fmla="*/ 28 w 73"/>
                <a:gd name="T13" fmla="*/ 0 h 87"/>
                <a:gd name="T14" fmla="*/ 44 w 73"/>
                <a:gd name="T15" fmla="*/ 0 h 87"/>
                <a:gd name="T16" fmla="*/ 73 w 73"/>
                <a:gd name="T17" fmla="*/ 87 h 87"/>
                <a:gd name="T18" fmla="*/ 46 w 73"/>
                <a:gd name="T19" fmla="*/ 53 h 87"/>
                <a:gd name="T20" fmla="*/ 36 w 73"/>
                <a:gd name="T21" fmla="*/ 21 h 87"/>
                <a:gd name="T22" fmla="*/ 26 w 73"/>
                <a:gd name="T23" fmla="*/ 53 h 87"/>
                <a:gd name="T24" fmla="*/ 46 w 73"/>
                <a:gd name="T25" fmla="*/ 53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3" h="87">
                  <a:moveTo>
                    <a:pt x="73" y="87"/>
                  </a:moveTo>
                  <a:lnTo>
                    <a:pt x="57" y="87"/>
                  </a:lnTo>
                  <a:lnTo>
                    <a:pt x="51" y="67"/>
                  </a:lnTo>
                  <a:lnTo>
                    <a:pt x="22" y="67"/>
                  </a:lnTo>
                  <a:lnTo>
                    <a:pt x="15" y="87"/>
                  </a:lnTo>
                  <a:lnTo>
                    <a:pt x="0" y="87"/>
                  </a:lnTo>
                  <a:lnTo>
                    <a:pt x="28" y="0"/>
                  </a:lnTo>
                  <a:lnTo>
                    <a:pt x="44" y="0"/>
                  </a:lnTo>
                  <a:lnTo>
                    <a:pt x="73" y="87"/>
                  </a:lnTo>
                  <a:close/>
                  <a:moveTo>
                    <a:pt x="46" y="53"/>
                  </a:moveTo>
                  <a:lnTo>
                    <a:pt x="36" y="21"/>
                  </a:lnTo>
                  <a:lnTo>
                    <a:pt x="26" y="53"/>
                  </a:lnTo>
                  <a:lnTo>
                    <a:pt x="46" y="5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4" name="Freeform 18"/>
            <p:cNvSpPr>
              <a:spLocks/>
            </p:cNvSpPr>
            <p:nvPr/>
          </p:nvSpPr>
          <p:spPr bwMode="auto">
            <a:xfrm>
              <a:off x="-173038" y="17462"/>
              <a:ext cx="92075" cy="138113"/>
            </a:xfrm>
            <a:custGeom>
              <a:avLst/>
              <a:gdLst>
                <a:gd name="T0" fmla="*/ 0 w 58"/>
                <a:gd name="T1" fmla="*/ 87 h 87"/>
                <a:gd name="T2" fmla="*/ 0 w 58"/>
                <a:gd name="T3" fmla="*/ 0 h 87"/>
                <a:gd name="T4" fmla="*/ 15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5"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5" name="Freeform 19"/>
            <p:cNvSpPr>
              <a:spLocks/>
            </p:cNvSpPr>
            <p:nvPr/>
          </p:nvSpPr>
          <p:spPr bwMode="auto">
            <a:xfrm>
              <a:off x="-65088" y="17462"/>
              <a:ext cx="74613" cy="141288"/>
            </a:xfrm>
            <a:custGeom>
              <a:avLst/>
              <a:gdLst>
                <a:gd name="T0" fmla="*/ 67 w 97"/>
                <a:gd name="T1" fmla="*/ 0 h 183"/>
                <a:gd name="T2" fmla="*/ 97 w 97"/>
                <a:gd name="T3" fmla="*/ 0 h 183"/>
                <a:gd name="T4" fmla="*/ 97 w 97"/>
                <a:gd name="T5" fmla="*/ 114 h 183"/>
                <a:gd name="T6" fmla="*/ 94 w 97"/>
                <a:gd name="T7" fmla="*/ 148 h 183"/>
                <a:gd name="T8" fmla="*/ 78 w 97"/>
                <a:gd name="T9" fmla="*/ 173 h 183"/>
                <a:gd name="T10" fmla="*/ 47 w 97"/>
                <a:gd name="T11" fmla="*/ 183 h 183"/>
                <a:gd name="T12" fmla="*/ 12 w 97"/>
                <a:gd name="T13" fmla="*/ 168 h 183"/>
                <a:gd name="T14" fmla="*/ 0 w 97"/>
                <a:gd name="T15" fmla="*/ 124 h 183"/>
                <a:gd name="T16" fmla="*/ 29 w 97"/>
                <a:gd name="T17" fmla="*/ 120 h 183"/>
                <a:gd name="T18" fmla="*/ 32 w 97"/>
                <a:gd name="T19" fmla="*/ 142 h 183"/>
                <a:gd name="T20" fmla="*/ 48 w 97"/>
                <a:gd name="T21" fmla="*/ 152 h 183"/>
                <a:gd name="T22" fmla="*/ 62 w 97"/>
                <a:gd name="T23" fmla="*/ 145 h 183"/>
                <a:gd name="T24" fmla="*/ 67 w 97"/>
                <a:gd name="T25" fmla="*/ 116 h 183"/>
                <a:gd name="T26" fmla="*/ 67 w 97"/>
                <a:gd name="T27"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7" h="183">
                  <a:moveTo>
                    <a:pt x="67" y="0"/>
                  </a:moveTo>
                  <a:cubicBezTo>
                    <a:pt x="97" y="0"/>
                    <a:pt x="97" y="0"/>
                    <a:pt x="97" y="0"/>
                  </a:cubicBezTo>
                  <a:cubicBezTo>
                    <a:pt x="97" y="114"/>
                    <a:pt x="97" y="114"/>
                    <a:pt x="97" y="114"/>
                  </a:cubicBezTo>
                  <a:cubicBezTo>
                    <a:pt x="97" y="128"/>
                    <a:pt x="96" y="140"/>
                    <a:pt x="94" y="148"/>
                  </a:cubicBezTo>
                  <a:cubicBezTo>
                    <a:pt x="91" y="158"/>
                    <a:pt x="85" y="167"/>
                    <a:pt x="78" y="173"/>
                  </a:cubicBezTo>
                  <a:cubicBezTo>
                    <a:pt x="70" y="179"/>
                    <a:pt x="59" y="183"/>
                    <a:pt x="47" y="183"/>
                  </a:cubicBezTo>
                  <a:cubicBezTo>
                    <a:pt x="32" y="183"/>
                    <a:pt x="20" y="178"/>
                    <a:pt x="12" y="168"/>
                  </a:cubicBezTo>
                  <a:cubicBezTo>
                    <a:pt x="4" y="158"/>
                    <a:pt x="0" y="143"/>
                    <a:pt x="0" y="124"/>
                  </a:cubicBezTo>
                  <a:cubicBezTo>
                    <a:pt x="29" y="120"/>
                    <a:pt x="29" y="120"/>
                    <a:pt x="29" y="120"/>
                  </a:cubicBezTo>
                  <a:cubicBezTo>
                    <a:pt x="29" y="130"/>
                    <a:pt x="30" y="138"/>
                    <a:pt x="32" y="142"/>
                  </a:cubicBezTo>
                  <a:cubicBezTo>
                    <a:pt x="36" y="148"/>
                    <a:pt x="41" y="152"/>
                    <a:pt x="48" y="152"/>
                  </a:cubicBezTo>
                  <a:cubicBezTo>
                    <a:pt x="55" y="152"/>
                    <a:pt x="59" y="149"/>
                    <a:pt x="62" y="145"/>
                  </a:cubicBezTo>
                  <a:cubicBezTo>
                    <a:pt x="65" y="140"/>
                    <a:pt x="67" y="131"/>
                    <a:pt x="67" y="116"/>
                  </a:cubicBezTo>
                  <a:lnTo>
                    <a:pt x="67"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6" name="Rectangle 20"/>
            <p:cNvSpPr>
              <a:spLocks noChangeArrowheads="1"/>
            </p:cNvSpPr>
            <p:nvPr/>
          </p:nvSpPr>
          <p:spPr bwMode="auto">
            <a:xfrm>
              <a:off x="34925" y="17462"/>
              <a:ext cx="22225" cy="138113"/>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7" name="Freeform 21"/>
            <p:cNvSpPr>
              <a:spLocks/>
            </p:cNvSpPr>
            <p:nvPr/>
          </p:nvSpPr>
          <p:spPr bwMode="auto">
            <a:xfrm>
              <a:off x="793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8" name="Freeform 22"/>
            <p:cNvSpPr>
              <a:spLocks/>
            </p:cNvSpPr>
            <p:nvPr/>
          </p:nvSpPr>
          <p:spPr bwMode="auto">
            <a:xfrm>
              <a:off x="193675" y="15875"/>
              <a:ext cx="107950" cy="142875"/>
            </a:xfrm>
            <a:custGeom>
              <a:avLst/>
              <a:gdLst>
                <a:gd name="T0" fmla="*/ 77 w 143"/>
                <a:gd name="T1" fmla="*/ 117 h 186"/>
                <a:gd name="T2" fmla="*/ 77 w 143"/>
                <a:gd name="T3" fmla="*/ 86 h 186"/>
                <a:gd name="T4" fmla="*/ 143 w 143"/>
                <a:gd name="T5" fmla="*/ 86 h 186"/>
                <a:gd name="T6" fmla="*/ 143 w 143"/>
                <a:gd name="T7" fmla="*/ 158 h 186"/>
                <a:gd name="T8" fmla="*/ 115 w 143"/>
                <a:gd name="T9" fmla="*/ 177 h 186"/>
                <a:gd name="T10" fmla="*/ 78 w 143"/>
                <a:gd name="T11" fmla="*/ 186 h 186"/>
                <a:gd name="T12" fmla="*/ 36 w 143"/>
                <a:gd name="T13" fmla="*/ 174 h 186"/>
                <a:gd name="T14" fmla="*/ 9 w 143"/>
                <a:gd name="T15" fmla="*/ 140 h 186"/>
                <a:gd name="T16" fmla="*/ 0 w 143"/>
                <a:gd name="T17" fmla="*/ 92 h 186"/>
                <a:gd name="T18" fmla="*/ 10 w 143"/>
                <a:gd name="T19" fmla="*/ 42 h 186"/>
                <a:gd name="T20" fmla="*/ 40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6 w 143"/>
                <a:gd name="T41" fmla="*/ 155 h 186"/>
                <a:gd name="T42" fmla="*/ 95 w 143"/>
                <a:gd name="T43" fmla="*/ 150 h 186"/>
                <a:gd name="T44" fmla="*/ 112 w 143"/>
                <a:gd name="T45" fmla="*/ 139 h 186"/>
                <a:gd name="T46" fmla="*/ 112 w 143"/>
                <a:gd name="T47" fmla="*/ 117 h 186"/>
                <a:gd name="T48" fmla="*/ 77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7" y="117"/>
                  </a:moveTo>
                  <a:cubicBezTo>
                    <a:pt x="77" y="86"/>
                    <a:pt x="77" y="86"/>
                    <a:pt x="77" y="86"/>
                  </a:cubicBezTo>
                  <a:cubicBezTo>
                    <a:pt x="143" y="86"/>
                    <a:pt x="143" y="86"/>
                    <a:pt x="143" y="86"/>
                  </a:cubicBezTo>
                  <a:cubicBezTo>
                    <a:pt x="143" y="158"/>
                    <a:pt x="143" y="158"/>
                    <a:pt x="143" y="158"/>
                  </a:cubicBezTo>
                  <a:cubicBezTo>
                    <a:pt x="136" y="165"/>
                    <a:pt x="127" y="172"/>
                    <a:pt x="115" y="177"/>
                  </a:cubicBezTo>
                  <a:cubicBezTo>
                    <a:pt x="103" y="183"/>
                    <a:pt x="90" y="186"/>
                    <a:pt x="78" y="186"/>
                  </a:cubicBezTo>
                  <a:cubicBezTo>
                    <a:pt x="62" y="186"/>
                    <a:pt x="48" y="182"/>
                    <a:pt x="36" y="174"/>
                  </a:cubicBezTo>
                  <a:cubicBezTo>
                    <a:pt x="24" y="166"/>
                    <a:pt x="15" y="155"/>
                    <a:pt x="9" y="140"/>
                  </a:cubicBezTo>
                  <a:cubicBezTo>
                    <a:pt x="3" y="125"/>
                    <a:pt x="0" y="109"/>
                    <a:pt x="0" y="92"/>
                  </a:cubicBezTo>
                  <a:cubicBezTo>
                    <a:pt x="0" y="74"/>
                    <a:pt x="4" y="57"/>
                    <a:pt x="10" y="42"/>
                  </a:cubicBezTo>
                  <a:cubicBezTo>
                    <a:pt x="17" y="28"/>
                    <a:pt x="27" y="17"/>
                    <a:pt x="40" y="9"/>
                  </a:cubicBezTo>
                  <a:cubicBezTo>
                    <a:pt x="49" y="3"/>
                    <a:pt x="61" y="0"/>
                    <a:pt x="76" y="0"/>
                  </a:cubicBezTo>
                  <a:cubicBezTo>
                    <a:pt x="95" y="0"/>
                    <a:pt x="110"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3" y="31"/>
                    <a:pt x="52" y="36"/>
                    <a:pt x="44" y="46"/>
                  </a:cubicBezTo>
                  <a:cubicBezTo>
                    <a:pt x="36" y="56"/>
                    <a:pt x="32" y="71"/>
                    <a:pt x="32" y="91"/>
                  </a:cubicBezTo>
                  <a:cubicBezTo>
                    <a:pt x="32" y="112"/>
                    <a:pt x="36" y="128"/>
                    <a:pt x="44" y="139"/>
                  </a:cubicBezTo>
                  <a:cubicBezTo>
                    <a:pt x="52" y="149"/>
                    <a:pt x="63" y="155"/>
                    <a:pt x="76" y="155"/>
                  </a:cubicBezTo>
                  <a:cubicBezTo>
                    <a:pt x="82" y="155"/>
                    <a:pt x="89" y="153"/>
                    <a:pt x="95" y="150"/>
                  </a:cubicBezTo>
                  <a:cubicBezTo>
                    <a:pt x="102" y="147"/>
                    <a:pt x="107" y="144"/>
                    <a:pt x="112" y="139"/>
                  </a:cubicBezTo>
                  <a:cubicBezTo>
                    <a:pt x="112" y="117"/>
                    <a:pt x="112" y="117"/>
                    <a:pt x="112" y="117"/>
                  </a:cubicBezTo>
                  <a:lnTo>
                    <a:pt x="77" y="11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89" name="Freeform 23"/>
            <p:cNvSpPr>
              <a:spLocks/>
            </p:cNvSpPr>
            <p:nvPr/>
          </p:nvSpPr>
          <p:spPr bwMode="auto">
            <a:xfrm>
              <a:off x="368300" y="17462"/>
              <a:ext cx="93663" cy="141288"/>
            </a:xfrm>
            <a:custGeom>
              <a:avLst/>
              <a:gdLst>
                <a:gd name="T0" fmla="*/ 0 w 122"/>
                <a:gd name="T1" fmla="*/ 0 h 183"/>
                <a:gd name="T2" fmla="*/ 31 w 122"/>
                <a:gd name="T3" fmla="*/ 0 h 183"/>
                <a:gd name="T4" fmla="*/ 31 w 122"/>
                <a:gd name="T5" fmla="*/ 97 h 183"/>
                <a:gd name="T6" fmla="*/ 32 w 122"/>
                <a:gd name="T7" fmla="*/ 127 h 183"/>
                <a:gd name="T8" fmla="*/ 41 w 122"/>
                <a:gd name="T9" fmla="*/ 145 h 183"/>
                <a:gd name="T10" fmla="*/ 62 w 122"/>
                <a:gd name="T11" fmla="*/ 152 h 183"/>
                <a:gd name="T12" fmla="*/ 81 w 122"/>
                <a:gd name="T13" fmla="*/ 145 h 183"/>
                <a:gd name="T14" fmla="*/ 90 w 122"/>
                <a:gd name="T15" fmla="*/ 130 h 183"/>
                <a:gd name="T16" fmla="*/ 91 w 122"/>
                <a:gd name="T17" fmla="*/ 99 h 183"/>
                <a:gd name="T18" fmla="*/ 91 w 122"/>
                <a:gd name="T19" fmla="*/ 0 h 183"/>
                <a:gd name="T20" fmla="*/ 122 w 122"/>
                <a:gd name="T21" fmla="*/ 0 h 183"/>
                <a:gd name="T22" fmla="*/ 122 w 122"/>
                <a:gd name="T23" fmla="*/ 94 h 183"/>
                <a:gd name="T24" fmla="*/ 119 w 122"/>
                <a:gd name="T25" fmla="*/ 140 h 183"/>
                <a:gd name="T26" fmla="*/ 110 w 122"/>
                <a:gd name="T27" fmla="*/ 162 h 183"/>
                <a:gd name="T28" fmla="*/ 92 w 122"/>
                <a:gd name="T29" fmla="*/ 177 h 183"/>
                <a:gd name="T30" fmla="*/ 63 w 122"/>
                <a:gd name="T31" fmla="*/ 183 h 183"/>
                <a:gd name="T32" fmla="*/ 30 w 122"/>
                <a:gd name="T33" fmla="*/ 177 h 183"/>
                <a:gd name="T34" fmla="*/ 12 w 122"/>
                <a:gd name="T35" fmla="*/ 161 h 183"/>
                <a:gd name="T36" fmla="*/ 3 w 122"/>
                <a:gd name="T37" fmla="*/ 141 h 183"/>
                <a:gd name="T38" fmla="*/ 0 w 122"/>
                <a:gd name="T39" fmla="*/ 96 h 183"/>
                <a:gd name="T40" fmla="*/ 0 w 122"/>
                <a:gd name="T41" fmla="*/ 0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22" h="183">
                  <a:moveTo>
                    <a:pt x="0" y="0"/>
                  </a:moveTo>
                  <a:cubicBezTo>
                    <a:pt x="31" y="0"/>
                    <a:pt x="31" y="0"/>
                    <a:pt x="31" y="0"/>
                  </a:cubicBezTo>
                  <a:cubicBezTo>
                    <a:pt x="31" y="97"/>
                    <a:pt x="31" y="97"/>
                    <a:pt x="31" y="97"/>
                  </a:cubicBezTo>
                  <a:cubicBezTo>
                    <a:pt x="31" y="113"/>
                    <a:pt x="31" y="123"/>
                    <a:pt x="32" y="127"/>
                  </a:cubicBezTo>
                  <a:cubicBezTo>
                    <a:pt x="33" y="135"/>
                    <a:pt x="37" y="140"/>
                    <a:pt x="41" y="145"/>
                  </a:cubicBezTo>
                  <a:cubicBezTo>
                    <a:pt x="46" y="149"/>
                    <a:pt x="53" y="152"/>
                    <a:pt x="62" y="152"/>
                  </a:cubicBezTo>
                  <a:cubicBezTo>
                    <a:pt x="70" y="152"/>
                    <a:pt x="77" y="149"/>
                    <a:pt x="81" y="145"/>
                  </a:cubicBezTo>
                  <a:cubicBezTo>
                    <a:pt x="86" y="141"/>
                    <a:pt x="89" y="136"/>
                    <a:pt x="90" y="130"/>
                  </a:cubicBezTo>
                  <a:cubicBezTo>
                    <a:pt x="90" y="124"/>
                    <a:pt x="91" y="114"/>
                    <a:pt x="91" y="99"/>
                  </a:cubicBezTo>
                  <a:cubicBezTo>
                    <a:pt x="91" y="0"/>
                    <a:pt x="91" y="0"/>
                    <a:pt x="91" y="0"/>
                  </a:cubicBezTo>
                  <a:cubicBezTo>
                    <a:pt x="122" y="0"/>
                    <a:pt x="122" y="0"/>
                    <a:pt x="122" y="0"/>
                  </a:cubicBezTo>
                  <a:cubicBezTo>
                    <a:pt x="122" y="94"/>
                    <a:pt x="122" y="94"/>
                    <a:pt x="122" y="94"/>
                  </a:cubicBezTo>
                  <a:cubicBezTo>
                    <a:pt x="122" y="116"/>
                    <a:pt x="121" y="131"/>
                    <a:pt x="119" y="140"/>
                  </a:cubicBezTo>
                  <a:cubicBezTo>
                    <a:pt x="117" y="149"/>
                    <a:pt x="114" y="156"/>
                    <a:pt x="110" y="162"/>
                  </a:cubicBezTo>
                  <a:cubicBezTo>
                    <a:pt x="105" y="169"/>
                    <a:pt x="100" y="173"/>
                    <a:pt x="92" y="177"/>
                  </a:cubicBezTo>
                  <a:cubicBezTo>
                    <a:pt x="84" y="181"/>
                    <a:pt x="75" y="183"/>
                    <a:pt x="63" y="183"/>
                  </a:cubicBezTo>
                  <a:cubicBezTo>
                    <a:pt x="48" y="183"/>
                    <a:pt x="37" y="181"/>
                    <a:pt x="30" y="177"/>
                  </a:cubicBezTo>
                  <a:cubicBezTo>
                    <a:pt x="22" y="173"/>
                    <a:pt x="16" y="168"/>
                    <a:pt x="12" y="161"/>
                  </a:cubicBezTo>
                  <a:cubicBezTo>
                    <a:pt x="7" y="155"/>
                    <a:pt x="5" y="148"/>
                    <a:pt x="3" y="141"/>
                  </a:cubicBezTo>
                  <a:cubicBezTo>
                    <a:pt x="1" y="131"/>
                    <a:pt x="0" y="116"/>
                    <a:pt x="0" y="96"/>
                  </a:cubicBezTo>
                  <a:lnTo>
                    <a:pt x="0"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0" name="Freeform 24"/>
            <p:cNvSpPr>
              <a:spLocks/>
            </p:cNvSpPr>
            <p:nvPr/>
          </p:nvSpPr>
          <p:spPr bwMode="auto">
            <a:xfrm>
              <a:off x="485775" y="17462"/>
              <a:ext cx="93663" cy="138113"/>
            </a:xfrm>
            <a:custGeom>
              <a:avLst/>
              <a:gdLst>
                <a:gd name="T0" fmla="*/ 0 w 59"/>
                <a:gd name="T1" fmla="*/ 87 h 87"/>
                <a:gd name="T2" fmla="*/ 0 w 59"/>
                <a:gd name="T3" fmla="*/ 0 h 87"/>
                <a:gd name="T4" fmla="*/ 15 w 59"/>
                <a:gd name="T5" fmla="*/ 0 h 87"/>
                <a:gd name="T6" fmla="*/ 45 w 59"/>
                <a:gd name="T7" fmla="*/ 58 h 87"/>
                <a:gd name="T8" fmla="*/ 45 w 59"/>
                <a:gd name="T9" fmla="*/ 0 h 87"/>
                <a:gd name="T10" fmla="*/ 59 w 59"/>
                <a:gd name="T11" fmla="*/ 0 h 87"/>
                <a:gd name="T12" fmla="*/ 59 w 59"/>
                <a:gd name="T13" fmla="*/ 87 h 87"/>
                <a:gd name="T14" fmla="*/ 44 w 59"/>
                <a:gd name="T15" fmla="*/ 87 h 87"/>
                <a:gd name="T16" fmla="*/ 14 w 59"/>
                <a:gd name="T17" fmla="*/ 31 h 87"/>
                <a:gd name="T18" fmla="*/ 14 w 59"/>
                <a:gd name="T19" fmla="*/ 87 h 87"/>
                <a:gd name="T20" fmla="*/ 0 w 59"/>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9" h="87">
                  <a:moveTo>
                    <a:pt x="0" y="87"/>
                  </a:moveTo>
                  <a:lnTo>
                    <a:pt x="0" y="0"/>
                  </a:lnTo>
                  <a:lnTo>
                    <a:pt x="15" y="0"/>
                  </a:lnTo>
                  <a:lnTo>
                    <a:pt x="45" y="58"/>
                  </a:lnTo>
                  <a:lnTo>
                    <a:pt x="45" y="0"/>
                  </a:lnTo>
                  <a:lnTo>
                    <a:pt x="59" y="0"/>
                  </a:lnTo>
                  <a:lnTo>
                    <a:pt x="59" y="87"/>
                  </a:lnTo>
                  <a:lnTo>
                    <a:pt x="44"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1" name="Rectangle 25"/>
            <p:cNvSpPr>
              <a:spLocks noChangeArrowheads="1"/>
            </p:cNvSpPr>
            <p:nvPr/>
          </p:nvSpPr>
          <p:spPr bwMode="auto">
            <a:xfrm>
              <a:off x="603250"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2" name="Freeform 26"/>
            <p:cNvSpPr>
              <a:spLocks/>
            </p:cNvSpPr>
            <p:nvPr/>
          </p:nvSpPr>
          <p:spPr bwMode="auto">
            <a:xfrm>
              <a:off x="636587" y="17462"/>
              <a:ext cx="107950" cy="138113"/>
            </a:xfrm>
            <a:custGeom>
              <a:avLst/>
              <a:gdLst>
                <a:gd name="T0" fmla="*/ 27 w 68"/>
                <a:gd name="T1" fmla="*/ 87 h 87"/>
                <a:gd name="T2" fmla="*/ 0 w 68"/>
                <a:gd name="T3" fmla="*/ 0 h 87"/>
                <a:gd name="T4" fmla="*/ 16 w 68"/>
                <a:gd name="T5" fmla="*/ 0 h 87"/>
                <a:gd name="T6" fmla="*/ 35 w 68"/>
                <a:gd name="T7" fmla="*/ 65 h 87"/>
                <a:gd name="T8" fmla="*/ 53 w 68"/>
                <a:gd name="T9" fmla="*/ 0 h 87"/>
                <a:gd name="T10" fmla="*/ 68 w 68"/>
                <a:gd name="T11" fmla="*/ 0 h 87"/>
                <a:gd name="T12" fmla="*/ 42 w 68"/>
                <a:gd name="T13" fmla="*/ 87 h 87"/>
                <a:gd name="T14" fmla="*/ 27 w 68"/>
                <a:gd name="T15" fmla="*/ 87 h 8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68" h="87">
                  <a:moveTo>
                    <a:pt x="27" y="87"/>
                  </a:moveTo>
                  <a:lnTo>
                    <a:pt x="0" y="0"/>
                  </a:lnTo>
                  <a:lnTo>
                    <a:pt x="16" y="0"/>
                  </a:lnTo>
                  <a:lnTo>
                    <a:pt x="35" y="65"/>
                  </a:lnTo>
                  <a:lnTo>
                    <a:pt x="53" y="0"/>
                  </a:lnTo>
                  <a:lnTo>
                    <a:pt x="68" y="0"/>
                  </a:lnTo>
                  <a:lnTo>
                    <a:pt x="42" y="87"/>
                  </a:lnTo>
                  <a:lnTo>
                    <a:pt x="27"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3" name="Freeform 27"/>
            <p:cNvSpPr>
              <a:spLocks/>
            </p:cNvSpPr>
            <p:nvPr/>
          </p:nvSpPr>
          <p:spPr bwMode="auto">
            <a:xfrm>
              <a:off x="757237"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4" name="Freeform 28"/>
            <p:cNvSpPr>
              <a:spLocks noEditPoints="1"/>
            </p:cNvSpPr>
            <p:nvPr/>
          </p:nvSpPr>
          <p:spPr bwMode="auto">
            <a:xfrm>
              <a:off x="865187" y="17462"/>
              <a:ext cx="104775" cy="138113"/>
            </a:xfrm>
            <a:custGeom>
              <a:avLst/>
              <a:gdLst>
                <a:gd name="T0" fmla="*/ 0 w 137"/>
                <a:gd name="T1" fmla="*/ 179 h 179"/>
                <a:gd name="T2" fmla="*/ 0 w 137"/>
                <a:gd name="T3" fmla="*/ 0 h 179"/>
                <a:gd name="T4" fmla="*/ 65 w 137"/>
                <a:gd name="T5" fmla="*/ 0 h 179"/>
                <a:gd name="T6" fmla="*/ 100 w 137"/>
                <a:gd name="T7" fmla="*/ 5 h 179"/>
                <a:gd name="T8" fmla="*/ 118 w 137"/>
                <a:gd name="T9" fmla="*/ 22 h 179"/>
                <a:gd name="T10" fmla="*/ 124 w 137"/>
                <a:gd name="T11" fmla="*/ 50 h 179"/>
                <a:gd name="T12" fmla="*/ 114 w 137"/>
                <a:gd name="T13" fmla="*/ 84 h 179"/>
                <a:gd name="T14" fmla="*/ 84 w 137"/>
                <a:gd name="T15" fmla="*/ 100 h 179"/>
                <a:gd name="T16" fmla="*/ 101 w 137"/>
                <a:gd name="T17" fmla="*/ 115 h 179"/>
                <a:gd name="T18" fmla="*/ 118 w 137"/>
                <a:gd name="T19" fmla="*/ 144 h 179"/>
                <a:gd name="T20" fmla="*/ 137 w 137"/>
                <a:gd name="T21" fmla="*/ 179 h 179"/>
                <a:gd name="T22" fmla="*/ 100 w 137"/>
                <a:gd name="T23" fmla="*/ 179 h 179"/>
                <a:gd name="T24" fmla="*/ 78 w 137"/>
                <a:gd name="T25" fmla="*/ 140 h 179"/>
                <a:gd name="T26" fmla="*/ 62 w 137"/>
                <a:gd name="T27" fmla="*/ 114 h 179"/>
                <a:gd name="T28" fmla="*/ 52 w 137"/>
                <a:gd name="T29" fmla="*/ 107 h 179"/>
                <a:gd name="T30" fmla="*/ 37 w 137"/>
                <a:gd name="T31" fmla="*/ 105 h 179"/>
                <a:gd name="T32" fmla="*/ 31 w 137"/>
                <a:gd name="T33" fmla="*/ 105 h 179"/>
                <a:gd name="T34" fmla="*/ 31 w 137"/>
                <a:gd name="T35" fmla="*/ 179 h 179"/>
                <a:gd name="T36" fmla="*/ 0 w 137"/>
                <a:gd name="T37" fmla="*/ 179 h 179"/>
                <a:gd name="T38" fmla="*/ 31 w 137"/>
                <a:gd name="T39" fmla="*/ 76 h 179"/>
                <a:gd name="T40" fmla="*/ 53 w 137"/>
                <a:gd name="T41" fmla="*/ 76 h 179"/>
                <a:gd name="T42" fmla="*/ 81 w 137"/>
                <a:gd name="T43" fmla="*/ 74 h 179"/>
                <a:gd name="T44" fmla="*/ 90 w 137"/>
                <a:gd name="T45" fmla="*/ 66 h 179"/>
                <a:gd name="T46" fmla="*/ 93 w 137"/>
                <a:gd name="T47" fmla="*/ 53 h 179"/>
                <a:gd name="T48" fmla="*/ 89 w 137"/>
                <a:gd name="T49" fmla="*/ 38 h 179"/>
                <a:gd name="T50" fmla="*/ 77 w 137"/>
                <a:gd name="T51" fmla="*/ 31 h 179"/>
                <a:gd name="T52" fmla="*/ 55 w 137"/>
                <a:gd name="T53" fmla="*/ 31 h 179"/>
                <a:gd name="T54" fmla="*/ 31 w 137"/>
                <a:gd name="T55" fmla="*/ 31 h 179"/>
                <a:gd name="T56" fmla="*/ 31 w 137"/>
                <a:gd name="T57" fmla="*/ 76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137" h="179">
                  <a:moveTo>
                    <a:pt x="0" y="179"/>
                  </a:moveTo>
                  <a:cubicBezTo>
                    <a:pt x="0" y="0"/>
                    <a:pt x="0" y="0"/>
                    <a:pt x="0" y="0"/>
                  </a:cubicBezTo>
                  <a:cubicBezTo>
                    <a:pt x="65" y="0"/>
                    <a:pt x="65" y="0"/>
                    <a:pt x="65" y="0"/>
                  </a:cubicBezTo>
                  <a:cubicBezTo>
                    <a:pt x="81" y="0"/>
                    <a:pt x="93" y="2"/>
                    <a:pt x="100" y="5"/>
                  </a:cubicBezTo>
                  <a:cubicBezTo>
                    <a:pt x="108" y="8"/>
                    <a:pt x="113" y="14"/>
                    <a:pt x="118" y="22"/>
                  </a:cubicBezTo>
                  <a:cubicBezTo>
                    <a:pt x="122" y="30"/>
                    <a:pt x="124" y="40"/>
                    <a:pt x="124" y="50"/>
                  </a:cubicBezTo>
                  <a:cubicBezTo>
                    <a:pt x="124" y="64"/>
                    <a:pt x="121" y="75"/>
                    <a:pt x="114" y="84"/>
                  </a:cubicBezTo>
                  <a:cubicBezTo>
                    <a:pt x="108" y="93"/>
                    <a:pt x="98" y="98"/>
                    <a:pt x="84" y="100"/>
                  </a:cubicBezTo>
                  <a:cubicBezTo>
                    <a:pt x="91" y="105"/>
                    <a:pt x="96" y="110"/>
                    <a:pt x="101" y="115"/>
                  </a:cubicBezTo>
                  <a:cubicBezTo>
                    <a:pt x="105" y="121"/>
                    <a:pt x="111" y="131"/>
                    <a:pt x="118" y="144"/>
                  </a:cubicBezTo>
                  <a:cubicBezTo>
                    <a:pt x="137" y="179"/>
                    <a:pt x="137" y="179"/>
                    <a:pt x="137" y="179"/>
                  </a:cubicBezTo>
                  <a:cubicBezTo>
                    <a:pt x="100" y="179"/>
                    <a:pt x="100" y="179"/>
                    <a:pt x="100" y="179"/>
                  </a:cubicBezTo>
                  <a:cubicBezTo>
                    <a:pt x="78" y="140"/>
                    <a:pt x="78" y="140"/>
                    <a:pt x="78" y="140"/>
                  </a:cubicBezTo>
                  <a:cubicBezTo>
                    <a:pt x="70" y="127"/>
                    <a:pt x="64" y="118"/>
                    <a:pt x="62" y="114"/>
                  </a:cubicBezTo>
                  <a:cubicBezTo>
                    <a:pt x="59" y="110"/>
                    <a:pt x="56" y="108"/>
                    <a:pt x="52" y="107"/>
                  </a:cubicBezTo>
                  <a:cubicBezTo>
                    <a:pt x="49" y="105"/>
                    <a:pt x="44" y="105"/>
                    <a:pt x="37" y="105"/>
                  </a:cubicBezTo>
                  <a:cubicBezTo>
                    <a:pt x="31" y="105"/>
                    <a:pt x="31" y="105"/>
                    <a:pt x="31" y="105"/>
                  </a:cubicBezTo>
                  <a:cubicBezTo>
                    <a:pt x="31" y="179"/>
                    <a:pt x="31" y="179"/>
                    <a:pt x="31" y="179"/>
                  </a:cubicBezTo>
                  <a:lnTo>
                    <a:pt x="0" y="179"/>
                  </a:lnTo>
                  <a:close/>
                  <a:moveTo>
                    <a:pt x="31" y="76"/>
                  </a:moveTo>
                  <a:cubicBezTo>
                    <a:pt x="53" y="76"/>
                    <a:pt x="53" y="76"/>
                    <a:pt x="53" y="76"/>
                  </a:cubicBezTo>
                  <a:cubicBezTo>
                    <a:pt x="68" y="76"/>
                    <a:pt x="77" y="75"/>
                    <a:pt x="81" y="74"/>
                  </a:cubicBezTo>
                  <a:cubicBezTo>
                    <a:pt x="85" y="72"/>
                    <a:pt x="88" y="70"/>
                    <a:pt x="90" y="66"/>
                  </a:cubicBezTo>
                  <a:cubicBezTo>
                    <a:pt x="92" y="63"/>
                    <a:pt x="93" y="58"/>
                    <a:pt x="93" y="53"/>
                  </a:cubicBezTo>
                  <a:cubicBezTo>
                    <a:pt x="93" y="47"/>
                    <a:pt x="91" y="42"/>
                    <a:pt x="89" y="38"/>
                  </a:cubicBezTo>
                  <a:cubicBezTo>
                    <a:pt x="86" y="34"/>
                    <a:pt x="82" y="32"/>
                    <a:pt x="77" y="31"/>
                  </a:cubicBezTo>
                  <a:cubicBezTo>
                    <a:pt x="75" y="31"/>
                    <a:pt x="67" y="31"/>
                    <a:pt x="55" y="31"/>
                  </a:cubicBezTo>
                  <a:cubicBezTo>
                    <a:pt x="31" y="31"/>
                    <a:pt x="31" y="31"/>
                    <a:pt x="31" y="31"/>
                  </a:cubicBezTo>
                  <a:lnTo>
                    <a:pt x="31" y="76"/>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5" name="Freeform 29"/>
            <p:cNvSpPr>
              <a:spLocks/>
            </p:cNvSpPr>
            <p:nvPr/>
          </p:nvSpPr>
          <p:spPr bwMode="auto">
            <a:xfrm>
              <a:off x="977900"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8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3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8"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3"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2" y="30"/>
                    <a:pt x="45"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5" y="175"/>
                    <a:pt x="96" y="179"/>
                  </a:cubicBezTo>
                  <a:cubicBezTo>
                    <a:pt x="87" y="183"/>
                    <a:pt x="76" y="186"/>
                    <a:pt x="63"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6" name="Rectangle 30"/>
            <p:cNvSpPr>
              <a:spLocks noChangeArrowheads="1"/>
            </p:cNvSpPr>
            <p:nvPr/>
          </p:nvSpPr>
          <p:spPr bwMode="auto">
            <a:xfrm>
              <a:off x="1090612"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7" name="Freeform 31"/>
            <p:cNvSpPr>
              <a:spLocks/>
            </p:cNvSpPr>
            <p:nvPr/>
          </p:nvSpPr>
          <p:spPr bwMode="auto">
            <a:xfrm>
              <a:off x="1128712"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7 w 58"/>
                <a:gd name="T13" fmla="*/ 15 h 87"/>
                <a:gd name="T14" fmla="*/ 37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7" y="15"/>
                  </a:lnTo>
                  <a:lnTo>
                    <a:pt x="37" y="87"/>
                  </a:lnTo>
                  <a:lnTo>
                    <a:pt x="22"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8" name="Freeform 32"/>
            <p:cNvSpPr>
              <a:spLocks/>
            </p:cNvSpPr>
            <p:nvPr/>
          </p:nvSpPr>
          <p:spPr bwMode="auto">
            <a:xfrm>
              <a:off x="1223962" y="17462"/>
              <a:ext cx="107950" cy="138113"/>
            </a:xfrm>
            <a:custGeom>
              <a:avLst/>
              <a:gdLst>
                <a:gd name="T0" fmla="*/ 27 w 68"/>
                <a:gd name="T1" fmla="*/ 87 h 87"/>
                <a:gd name="T2" fmla="*/ 27 w 68"/>
                <a:gd name="T3" fmla="*/ 51 h 87"/>
                <a:gd name="T4" fmla="*/ 0 w 68"/>
                <a:gd name="T5" fmla="*/ 0 h 87"/>
                <a:gd name="T6" fmla="*/ 17 w 68"/>
                <a:gd name="T7" fmla="*/ 0 h 87"/>
                <a:gd name="T8" fmla="*/ 35 w 68"/>
                <a:gd name="T9" fmla="*/ 35 h 87"/>
                <a:gd name="T10" fmla="*/ 52 w 68"/>
                <a:gd name="T11" fmla="*/ 0 h 87"/>
                <a:gd name="T12" fmla="*/ 68 w 68"/>
                <a:gd name="T13" fmla="*/ 0 h 87"/>
                <a:gd name="T14" fmla="*/ 41 w 68"/>
                <a:gd name="T15" fmla="*/ 51 h 87"/>
                <a:gd name="T16" fmla="*/ 41 w 68"/>
                <a:gd name="T17" fmla="*/ 87 h 87"/>
                <a:gd name="T18" fmla="*/ 27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7" y="87"/>
                  </a:moveTo>
                  <a:lnTo>
                    <a:pt x="27" y="51"/>
                  </a:lnTo>
                  <a:lnTo>
                    <a:pt x="0" y="0"/>
                  </a:lnTo>
                  <a:lnTo>
                    <a:pt x="17" y="0"/>
                  </a:lnTo>
                  <a:lnTo>
                    <a:pt x="35" y="35"/>
                  </a:lnTo>
                  <a:lnTo>
                    <a:pt x="52" y="0"/>
                  </a:lnTo>
                  <a:lnTo>
                    <a:pt x="68" y="0"/>
                  </a:lnTo>
                  <a:lnTo>
                    <a:pt x="41" y="51"/>
                  </a:lnTo>
                  <a:lnTo>
                    <a:pt x="41" y="87"/>
                  </a:lnTo>
                  <a:lnTo>
                    <a:pt x="27"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99" name="Freeform 33"/>
            <p:cNvSpPr>
              <a:spLocks noEditPoints="1"/>
            </p:cNvSpPr>
            <p:nvPr/>
          </p:nvSpPr>
          <p:spPr bwMode="auto">
            <a:xfrm>
              <a:off x="1382712" y="15875"/>
              <a:ext cx="111125" cy="142875"/>
            </a:xfrm>
            <a:custGeom>
              <a:avLst/>
              <a:gdLst>
                <a:gd name="T0" fmla="*/ 0 w 147"/>
                <a:gd name="T1" fmla="*/ 94 h 186"/>
                <a:gd name="T2" fmla="*/ 6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3 w 147"/>
                <a:gd name="T27" fmla="*/ 155 h 186"/>
                <a:gd name="T28" fmla="*/ 104 w 147"/>
                <a:gd name="T29" fmla="*/ 139 h 186"/>
                <a:gd name="T30" fmla="*/ 115 w 147"/>
                <a:gd name="T31" fmla="*/ 92 h 186"/>
                <a:gd name="T32" fmla="*/ 104 w 147"/>
                <a:gd name="T33" fmla="*/ 46 h 186"/>
                <a:gd name="T34" fmla="*/ 73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6"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3" y="155"/>
                  </a:cubicBezTo>
                  <a:cubicBezTo>
                    <a:pt x="86" y="155"/>
                    <a:pt x="96" y="149"/>
                    <a:pt x="104" y="139"/>
                  </a:cubicBezTo>
                  <a:cubicBezTo>
                    <a:pt x="112" y="129"/>
                    <a:pt x="115" y="113"/>
                    <a:pt x="115" y="92"/>
                  </a:cubicBezTo>
                  <a:cubicBezTo>
                    <a:pt x="115" y="72"/>
                    <a:pt x="112" y="56"/>
                    <a:pt x="104" y="46"/>
                  </a:cubicBezTo>
                  <a:cubicBezTo>
                    <a:pt x="96" y="36"/>
                    <a:pt x="86" y="31"/>
                    <a:pt x="73"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0" name="Freeform 34"/>
            <p:cNvSpPr>
              <a:spLocks/>
            </p:cNvSpPr>
            <p:nvPr/>
          </p:nvSpPr>
          <p:spPr bwMode="auto">
            <a:xfrm>
              <a:off x="1512887" y="17462"/>
              <a:ext cx="79375" cy="138113"/>
            </a:xfrm>
            <a:custGeom>
              <a:avLst/>
              <a:gdLst>
                <a:gd name="T0" fmla="*/ 0 w 50"/>
                <a:gd name="T1" fmla="*/ 87 h 87"/>
                <a:gd name="T2" fmla="*/ 0 w 50"/>
                <a:gd name="T3" fmla="*/ 0 h 87"/>
                <a:gd name="T4" fmla="*/ 50 w 50"/>
                <a:gd name="T5" fmla="*/ 0 h 87"/>
                <a:gd name="T6" fmla="*/ 50 w 50"/>
                <a:gd name="T7" fmla="*/ 15 h 87"/>
                <a:gd name="T8" fmla="*/ 15 w 50"/>
                <a:gd name="T9" fmla="*/ 15 h 87"/>
                <a:gd name="T10" fmla="*/ 15 w 50"/>
                <a:gd name="T11" fmla="*/ 36 h 87"/>
                <a:gd name="T12" fmla="*/ 46 w 50"/>
                <a:gd name="T13" fmla="*/ 36 h 87"/>
                <a:gd name="T14" fmla="*/ 46 w 50"/>
                <a:gd name="T15" fmla="*/ 50 h 87"/>
                <a:gd name="T16" fmla="*/ 15 w 50"/>
                <a:gd name="T17" fmla="*/ 50 h 87"/>
                <a:gd name="T18" fmla="*/ 15 w 50"/>
                <a:gd name="T19" fmla="*/ 87 h 87"/>
                <a:gd name="T20" fmla="*/ 0 w 50"/>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0" h="87">
                  <a:moveTo>
                    <a:pt x="0" y="87"/>
                  </a:moveTo>
                  <a:lnTo>
                    <a:pt x="0" y="0"/>
                  </a:lnTo>
                  <a:lnTo>
                    <a:pt x="50" y="0"/>
                  </a:lnTo>
                  <a:lnTo>
                    <a:pt x="50" y="15"/>
                  </a:lnTo>
                  <a:lnTo>
                    <a:pt x="15" y="15"/>
                  </a:lnTo>
                  <a:lnTo>
                    <a:pt x="15" y="36"/>
                  </a:lnTo>
                  <a:lnTo>
                    <a:pt x="46" y="36"/>
                  </a:lnTo>
                  <a:lnTo>
                    <a:pt x="46" y="50"/>
                  </a:lnTo>
                  <a:lnTo>
                    <a:pt x="15" y="50"/>
                  </a:lnTo>
                  <a:lnTo>
                    <a:pt x="15"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1" name="Freeform 35"/>
            <p:cNvSpPr>
              <a:spLocks/>
            </p:cNvSpPr>
            <p:nvPr/>
          </p:nvSpPr>
          <p:spPr bwMode="auto">
            <a:xfrm>
              <a:off x="1652587" y="15875"/>
              <a:ext cx="93663" cy="142875"/>
            </a:xfrm>
            <a:custGeom>
              <a:avLst/>
              <a:gdLst>
                <a:gd name="T0" fmla="*/ 0 w 124"/>
                <a:gd name="T1" fmla="*/ 124 h 186"/>
                <a:gd name="T2" fmla="*/ 30 w 124"/>
                <a:gd name="T3" fmla="*/ 121 h 186"/>
                <a:gd name="T4" fmla="*/ 41 w 124"/>
                <a:gd name="T5" fmla="*/ 147 h 186"/>
                <a:gd name="T6" fmla="*/ 63 w 124"/>
                <a:gd name="T7" fmla="*/ 155 h 186"/>
                <a:gd name="T8" fmla="*/ 85 w 124"/>
                <a:gd name="T9" fmla="*/ 148 h 186"/>
                <a:gd name="T10" fmla="*/ 93 w 124"/>
                <a:gd name="T11" fmla="*/ 130 h 186"/>
                <a:gd name="T12" fmla="*/ 90 w 124"/>
                <a:gd name="T13" fmla="*/ 120 h 186"/>
                <a:gd name="T14" fmla="*/ 79 w 124"/>
                <a:gd name="T15" fmla="*/ 112 h 186"/>
                <a:gd name="T16" fmla="*/ 54 w 124"/>
                <a:gd name="T17" fmla="*/ 104 h 186"/>
                <a:gd name="T18" fmla="*/ 19 w 124"/>
                <a:gd name="T19" fmla="*/ 86 h 186"/>
                <a:gd name="T20" fmla="*/ 5 w 124"/>
                <a:gd name="T21" fmla="*/ 50 h 186"/>
                <a:gd name="T22" fmla="*/ 12 w 124"/>
                <a:gd name="T23" fmla="*/ 25 h 186"/>
                <a:gd name="T24" fmla="*/ 31 w 124"/>
                <a:gd name="T25" fmla="*/ 6 h 186"/>
                <a:gd name="T26" fmla="*/ 61 w 124"/>
                <a:gd name="T27" fmla="*/ 0 h 186"/>
                <a:gd name="T28" fmla="*/ 104 w 124"/>
                <a:gd name="T29" fmla="*/ 15 h 186"/>
                <a:gd name="T30" fmla="*/ 119 w 124"/>
                <a:gd name="T31" fmla="*/ 54 h 186"/>
                <a:gd name="T32" fmla="*/ 88 w 124"/>
                <a:gd name="T33" fmla="*/ 56 h 186"/>
                <a:gd name="T34" fmla="*/ 80 w 124"/>
                <a:gd name="T35" fmla="*/ 36 h 186"/>
                <a:gd name="T36" fmla="*/ 60 w 124"/>
                <a:gd name="T37" fmla="*/ 30 h 186"/>
                <a:gd name="T38" fmla="*/ 39 w 124"/>
                <a:gd name="T39" fmla="*/ 37 h 186"/>
                <a:gd name="T40" fmla="*/ 35 w 124"/>
                <a:gd name="T41" fmla="*/ 48 h 186"/>
                <a:gd name="T42" fmla="*/ 39 w 124"/>
                <a:gd name="T43" fmla="*/ 59 h 186"/>
                <a:gd name="T44" fmla="*/ 67 w 124"/>
                <a:gd name="T45" fmla="*/ 71 h 186"/>
                <a:gd name="T46" fmla="*/ 101 w 124"/>
                <a:gd name="T47" fmla="*/ 83 h 186"/>
                <a:gd name="T48" fmla="*/ 117 w 124"/>
                <a:gd name="T49" fmla="*/ 102 h 186"/>
                <a:gd name="T50" fmla="*/ 124 w 124"/>
                <a:gd name="T51" fmla="*/ 130 h 186"/>
                <a:gd name="T52" fmla="*/ 116 w 124"/>
                <a:gd name="T53" fmla="*/ 159 h 186"/>
                <a:gd name="T54" fmla="*/ 96 w 124"/>
                <a:gd name="T55" fmla="*/ 179 h 186"/>
                <a:gd name="T56" fmla="*/ 62 w 124"/>
                <a:gd name="T57" fmla="*/ 186 h 186"/>
                <a:gd name="T58" fmla="*/ 18 w 124"/>
                <a:gd name="T59" fmla="*/ 170 h 186"/>
                <a:gd name="T60" fmla="*/ 0 w 124"/>
                <a:gd name="T61" fmla="*/ 124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124" h="186">
                  <a:moveTo>
                    <a:pt x="0" y="124"/>
                  </a:moveTo>
                  <a:cubicBezTo>
                    <a:pt x="30" y="121"/>
                    <a:pt x="30" y="121"/>
                    <a:pt x="30" y="121"/>
                  </a:cubicBezTo>
                  <a:cubicBezTo>
                    <a:pt x="31" y="133"/>
                    <a:pt x="35" y="141"/>
                    <a:pt x="41" y="147"/>
                  </a:cubicBezTo>
                  <a:cubicBezTo>
                    <a:pt x="46" y="152"/>
                    <a:pt x="53" y="155"/>
                    <a:pt x="63" y="155"/>
                  </a:cubicBezTo>
                  <a:cubicBezTo>
                    <a:pt x="73" y="155"/>
                    <a:pt x="80" y="153"/>
                    <a:pt x="85" y="148"/>
                  </a:cubicBezTo>
                  <a:cubicBezTo>
                    <a:pt x="90" y="143"/>
                    <a:pt x="93" y="137"/>
                    <a:pt x="93" y="130"/>
                  </a:cubicBezTo>
                  <a:cubicBezTo>
                    <a:pt x="93" y="126"/>
                    <a:pt x="92" y="123"/>
                    <a:pt x="90" y="120"/>
                  </a:cubicBezTo>
                  <a:cubicBezTo>
                    <a:pt x="87" y="117"/>
                    <a:pt x="84" y="114"/>
                    <a:pt x="79" y="112"/>
                  </a:cubicBezTo>
                  <a:cubicBezTo>
                    <a:pt x="75" y="110"/>
                    <a:pt x="67" y="108"/>
                    <a:pt x="54" y="104"/>
                  </a:cubicBezTo>
                  <a:cubicBezTo>
                    <a:pt x="37" y="99"/>
                    <a:pt x="26" y="93"/>
                    <a:pt x="19" y="86"/>
                  </a:cubicBezTo>
                  <a:cubicBezTo>
                    <a:pt x="10" y="76"/>
                    <a:pt x="5" y="64"/>
                    <a:pt x="5" y="50"/>
                  </a:cubicBezTo>
                  <a:cubicBezTo>
                    <a:pt x="5" y="41"/>
                    <a:pt x="7" y="33"/>
                    <a:pt x="12" y="25"/>
                  </a:cubicBezTo>
                  <a:cubicBezTo>
                    <a:pt x="16" y="17"/>
                    <a:pt x="22" y="11"/>
                    <a:pt x="31" y="6"/>
                  </a:cubicBezTo>
                  <a:cubicBezTo>
                    <a:pt x="39" y="2"/>
                    <a:pt x="49" y="0"/>
                    <a:pt x="61" y="0"/>
                  </a:cubicBezTo>
                  <a:cubicBezTo>
                    <a:pt x="80" y="0"/>
                    <a:pt x="94" y="5"/>
                    <a:pt x="104" y="15"/>
                  </a:cubicBezTo>
                  <a:cubicBezTo>
                    <a:pt x="114" y="25"/>
                    <a:pt x="119" y="38"/>
                    <a:pt x="119" y="54"/>
                  </a:cubicBezTo>
                  <a:cubicBezTo>
                    <a:pt x="88" y="56"/>
                    <a:pt x="88" y="56"/>
                    <a:pt x="88" y="56"/>
                  </a:cubicBezTo>
                  <a:cubicBezTo>
                    <a:pt x="87" y="47"/>
                    <a:pt x="84" y="40"/>
                    <a:pt x="80" y="36"/>
                  </a:cubicBezTo>
                  <a:cubicBezTo>
                    <a:pt x="76" y="32"/>
                    <a:pt x="69" y="30"/>
                    <a:pt x="60" y="30"/>
                  </a:cubicBezTo>
                  <a:cubicBezTo>
                    <a:pt x="51" y="30"/>
                    <a:pt x="44" y="32"/>
                    <a:pt x="39" y="37"/>
                  </a:cubicBezTo>
                  <a:cubicBezTo>
                    <a:pt x="36" y="39"/>
                    <a:pt x="35" y="43"/>
                    <a:pt x="35" y="48"/>
                  </a:cubicBezTo>
                  <a:cubicBezTo>
                    <a:pt x="35" y="52"/>
                    <a:pt x="36" y="56"/>
                    <a:pt x="39" y="59"/>
                  </a:cubicBezTo>
                  <a:cubicBezTo>
                    <a:pt x="43" y="62"/>
                    <a:pt x="52" y="66"/>
                    <a:pt x="67" y="71"/>
                  </a:cubicBezTo>
                  <a:cubicBezTo>
                    <a:pt x="82" y="75"/>
                    <a:pt x="93" y="79"/>
                    <a:pt x="101" y="83"/>
                  </a:cubicBezTo>
                  <a:cubicBezTo>
                    <a:pt x="108" y="88"/>
                    <a:pt x="113" y="94"/>
                    <a:pt x="117" y="102"/>
                  </a:cubicBezTo>
                  <a:cubicBezTo>
                    <a:pt x="121" y="109"/>
                    <a:pt x="124" y="119"/>
                    <a:pt x="124" y="130"/>
                  </a:cubicBezTo>
                  <a:cubicBezTo>
                    <a:pt x="124" y="140"/>
                    <a:pt x="121" y="150"/>
                    <a:pt x="116" y="159"/>
                  </a:cubicBezTo>
                  <a:cubicBezTo>
                    <a:pt x="111" y="168"/>
                    <a:pt x="104" y="175"/>
                    <a:pt x="96" y="179"/>
                  </a:cubicBezTo>
                  <a:cubicBezTo>
                    <a:pt x="87" y="183"/>
                    <a:pt x="76" y="186"/>
                    <a:pt x="62" y="186"/>
                  </a:cubicBezTo>
                  <a:cubicBezTo>
                    <a:pt x="43" y="186"/>
                    <a:pt x="28" y="180"/>
                    <a:pt x="18" y="170"/>
                  </a:cubicBezTo>
                  <a:cubicBezTo>
                    <a:pt x="8" y="159"/>
                    <a:pt x="2" y="144"/>
                    <a:pt x="0" y="12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2" name="Freeform 36"/>
            <p:cNvSpPr>
              <a:spLocks/>
            </p:cNvSpPr>
            <p:nvPr/>
          </p:nvSpPr>
          <p:spPr bwMode="auto">
            <a:xfrm>
              <a:off x="17621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1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99" y="181"/>
                    <a:pt x="86" y="186"/>
                    <a:pt x="69" y="186"/>
                  </a:cubicBezTo>
                  <a:cubicBezTo>
                    <a:pt x="49" y="186"/>
                    <a:pt x="33" y="177"/>
                    <a:pt x="19" y="161"/>
                  </a:cubicBezTo>
                  <a:cubicBezTo>
                    <a:pt x="7"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1"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3" name="Rectangle 37"/>
            <p:cNvSpPr>
              <a:spLocks noChangeArrowheads="1"/>
            </p:cNvSpPr>
            <p:nvPr/>
          </p:nvSpPr>
          <p:spPr bwMode="auto">
            <a:xfrm>
              <a:off x="1882775" y="17462"/>
              <a:ext cx="23813" cy="138113"/>
            </a:xfrm>
            <a:prstGeom prst="rect">
              <a:avLst/>
            </a:pr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4" name="Freeform 38"/>
            <p:cNvSpPr>
              <a:spLocks/>
            </p:cNvSpPr>
            <p:nvPr/>
          </p:nvSpPr>
          <p:spPr bwMode="auto">
            <a:xfrm>
              <a:off x="19288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1 w 56"/>
                <a:gd name="T13" fmla="*/ 34 h 87"/>
                <a:gd name="T14" fmla="*/ 51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1" y="34"/>
                  </a:lnTo>
                  <a:lnTo>
                    <a:pt x="51"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5" name="Freeform 39"/>
            <p:cNvSpPr>
              <a:spLocks/>
            </p:cNvSpPr>
            <p:nvPr/>
          </p:nvSpPr>
          <p:spPr bwMode="auto">
            <a:xfrm>
              <a:off x="2036762" y="17462"/>
              <a:ext cx="92075" cy="138113"/>
            </a:xfrm>
            <a:custGeom>
              <a:avLst/>
              <a:gdLst>
                <a:gd name="T0" fmla="*/ 0 w 58"/>
                <a:gd name="T1" fmla="*/ 87 h 87"/>
                <a:gd name="T2" fmla="*/ 0 w 58"/>
                <a:gd name="T3" fmla="*/ 0 h 87"/>
                <a:gd name="T4" fmla="*/ 14 w 58"/>
                <a:gd name="T5" fmla="*/ 0 h 87"/>
                <a:gd name="T6" fmla="*/ 45 w 58"/>
                <a:gd name="T7" fmla="*/ 58 h 87"/>
                <a:gd name="T8" fmla="*/ 45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5" y="58"/>
                  </a:lnTo>
                  <a:lnTo>
                    <a:pt x="45"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6" name="Freeform 40"/>
            <p:cNvSpPr>
              <a:spLocks/>
            </p:cNvSpPr>
            <p:nvPr/>
          </p:nvSpPr>
          <p:spPr bwMode="auto">
            <a:xfrm>
              <a:off x="2149475" y="15875"/>
              <a:ext cx="101600" cy="142875"/>
            </a:xfrm>
            <a:custGeom>
              <a:avLst/>
              <a:gdLst>
                <a:gd name="T0" fmla="*/ 103 w 133"/>
                <a:gd name="T1" fmla="*/ 117 h 186"/>
                <a:gd name="T2" fmla="*/ 133 w 133"/>
                <a:gd name="T3" fmla="*/ 128 h 186"/>
                <a:gd name="T4" fmla="*/ 110 w 133"/>
                <a:gd name="T5" fmla="*/ 171 h 186"/>
                <a:gd name="T6" fmla="*/ 70 w 133"/>
                <a:gd name="T7" fmla="*/ 186 h 186"/>
                <a:gd name="T8" fmla="*/ 20 w 133"/>
                <a:gd name="T9" fmla="*/ 161 h 186"/>
                <a:gd name="T10" fmla="*/ 0 w 133"/>
                <a:gd name="T11" fmla="*/ 94 h 186"/>
                <a:gd name="T12" fmla="*/ 20 w 133"/>
                <a:gd name="T13" fmla="*/ 25 h 186"/>
                <a:gd name="T14" fmla="*/ 72 w 133"/>
                <a:gd name="T15" fmla="*/ 0 h 186"/>
                <a:gd name="T16" fmla="*/ 117 w 133"/>
                <a:gd name="T17" fmla="*/ 20 h 186"/>
                <a:gd name="T18" fmla="*/ 133 w 133"/>
                <a:gd name="T19" fmla="*/ 53 h 186"/>
                <a:gd name="T20" fmla="*/ 102 w 133"/>
                <a:gd name="T21" fmla="*/ 61 h 186"/>
                <a:gd name="T22" fmla="*/ 91 w 133"/>
                <a:gd name="T23" fmla="*/ 39 h 186"/>
                <a:gd name="T24" fmla="*/ 70 w 133"/>
                <a:gd name="T25" fmla="*/ 31 h 186"/>
                <a:gd name="T26" fmla="*/ 43 w 133"/>
                <a:gd name="T27" fmla="*/ 45 h 186"/>
                <a:gd name="T28" fmla="*/ 32 w 133"/>
                <a:gd name="T29" fmla="*/ 92 h 186"/>
                <a:gd name="T30" fmla="*/ 42 w 133"/>
                <a:gd name="T31" fmla="*/ 140 h 186"/>
                <a:gd name="T32" fmla="*/ 70 w 133"/>
                <a:gd name="T33" fmla="*/ 155 h 186"/>
                <a:gd name="T34" fmla="*/ 91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1" y="162"/>
                    <a:pt x="110" y="171"/>
                  </a:cubicBezTo>
                  <a:cubicBezTo>
                    <a:pt x="100" y="181"/>
                    <a:pt x="86" y="186"/>
                    <a:pt x="70" y="186"/>
                  </a:cubicBezTo>
                  <a:cubicBezTo>
                    <a:pt x="50" y="186"/>
                    <a:pt x="33" y="177"/>
                    <a:pt x="20" y="161"/>
                  </a:cubicBezTo>
                  <a:cubicBezTo>
                    <a:pt x="7" y="145"/>
                    <a:pt x="0" y="123"/>
                    <a:pt x="0" y="94"/>
                  </a:cubicBezTo>
                  <a:cubicBezTo>
                    <a:pt x="0" y="65"/>
                    <a:pt x="7" y="41"/>
                    <a:pt x="20" y="25"/>
                  </a:cubicBezTo>
                  <a:cubicBezTo>
                    <a:pt x="33" y="8"/>
                    <a:pt x="50" y="0"/>
                    <a:pt x="72" y="0"/>
                  </a:cubicBezTo>
                  <a:cubicBezTo>
                    <a:pt x="90" y="0"/>
                    <a:pt x="105" y="7"/>
                    <a:pt x="117" y="20"/>
                  </a:cubicBezTo>
                  <a:cubicBezTo>
                    <a:pt x="124" y="27"/>
                    <a:pt x="129" y="38"/>
                    <a:pt x="133" y="53"/>
                  </a:cubicBezTo>
                  <a:cubicBezTo>
                    <a:pt x="102" y="61"/>
                    <a:pt x="102" y="61"/>
                    <a:pt x="102" y="61"/>
                  </a:cubicBezTo>
                  <a:cubicBezTo>
                    <a:pt x="100" y="52"/>
                    <a:pt x="97" y="44"/>
                    <a:pt x="91" y="39"/>
                  </a:cubicBezTo>
                  <a:cubicBezTo>
                    <a:pt x="85" y="34"/>
                    <a:pt x="78" y="31"/>
                    <a:pt x="70" y="31"/>
                  </a:cubicBezTo>
                  <a:cubicBezTo>
                    <a:pt x="59" y="31"/>
                    <a:pt x="50" y="36"/>
                    <a:pt x="43" y="45"/>
                  </a:cubicBezTo>
                  <a:cubicBezTo>
                    <a:pt x="36" y="55"/>
                    <a:pt x="32" y="70"/>
                    <a:pt x="32" y="92"/>
                  </a:cubicBezTo>
                  <a:cubicBezTo>
                    <a:pt x="32" y="114"/>
                    <a:pt x="36" y="130"/>
                    <a:pt x="42" y="140"/>
                  </a:cubicBezTo>
                  <a:cubicBezTo>
                    <a:pt x="49" y="150"/>
                    <a:pt x="58" y="155"/>
                    <a:pt x="70" y="155"/>
                  </a:cubicBezTo>
                  <a:cubicBezTo>
                    <a:pt x="78" y="155"/>
                    <a:pt x="85" y="151"/>
                    <a:pt x="91" y="145"/>
                  </a:cubicBezTo>
                  <a:cubicBezTo>
                    <a:pt x="97" y="139"/>
                    <a:pt x="101"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7" name="Freeform 41"/>
            <p:cNvSpPr>
              <a:spLocks/>
            </p:cNvSpPr>
            <p:nvPr/>
          </p:nvSpPr>
          <p:spPr bwMode="auto">
            <a:xfrm>
              <a:off x="2271712" y="17462"/>
              <a:ext cx="88900" cy="138113"/>
            </a:xfrm>
            <a:custGeom>
              <a:avLst/>
              <a:gdLst>
                <a:gd name="T0" fmla="*/ 0 w 56"/>
                <a:gd name="T1" fmla="*/ 87 h 87"/>
                <a:gd name="T2" fmla="*/ 0 w 56"/>
                <a:gd name="T3" fmla="*/ 0 h 87"/>
                <a:gd name="T4" fmla="*/ 54 w 56"/>
                <a:gd name="T5" fmla="*/ 0 h 87"/>
                <a:gd name="T6" fmla="*/ 54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4" y="0"/>
                  </a:lnTo>
                  <a:lnTo>
                    <a:pt x="54"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8" name="Freeform 42"/>
            <p:cNvSpPr>
              <a:spLocks noEditPoints="1"/>
            </p:cNvSpPr>
            <p:nvPr/>
          </p:nvSpPr>
          <p:spPr bwMode="auto">
            <a:xfrm>
              <a:off x="2420937" y="15875"/>
              <a:ext cx="106363" cy="142875"/>
            </a:xfrm>
            <a:custGeom>
              <a:avLst/>
              <a:gdLst>
                <a:gd name="T0" fmla="*/ 141 w 141"/>
                <a:gd name="T1" fmla="*/ 161 h 187"/>
                <a:gd name="T2" fmla="*/ 124 w 141"/>
                <a:gd name="T3" fmla="*/ 187 h 187"/>
                <a:gd name="T4" fmla="*/ 99 w 141"/>
                <a:gd name="T5" fmla="*/ 167 h 187"/>
                <a:gd name="T6" fmla="*/ 79 w 141"/>
                <a:gd name="T7" fmla="*/ 181 h 187"/>
                <a:gd name="T8" fmla="*/ 54 w 141"/>
                <a:gd name="T9" fmla="*/ 186 h 187"/>
                <a:gd name="T10" fmla="*/ 12 w 141"/>
                <a:gd name="T11" fmla="*/ 167 h 187"/>
                <a:gd name="T12" fmla="*/ 0 w 141"/>
                <a:gd name="T13" fmla="*/ 133 h 187"/>
                <a:gd name="T14" fmla="*/ 9 w 141"/>
                <a:gd name="T15" fmla="*/ 102 h 187"/>
                <a:gd name="T16" fmla="*/ 35 w 141"/>
                <a:gd name="T17" fmla="*/ 78 h 187"/>
                <a:gd name="T18" fmla="*/ 24 w 141"/>
                <a:gd name="T19" fmla="*/ 58 h 187"/>
                <a:gd name="T20" fmla="*/ 20 w 141"/>
                <a:gd name="T21" fmla="*/ 39 h 187"/>
                <a:gd name="T22" fmla="*/ 31 w 141"/>
                <a:gd name="T23" fmla="*/ 12 h 187"/>
                <a:gd name="T24" fmla="*/ 62 w 141"/>
                <a:gd name="T25" fmla="*/ 0 h 187"/>
                <a:gd name="T26" fmla="*/ 93 w 141"/>
                <a:gd name="T27" fmla="*/ 12 h 187"/>
                <a:gd name="T28" fmla="*/ 104 w 141"/>
                <a:gd name="T29" fmla="*/ 41 h 187"/>
                <a:gd name="T30" fmla="*/ 99 w 141"/>
                <a:gd name="T31" fmla="*/ 62 h 187"/>
                <a:gd name="T32" fmla="*/ 76 w 141"/>
                <a:gd name="T33" fmla="*/ 84 h 187"/>
                <a:gd name="T34" fmla="*/ 98 w 141"/>
                <a:gd name="T35" fmla="*/ 117 h 187"/>
                <a:gd name="T36" fmla="*/ 104 w 141"/>
                <a:gd name="T37" fmla="*/ 96 h 187"/>
                <a:gd name="T38" fmla="*/ 130 w 141"/>
                <a:gd name="T39" fmla="*/ 103 h 187"/>
                <a:gd name="T40" fmla="*/ 124 w 141"/>
                <a:gd name="T41" fmla="*/ 127 h 187"/>
                <a:gd name="T42" fmla="*/ 117 w 141"/>
                <a:gd name="T43" fmla="*/ 140 h 187"/>
                <a:gd name="T44" fmla="*/ 130 w 141"/>
                <a:gd name="T45" fmla="*/ 152 h 187"/>
                <a:gd name="T46" fmla="*/ 141 w 141"/>
                <a:gd name="T47" fmla="*/ 161 h 187"/>
                <a:gd name="T48" fmla="*/ 50 w 141"/>
                <a:gd name="T49" fmla="*/ 100 h 187"/>
                <a:gd name="T50" fmla="*/ 35 w 141"/>
                <a:gd name="T51" fmla="*/ 115 h 187"/>
                <a:gd name="T52" fmla="*/ 30 w 141"/>
                <a:gd name="T53" fmla="*/ 132 h 187"/>
                <a:gd name="T54" fmla="*/ 37 w 141"/>
                <a:gd name="T55" fmla="*/ 150 h 187"/>
                <a:gd name="T56" fmla="*/ 53 w 141"/>
                <a:gd name="T57" fmla="*/ 157 h 187"/>
                <a:gd name="T58" fmla="*/ 66 w 141"/>
                <a:gd name="T59" fmla="*/ 154 h 187"/>
                <a:gd name="T60" fmla="*/ 80 w 141"/>
                <a:gd name="T61" fmla="*/ 144 h 187"/>
                <a:gd name="T62" fmla="*/ 50 w 141"/>
                <a:gd name="T63" fmla="*/ 100 h 187"/>
                <a:gd name="T64" fmla="*/ 62 w 141"/>
                <a:gd name="T65" fmla="*/ 63 h 187"/>
                <a:gd name="T66" fmla="*/ 70 w 141"/>
                <a:gd name="T67" fmla="*/ 56 h 187"/>
                <a:gd name="T68" fmla="*/ 78 w 141"/>
                <a:gd name="T69" fmla="*/ 40 h 187"/>
                <a:gd name="T70" fmla="*/ 74 w 141"/>
                <a:gd name="T71" fmla="*/ 29 h 187"/>
                <a:gd name="T72" fmla="*/ 63 w 141"/>
                <a:gd name="T73" fmla="*/ 24 h 187"/>
                <a:gd name="T74" fmla="*/ 52 w 141"/>
                <a:gd name="T75" fmla="*/ 28 h 187"/>
                <a:gd name="T76" fmla="*/ 48 w 141"/>
                <a:gd name="T77" fmla="*/ 38 h 187"/>
                <a:gd name="T78" fmla="*/ 55 w 141"/>
                <a:gd name="T79" fmla="*/ 53 h 187"/>
                <a:gd name="T80" fmla="*/ 62 w 141"/>
                <a:gd name="T81" fmla="*/ 63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141" h="187">
                  <a:moveTo>
                    <a:pt x="141" y="161"/>
                  </a:moveTo>
                  <a:cubicBezTo>
                    <a:pt x="124" y="187"/>
                    <a:pt x="124" y="187"/>
                    <a:pt x="124" y="187"/>
                  </a:cubicBezTo>
                  <a:cubicBezTo>
                    <a:pt x="115" y="182"/>
                    <a:pt x="107" y="175"/>
                    <a:pt x="99" y="167"/>
                  </a:cubicBezTo>
                  <a:cubicBezTo>
                    <a:pt x="93" y="173"/>
                    <a:pt x="86" y="178"/>
                    <a:pt x="79" y="181"/>
                  </a:cubicBezTo>
                  <a:cubicBezTo>
                    <a:pt x="72" y="184"/>
                    <a:pt x="64" y="186"/>
                    <a:pt x="54" y="186"/>
                  </a:cubicBezTo>
                  <a:cubicBezTo>
                    <a:pt x="35" y="186"/>
                    <a:pt x="21" y="179"/>
                    <a:pt x="12" y="167"/>
                  </a:cubicBezTo>
                  <a:cubicBezTo>
                    <a:pt x="4" y="157"/>
                    <a:pt x="0" y="146"/>
                    <a:pt x="0" y="133"/>
                  </a:cubicBezTo>
                  <a:cubicBezTo>
                    <a:pt x="0" y="122"/>
                    <a:pt x="3" y="111"/>
                    <a:pt x="9" y="102"/>
                  </a:cubicBezTo>
                  <a:cubicBezTo>
                    <a:pt x="15" y="93"/>
                    <a:pt x="24" y="85"/>
                    <a:pt x="35" y="78"/>
                  </a:cubicBezTo>
                  <a:cubicBezTo>
                    <a:pt x="30" y="71"/>
                    <a:pt x="26" y="64"/>
                    <a:pt x="24" y="58"/>
                  </a:cubicBezTo>
                  <a:cubicBezTo>
                    <a:pt x="21" y="51"/>
                    <a:pt x="20" y="45"/>
                    <a:pt x="20" y="39"/>
                  </a:cubicBezTo>
                  <a:cubicBezTo>
                    <a:pt x="20" y="28"/>
                    <a:pt x="23" y="19"/>
                    <a:pt x="31" y="12"/>
                  </a:cubicBezTo>
                  <a:cubicBezTo>
                    <a:pt x="38" y="4"/>
                    <a:pt x="49" y="0"/>
                    <a:pt x="62" y="0"/>
                  </a:cubicBezTo>
                  <a:cubicBezTo>
                    <a:pt x="75" y="0"/>
                    <a:pt x="86" y="4"/>
                    <a:pt x="93" y="12"/>
                  </a:cubicBezTo>
                  <a:cubicBezTo>
                    <a:pt x="100" y="20"/>
                    <a:pt x="104" y="30"/>
                    <a:pt x="104" y="41"/>
                  </a:cubicBezTo>
                  <a:cubicBezTo>
                    <a:pt x="104" y="48"/>
                    <a:pt x="102" y="55"/>
                    <a:pt x="99" y="62"/>
                  </a:cubicBezTo>
                  <a:cubicBezTo>
                    <a:pt x="95" y="68"/>
                    <a:pt x="88" y="76"/>
                    <a:pt x="76" y="84"/>
                  </a:cubicBezTo>
                  <a:cubicBezTo>
                    <a:pt x="98" y="117"/>
                    <a:pt x="98" y="117"/>
                    <a:pt x="98" y="117"/>
                  </a:cubicBezTo>
                  <a:cubicBezTo>
                    <a:pt x="100" y="111"/>
                    <a:pt x="102" y="105"/>
                    <a:pt x="104" y="96"/>
                  </a:cubicBezTo>
                  <a:cubicBezTo>
                    <a:pt x="130" y="103"/>
                    <a:pt x="130" y="103"/>
                    <a:pt x="130" y="103"/>
                  </a:cubicBezTo>
                  <a:cubicBezTo>
                    <a:pt x="128" y="114"/>
                    <a:pt x="125" y="122"/>
                    <a:pt x="124" y="127"/>
                  </a:cubicBezTo>
                  <a:cubicBezTo>
                    <a:pt x="122" y="133"/>
                    <a:pt x="120" y="137"/>
                    <a:pt x="117" y="140"/>
                  </a:cubicBezTo>
                  <a:cubicBezTo>
                    <a:pt x="121" y="144"/>
                    <a:pt x="125" y="148"/>
                    <a:pt x="130" y="152"/>
                  </a:cubicBezTo>
                  <a:cubicBezTo>
                    <a:pt x="135" y="156"/>
                    <a:pt x="139" y="159"/>
                    <a:pt x="141" y="161"/>
                  </a:cubicBezTo>
                  <a:close/>
                  <a:moveTo>
                    <a:pt x="50" y="100"/>
                  </a:moveTo>
                  <a:cubicBezTo>
                    <a:pt x="44" y="104"/>
                    <a:pt x="39" y="109"/>
                    <a:pt x="35" y="115"/>
                  </a:cubicBezTo>
                  <a:cubicBezTo>
                    <a:pt x="32" y="120"/>
                    <a:pt x="30" y="126"/>
                    <a:pt x="30" y="132"/>
                  </a:cubicBezTo>
                  <a:cubicBezTo>
                    <a:pt x="30" y="140"/>
                    <a:pt x="32" y="146"/>
                    <a:pt x="37" y="150"/>
                  </a:cubicBezTo>
                  <a:cubicBezTo>
                    <a:pt x="41" y="155"/>
                    <a:pt x="46" y="157"/>
                    <a:pt x="53" y="157"/>
                  </a:cubicBezTo>
                  <a:cubicBezTo>
                    <a:pt x="58" y="157"/>
                    <a:pt x="62" y="156"/>
                    <a:pt x="66" y="154"/>
                  </a:cubicBezTo>
                  <a:cubicBezTo>
                    <a:pt x="71" y="152"/>
                    <a:pt x="75" y="148"/>
                    <a:pt x="80" y="144"/>
                  </a:cubicBezTo>
                  <a:lnTo>
                    <a:pt x="50" y="100"/>
                  </a:lnTo>
                  <a:close/>
                  <a:moveTo>
                    <a:pt x="62" y="63"/>
                  </a:moveTo>
                  <a:cubicBezTo>
                    <a:pt x="70" y="56"/>
                    <a:pt x="70" y="56"/>
                    <a:pt x="70" y="56"/>
                  </a:cubicBezTo>
                  <a:cubicBezTo>
                    <a:pt x="76" y="51"/>
                    <a:pt x="78" y="45"/>
                    <a:pt x="78" y="40"/>
                  </a:cubicBezTo>
                  <a:cubicBezTo>
                    <a:pt x="78" y="36"/>
                    <a:pt x="77" y="32"/>
                    <a:pt x="74" y="29"/>
                  </a:cubicBezTo>
                  <a:cubicBezTo>
                    <a:pt x="71" y="26"/>
                    <a:pt x="68" y="24"/>
                    <a:pt x="63" y="24"/>
                  </a:cubicBezTo>
                  <a:cubicBezTo>
                    <a:pt x="58" y="24"/>
                    <a:pt x="55" y="26"/>
                    <a:pt x="52" y="28"/>
                  </a:cubicBezTo>
                  <a:cubicBezTo>
                    <a:pt x="49" y="31"/>
                    <a:pt x="48" y="34"/>
                    <a:pt x="48" y="38"/>
                  </a:cubicBezTo>
                  <a:cubicBezTo>
                    <a:pt x="48" y="42"/>
                    <a:pt x="50" y="47"/>
                    <a:pt x="55" y="53"/>
                  </a:cubicBezTo>
                  <a:lnTo>
                    <a:pt x="62" y="63"/>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09" name="Freeform 43"/>
            <p:cNvSpPr>
              <a:spLocks/>
            </p:cNvSpPr>
            <p:nvPr/>
          </p:nvSpPr>
          <p:spPr bwMode="auto">
            <a:xfrm>
              <a:off x="2579687" y="17462"/>
              <a:ext cx="92075" cy="138113"/>
            </a:xfrm>
            <a:custGeom>
              <a:avLst/>
              <a:gdLst>
                <a:gd name="T0" fmla="*/ 22 w 58"/>
                <a:gd name="T1" fmla="*/ 87 h 87"/>
                <a:gd name="T2" fmla="*/ 22 w 58"/>
                <a:gd name="T3" fmla="*/ 15 h 87"/>
                <a:gd name="T4" fmla="*/ 0 w 58"/>
                <a:gd name="T5" fmla="*/ 15 h 87"/>
                <a:gd name="T6" fmla="*/ 0 w 58"/>
                <a:gd name="T7" fmla="*/ 0 h 87"/>
                <a:gd name="T8" fmla="*/ 58 w 58"/>
                <a:gd name="T9" fmla="*/ 0 h 87"/>
                <a:gd name="T10" fmla="*/ 58 w 58"/>
                <a:gd name="T11" fmla="*/ 15 h 87"/>
                <a:gd name="T12" fmla="*/ 36 w 58"/>
                <a:gd name="T13" fmla="*/ 15 h 87"/>
                <a:gd name="T14" fmla="*/ 36 w 58"/>
                <a:gd name="T15" fmla="*/ 87 h 87"/>
                <a:gd name="T16" fmla="*/ 22 w 58"/>
                <a:gd name="T17"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8" h="87">
                  <a:moveTo>
                    <a:pt x="22" y="87"/>
                  </a:moveTo>
                  <a:lnTo>
                    <a:pt x="22" y="15"/>
                  </a:lnTo>
                  <a:lnTo>
                    <a:pt x="0" y="15"/>
                  </a:lnTo>
                  <a:lnTo>
                    <a:pt x="0" y="0"/>
                  </a:lnTo>
                  <a:lnTo>
                    <a:pt x="58" y="0"/>
                  </a:lnTo>
                  <a:lnTo>
                    <a:pt x="58" y="15"/>
                  </a:lnTo>
                  <a:lnTo>
                    <a:pt x="36" y="15"/>
                  </a:lnTo>
                  <a:lnTo>
                    <a:pt x="36" y="87"/>
                  </a:lnTo>
                  <a:lnTo>
                    <a:pt x="22"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0" name="Freeform 44"/>
            <p:cNvSpPr>
              <a:spLocks/>
            </p:cNvSpPr>
            <p:nvPr/>
          </p:nvSpPr>
          <p:spPr bwMode="auto">
            <a:xfrm>
              <a:off x="2686050" y="17462"/>
              <a:ext cx="88900" cy="138113"/>
            </a:xfrm>
            <a:custGeom>
              <a:avLst/>
              <a:gdLst>
                <a:gd name="T0" fmla="*/ 0 w 56"/>
                <a:gd name="T1" fmla="*/ 87 h 87"/>
                <a:gd name="T2" fmla="*/ 0 w 56"/>
                <a:gd name="T3" fmla="*/ 0 h 87"/>
                <a:gd name="T4" fmla="*/ 55 w 56"/>
                <a:gd name="T5" fmla="*/ 0 h 87"/>
                <a:gd name="T6" fmla="*/ 55 w 56"/>
                <a:gd name="T7" fmla="*/ 15 h 87"/>
                <a:gd name="T8" fmla="*/ 15 w 56"/>
                <a:gd name="T9" fmla="*/ 15 h 87"/>
                <a:gd name="T10" fmla="*/ 15 w 56"/>
                <a:gd name="T11" fmla="*/ 34 h 87"/>
                <a:gd name="T12" fmla="*/ 52 w 56"/>
                <a:gd name="T13" fmla="*/ 34 h 87"/>
                <a:gd name="T14" fmla="*/ 52 w 56"/>
                <a:gd name="T15" fmla="*/ 49 h 87"/>
                <a:gd name="T16" fmla="*/ 15 w 56"/>
                <a:gd name="T17" fmla="*/ 49 h 87"/>
                <a:gd name="T18" fmla="*/ 15 w 56"/>
                <a:gd name="T19" fmla="*/ 72 h 87"/>
                <a:gd name="T20" fmla="*/ 56 w 56"/>
                <a:gd name="T21" fmla="*/ 72 h 87"/>
                <a:gd name="T22" fmla="*/ 56 w 56"/>
                <a:gd name="T23" fmla="*/ 87 h 87"/>
                <a:gd name="T24" fmla="*/ 0 w 56"/>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6" h="87">
                  <a:moveTo>
                    <a:pt x="0" y="87"/>
                  </a:moveTo>
                  <a:lnTo>
                    <a:pt x="0" y="0"/>
                  </a:lnTo>
                  <a:lnTo>
                    <a:pt x="55" y="0"/>
                  </a:lnTo>
                  <a:lnTo>
                    <a:pt x="55" y="15"/>
                  </a:lnTo>
                  <a:lnTo>
                    <a:pt x="15" y="15"/>
                  </a:lnTo>
                  <a:lnTo>
                    <a:pt x="15" y="34"/>
                  </a:lnTo>
                  <a:lnTo>
                    <a:pt x="52" y="34"/>
                  </a:lnTo>
                  <a:lnTo>
                    <a:pt x="52" y="49"/>
                  </a:lnTo>
                  <a:lnTo>
                    <a:pt x="15" y="49"/>
                  </a:lnTo>
                  <a:lnTo>
                    <a:pt x="15" y="72"/>
                  </a:lnTo>
                  <a:lnTo>
                    <a:pt x="56" y="72"/>
                  </a:lnTo>
                  <a:lnTo>
                    <a:pt x="56"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1" name="Freeform 45"/>
            <p:cNvSpPr>
              <a:spLocks/>
            </p:cNvSpPr>
            <p:nvPr/>
          </p:nvSpPr>
          <p:spPr bwMode="auto">
            <a:xfrm>
              <a:off x="2790825" y="15875"/>
              <a:ext cx="101600" cy="142875"/>
            </a:xfrm>
            <a:custGeom>
              <a:avLst/>
              <a:gdLst>
                <a:gd name="T0" fmla="*/ 103 w 133"/>
                <a:gd name="T1" fmla="*/ 117 h 186"/>
                <a:gd name="T2" fmla="*/ 133 w 133"/>
                <a:gd name="T3" fmla="*/ 128 h 186"/>
                <a:gd name="T4" fmla="*/ 110 w 133"/>
                <a:gd name="T5" fmla="*/ 171 h 186"/>
                <a:gd name="T6" fmla="*/ 69 w 133"/>
                <a:gd name="T7" fmla="*/ 186 h 186"/>
                <a:gd name="T8" fmla="*/ 19 w 133"/>
                <a:gd name="T9" fmla="*/ 161 h 186"/>
                <a:gd name="T10" fmla="*/ 0 w 133"/>
                <a:gd name="T11" fmla="*/ 94 h 186"/>
                <a:gd name="T12" fmla="*/ 20 w 133"/>
                <a:gd name="T13" fmla="*/ 25 h 186"/>
                <a:gd name="T14" fmla="*/ 71 w 133"/>
                <a:gd name="T15" fmla="*/ 0 h 186"/>
                <a:gd name="T16" fmla="*/ 117 w 133"/>
                <a:gd name="T17" fmla="*/ 20 h 186"/>
                <a:gd name="T18" fmla="*/ 132 w 133"/>
                <a:gd name="T19" fmla="*/ 53 h 186"/>
                <a:gd name="T20" fmla="*/ 102 w 133"/>
                <a:gd name="T21" fmla="*/ 61 h 186"/>
                <a:gd name="T22" fmla="*/ 90 w 133"/>
                <a:gd name="T23" fmla="*/ 39 h 186"/>
                <a:gd name="T24" fmla="*/ 70 w 133"/>
                <a:gd name="T25" fmla="*/ 31 h 186"/>
                <a:gd name="T26" fmla="*/ 42 w 133"/>
                <a:gd name="T27" fmla="*/ 45 h 186"/>
                <a:gd name="T28" fmla="*/ 32 w 133"/>
                <a:gd name="T29" fmla="*/ 92 h 186"/>
                <a:gd name="T30" fmla="*/ 42 w 133"/>
                <a:gd name="T31" fmla="*/ 140 h 186"/>
                <a:gd name="T32" fmla="*/ 69 w 133"/>
                <a:gd name="T33" fmla="*/ 155 h 186"/>
                <a:gd name="T34" fmla="*/ 90 w 133"/>
                <a:gd name="T35" fmla="*/ 145 h 186"/>
                <a:gd name="T36" fmla="*/ 103 w 133"/>
                <a:gd name="T37"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33" h="186">
                  <a:moveTo>
                    <a:pt x="103" y="117"/>
                  </a:moveTo>
                  <a:cubicBezTo>
                    <a:pt x="133" y="128"/>
                    <a:pt x="133" y="128"/>
                    <a:pt x="133" y="128"/>
                  </a:cubicBezTo>
                  <a:cubicBezTo>
                    <a:pt x="128" y="147"/>
                    <a:pt x="120" y="162"/>
                    <a:pt x="110" y="171"/>
                  </a:cubicBezTo>
                  <a:cubicBezTo>
                    <a:pt x="99" y="181"/>
                    <a:pt x="86" y="186"/>
                    <a:pt x="69" y="186"/>
                  </a:cubicBezTo>
                  <a:cubicBezTo>
                    <a:pt x="49" y="186"/>
                    <a:pt x="32" y="177"/>
                    <a:pt x="19" y="161"/>
                  </a:cubicBezTo>
                  <a:cubicBezTo>
                    <a:pt x="6" y="145"/>
                    <a:pt x="0" y="123"/>
                    <a:pt x="0" y="94"/>
                  </a:cubicBezTo>
                  <a:cubicBezTo>
                    <a:pt x="0" y="65"/>
                    <a:pt x="7" y="41"/>
                    <a:pt x="20" y="25"/>
                  </a:cubicBezTo>
                  <a:cubicBezTo>
                    <a:pt x="33" y="8"/>
                    <a:pt x="50" y="0"/>
                    <a:pt x="71" y="0"/>
                  </a:cubicBezTo>
                  <a:cubicBezTo>
                    <a:pt x="90" y="0"/>
                    <a:pt x="105" y="7"/>
                    <a:pt x="117" y="20"/>
                  </a:cubicBezTo>
                  <a:cubicBezTo>
                    <a:pt x="124" y="27"/>
                    <a:pt x="129" y="38"/>
                    <a:pt x="132" y="53"/>
                  </a:cubicBezTo>
                  <a:cubicBezTo>
                    <a:pt x="102" y="61"/>
                    <a:pt x="102" y="61"/>
                    <a:pt x="102" y="61"/>
                  </a:cubicBezTo>
                  <a:cubicBezTo>
                    <a:pt x="100" y="52"/>
                    <a:pt x="96" y="44"/>
                    <a:pt x="90" y="39"/>
                  </a:cubicBezTo>
                  <a:cubicBezTo>
                    <a:pt x="85" y="34"/>
                    <a:pt x="78" y="31"/>
                    <a:pt x="70" y="31"/>
                  </a:cubicBezTo>
                  <a:cubicBezTo>
                    <a:pt x="58" y="31"/>
                    <a:pt x="49" y="36"/>
                    <a:pt x="42" y="45"/>
                  </a:cubicBezTo>
                  <a:cubicBezTo>
                    <a:pt x="35" y="55"/>
                    <a:pt x="32" y="70"/>
                    <a:pt x="32" y="92"/>
                  </a:cubicBezTo>
                  <a:cubicBezTo>
                    <a:pt x="32" y="114"/>
                    <a:pt x="35" y="130"/>
                    <a:pt x="42" y="140"/>
                  </a:cubicBezTo>
                  <a:cubicBezTo>
                    <a:pt x="49" y="150"/>
                    <a:pt x="58" y="155"/>
                    <a:pt x="69" y="155"/>
                  </a:cubicBezTo>
                  <a:cubicBezTo>
                    <a:pt x="77" y="155"/>
                    <a:pt x="84" y="151"/>
                    <a:pt x="90" y="145"/>
                  </a:cubicBezTo>
                  <a:cubicBezTo>
                    <a:pt x="96" y="139"/>
                    <a:pt x="100" y="130"/>
                    <a:pt x="103" y="117"/>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2" name="Freeform 46"/>
            <p:cNvSpPr>
              <a:spLocks/>
            </p:cNvSpPr>
            <p:nvPr/>
          </p:nvSpPr>
          <p:spPr bwMode="auto">
            <a:xfrm>
              <a:off x="2913062" y="17462"/>
              <a:ext cx="93663" cy="138113"/>
            </a:xfrm>
            <a:custGeom>
              <a:avLst/>
              <a:gdLst>
                <a:gd name="T0" fmla="*/ 0 w 59"/>
                <a:gd name="T1" fmla="*/ 87 h 87"/>
                <a:gd name="T2" fmla="*/ 0 w 59"/>
                <a:gd name="T3" fmla="*/ 0 h 87"/>
                <a:gd name="T4" fmla="*/ 15 w 59"/>
                <a:gd name="T5" fmla="*/ 0 h 87"/>
                <a:gd name="T6" fmla="*/ 15 w 59"/>
                <a:gd name="T7" fmla="*/ 35 h 87"/>
                <a:gd name="T8" fmla="*/ 44 w 59"/>
                <a:gd name="T9" fmla="*/ 35 h 87"/>
                <a:gd name="T10" fmla="*/ 44 w 59"/>
                <a:gd name="T11" fmla="*/ 0 h 87"/>
                <a:gd name="T12" fmla="*/ 59 w 59"/>
                <a:gd name="T13" fmla="*/ 0 h 87"/>
                <a:gd name="T14" fmla="*/ 59 w 59"/>
                <a:gd name="T15" fmla="*/ 87 h 87"/>
                <a:gd name="T16" fmla="*/ 44 w 59"/>
                <a:gd name="T17" fmla="*/ 87 h 87"/>
                <a:gd name="T18" fmla="*/ 44 w 59"/>
                <a:gd name="T19" fmla="*/ 49 h 87"/>
                <a:gd name="T20" fmla="*/ 15 w 59"/>
                <a:gd name="T21" fmla="*/ 49 h 87"/>
                <a:gd name="T22" fmla="*/ 15 w 59"/>
                <a:gd name="T23" fmla="*/ 87 h 87"/>
                <a:gd name="T24" fmla="*/ 0 w 59"/>
                <a:gd name="T25"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87">
                  <a:moveTo>
                    <a:pt x="0" y="87"/>
                  </a:moveTo>
                  <a:lnTo>
                    <a:pt x="0" y="0"/>
                  </a:lnTo>
                  <a:lnTo>
                    <a:pt x="15" y="0"/>
                  </a:lnTo>
                  <a:lnTo>
                    <a:pt x="15" y="35"/>
                  </a:lnTo>
                  <a:lnTo>
                    <a:pt x="44" y="35"/>
                  </a:lnTo>
                  <a:lnTo>
                    <a:pt x="44" y="0"/>
                  </a:lnTo>
                  <a:lnTo>
                    <a:pt x="59" y="0"/>
                  </a:lnTo>
                  <a:lnTo>
                    <a:pt x="59" y="87"/>
                  </a:lnTo>
                  <a:lnTo>
                    <a:pt x="44" y="87"/>
                  </a:lnTo>
                  <a:lnTo>
                    <a:pt x="44" y="49"/>
                  </a:lnTo>
                  <a:lnTo>
                    <a:pt x="15" y="49"/>
                  </a:lnTo>
                  <a:lnTo>
                    <a:pt x="15"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3" name="Freeform 47"/>
            <p:cNvSpPr>
              <a:spLocks/>
            </p:cNvSpPr>
            <p:nvPr/>
          </p:nvSpPr>
          <p:spPr bwMode="auto">
            <a:xfrm>
              <a:off x="3030537" y="17462"/>
              <a:ext cx="92075" cy="138113"/>
            </a:xfrm>
            <a:custGeom>
              <a:avLst/>
              <a:gdLst>
                <a:gd name="T0" fmla="*/ 0 w 58"/>
                <a:gd name="T1" fmla="*/ 87 h 87"/>
                <a:gd name="T2" fmla="*/ 0 w 58"/>
                <a:gd name="T3" fmla="*/ 0 h 87"/>
                <a:gd name="T4" fmla="*/ 14 w 58"/>
                <a:gd name="T5" fmla="*/ 0 h 87"/>
                <a:gd name="T6" fmla="*/ 44 w 58"/>
                <a:gd name="T7" fmla="*/ 58 h 87"/>
                <a:gd name="T8" fmla="*/ 44 w 58"/>
                <a:gd name="T9" fmla="*/ 0 h 87"/>
                <a:gd name="T10" fmla="*/ 58 w 58"/>
                <a:gd name="T11" fmla="*/ 0 h 87"/>
                <a:gd name="T12" fmla="*/ 58 w 58"/>
                <a:gd name="T13" fmla="*/ 87 h 87"/>
                <a:gd name="T14" fmla="*/ 43 w 58"/>
                <a:gd name="T15" fmla="*/ 87 h 87"/>
                <a:gd name="T16" fmla="*/ 14 w 58"/>
                <a:gd name="T17" fmla="*/ 31 h 87"/>
                <a:gd name="T18" fmla="*/ 14 w 58"/>
                <a:gd name="T19" fmla="*/ 87 h 87"/>
                <a:gd name="T20" fmla="*/ 0 w 58"/>
                <a:gd name="T21"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8" h="87">
                  <a:moveTo>
                    <a:pt x="0" y="87"/>
                  </a:moveTo>
                  <a:lnTo>
                    <a:pt x="0" y="0"/>
                  </a:lnTo>
                  <a:lnTo>
                    <a:pt x="14" y="0"/>
                  </a:lnTo>
                  <a:lnTo>
                    <a:pt x="44" y="58"/>
                  </a:lnTo>
                  <a:lnTo>
                    <a:pt x="44" y="0"/>
                  </a:lnTo>
                  <a:lnTo>
                    <a:pt x="58" y="0"/>
                  </a:lnTo>
                  <a:lnTo>
                    <a:pt x="58" y="87"/>
                  </a:lnTo>
                  <a:lnTo>
                    <a:pt x="43" y="87"/>
                  </a:lnTo>
                  <a:lnTo>
                    <a:pt x="14" y="31"/>
                  </a:lnTo>
                  <a:lnTo>
                    <a:pt x="14" y="87"/>
                  </a:lnTo>
                  <a:lnTo>
                    <a:pt x="0"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4" name="Freeform 48"/>
            <p:cNvSpPr>
              <a:spLocks noEditPoints="1"/>
            </p:cNvSpPr>
            <p:nvPr/>
          </p:nvSpPr>
          <p:spPr bwMode="auto">
            <a:xfrm>
              <a:off x="3143250" y="15875"/>
              <a:ext cx="112713" cy="142875"/>
            </a:xfrm>
            <a:custGeom>
              <a:avLst/>
              <a:gdLst>
                <a:gd name="T0" fmla="*/ 0 w 148"/>
                <a:gd name="T1" fmla="*/ 94 h 186"/>
                <a:gd name="T2" fmla="*/ 7 w 148"/>
                <a:gd name="T3" fmla="*/ 48 h 186"/>
                <a:gd name="T4" fmla="*/ 21 w 148"/>
                <a:gd name="T5" fmla="*/ 23 h 186"/>
                <a:gd name="T6" fmla="*/ 41 w 148"/>
                <a:gd name="T7" fmla="*/ 7 h 186"/>
                <a:gd name="T8" fmla="*/ 74 w 148"/>
                <a:gd name="T9" fmla="*/ 0 h 186"/>
                <a:gd name="T10" fmla="*/ 128 w 148"/>
                <a:gd name="T11" fmla="*/ 25 h 186"/>
                <a:gd name="T12" fmla="*/ 148 w 148"/>
                <a:gd name="T13" fmla="*/ 93 h 186"/>
                <a:gd name="T14" fmla="*/ 128 w 148"/>
                <a:gd name="T15" fmla="*/ 161 h 186"/>
                <a:gd name="T16" fmla="*/ 74 w 148"/>
                <a:gd name="T17" fmla="*/ 186 h 186"/>
                <a:gd name="T18" fmla="*/ 20 w 148"/>
                <a:gd name="T19" fmla="*/ 161 h 186"/>
                <a:gd name="T20" fmla="*/ 0 w 148"/>
                <a:gd name="T21" fmla="*/ 94 h 186"/>
                <a:gd name="T22" fmla="*/ 32 w 148"/>
                <a:gd name="T23" fmla="*/ 93 h 186"/>
                <a:gd name="T24" fmla="*/ 44 w 148"/>
                <a:gd name="T25" fmla="*/ 139 h 186"/>
                <a:gd name="T26" fmla="*/ 74 w 148"/>
                <a:gd name="T27" fmla="*/ 155 h 186"/>
                <a:gd name="T28" fmla="*/ 104 w 148"/>
                <a:gd name="T29" fmla="*/ 139 h 186"/>
                <a:gd name="T30" fmla="*/ 116 w 148"/>
                <a:gd name="T31" fmla="*/ 92 h 186"/>
                <a:gd name="T32" fmla="*/ 105 w 148"/>
                <a:gd name="T33" fmla="*/ 46 h 186"/>
                <a:gd name="T34" fmla="*/ 74 w 148"/>
                <a:gd name="T35" fmla="*/ 31 h 186"/>
                <a:gd name="T36" fmla="*/ 43 w 148"/>
                <a:gd name="T37" fmla="*/ 46 h 186"/>
                <a:gd name="T38" fmla="*/ 32 w 148"/>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8" h="186">
                  <a:moveTo>
                    <a:pt x="0" y="94"/>
                  </a:moveTo>
                  <a:cubicBezTo>
                    <a:pt x="0" y="76"/>
                    <a:pt x="2" y="60"/>
                    <a:pt x="7" y="48"/>
                  </a:cubicBezTo>
                  <a:cubicBezTo>
                    <a:pt x="11" y="39"/>
                    <a:pt x="15" y="31"/>
                    <a:pt x="21" y="23"/>
                  </a:cubicBezTo>
                  <a:cubicBezTo>
                    <a:pt x="27" y="16"/>
                    <a:pt x="34" y="11"/>
                    <a:pt x="41" y="7"/>
                  </a:cubicBezTo>
                  <a:cubicBezTo>
                    <a:pt x="50" y="3"/>
                    <a:pt x="61" y="0"/>
                    <a:pt x="74" y="0"/>
                  </a:cubicBezTo>
                  <a:cubicBezTo>
                    <a:pt x="96" y="0"/>
                    <a:pt x="114" y="8"/>
                    <a:pt x="128" y="25"/>
                  </a:cubicBezTo>
                  <a:cubicBezTo>
                    <a:pt x="141" y="41"/>
                    <a:pt x="148" y="64"/>
                    <a:pt x="148" y="93"/>
                  </a:cubicBezTo>
                  <a:cubicBezTo>
                    <a:pt x="148" y="122"/>
                    <a:pt x="141" y="145"/>
                    <a:pt x="128" y="161"/>
                  </a:cubicBezTo>
                  <a:cubicBezTo>
                    <a:pt x="115" y="177"/>
                    <a:pt x="97" y="186"/>
                    <a:pt x="74" y="186"/>
                  </a:cubicBezTo>
                  <a:cubicBezTo>
                    <a:pt x="52" y="186"/>
                    <a:pt x="34" y="177"/>
                    <a:pt x="20" y="161"/>
                  </a:cubicBezTo>
                  <a:cubicBezTo>
                    <a:pt x="7" y="145"/>
                    <a:pt x="0" y="122"/>
                    <a:pt x="0" y="94"/>
                  </a:cubicBezTo>
                  <a:close/>
                  <a:moveTo>
                    <a:pt x="32" y="93"/>
                  </a:moveTo>
                  <a:cubicBezTo>
                    <a:pt x="32" y="113"/>
                    <a:pt x="36" y="128"/>
                    <a:pt x="44" y="139"/>
                  </a:cubicBezTo>
                  <a:cubicBezTo>
                    <a:pt x="52" y="149"/>
                    <a:pt x="62" y="155"/>
                    <a:pt x="74" y="155"/>
                  </a:cubicBezTo>
                  <a:cubicBezTo>
                    <a:pt x="86" y="155"/>
                    <a:pt x="97" y="149"/>
                    <a:pt x="104" y="139"/>
                  </a:cubicBezTo>
                  <a:cubicBezTo>
                    <a:pt x="112" y="129"/>
                    <a:pt x="116" y="113"/>
                    <a:pt x="116" y="92"/>
                  </a:cubicBezTo>
                  <a:cubicBezTo>
                    <a:pt x="116" y="72"/>
                    <a:pt x="112" y="56"/>
                    <a:pt x="105" y="46"/>
                  </a:cubicBezTo>
                  <a:cubicBezTo>
                    <a:pt x="97" y="36"/>
                    <a:pt x="87" y="31"/>
                    <a:pt x="74" y="31"/>
                  </a:cubicBezTo>
                  <a:cubicBezTo>
                    <a:pt x="61" y="31"/>
                    <a:pt x="51" y="36"/>
                    <a:pt x="43" y="46"/>
                  </a:cubicBezTo>
                  <a:cubicBezTo>
                    <a:pt x="36" y="57"/>
                    <a:pt x="32" y="72"/>
                    <a:pt x="32" y="9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5" name="Freeform 49"/>
            <p:cNvSpPr>
              <a:spLocks/>
            </p:cNvSpPr>
            <p:nvPr/>
          </p:nvSpPr>
          <p:spPr bwMode="auto">
            <a:xfrm>
              <a:off x="3275012" y="19050"/>
              <a:ext cx="80963" cy="136525"/>
            </a:xfrm>
            <a:custGeom>
              <a:avLst/>
              <a:gdLst>
                <a:gd name="T0" fmla="*/ 0 w 51"/>
                <a:gd name="T1" fmla="*/ 86 h 86"/>
                <a:gd name="T2" fmla="*/ 0 w 51"/>
                <a:gd name="T3" fmla="*/ 0 h 86"/>
                <a:gd name="T4" fmla="*/ 14 w 51"/>
                <a:gd name="T5" fmla="*/ 0 h 86"/>
                <a:gd name="T6" fmla="*/ 14 w 51"/>
                <a:gd name="T7" fmla="*/ 71 h 86"/>
                <a:gd name="T8" fmla="*/ 51 w 51"/>
                <a:gd name="T9" fmla="*/ 71 h 86"/>
                <a:gd name="T10" fmla="*/ 51 w 51"/>
                <a:gd name="T11" fmla="*/ 86 h 86"/>
                <a:gd name="T12" fmla="*/ 0 w 51"/>
                <a:gd name="T13" fmla="*/ 86 h 86"/>
              </a:gdLst>
              <a:ahLst/>
              <a:cxnLst>
                <a:cxn ang="0">
                  <a:pos x="T0" y="T1"/>
                </a:cxn>
                <a:cxn ang="0">
                  <a:pos x="T2" y="T3"/>
                </a:cxn>
                <a:cxn ang="0">
                  <a:pos x="T4" y="T5"/>
                </a:cxn>
                <a:cxn ang="0">
                  <a:pos x="T6" y="T7"/>
                </a:cxn>
                <a:cxn ang="0">
                  <a:pos x="T8" y="T9"/>
                </a:cxn>
                <a:cxn ang="0">
                  <a:pos x="T10" y="T11"/>
                </a:cxn>
                <a:cxn ang="0">
                  <a:pos x="T12" y="T13"/>
                </a:cxn>
              </a:cxnLst>
              <a:rect l="0" t="0" r="r" b="b"/>
              <a:pathLst>
                <a:path w="51" h="86">
                  <a:moveTo>
                    <a:pt x="0" y="86"/>
                  </a:moveTo>
                  <a:lnTo>
                    <a:pt x="0" y="0"/>
                  </a:lnTo>
                  <a:lnTo>
                    <a:pt x="14" y="0"/>
                  </a:lnTo>
                  <a:lnTo>
                    <a:pt x="14" y="71"/>
                  </a:lnTo>
                  <a:lnTo>
                    <a:pt x="51" y="71"/>
                  </a:lnTo>
                  <a:lnTo>
                    <a:pt x="51" y="86"/>
                  </a:lnTo>
                  <a:lnTo>
                    <a:pt x="0" y="86"/>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6" name="Freeform 50"/>
            <p:cNvSpPr>
              <a:spLocks noEditPoints="1"/>
            </p:cNvSpPr>
            <p:nvPr/>
          </p:nvSpPr>
          <p:spPr bwMode="auto">
            <a:xfrm>
              <a:off x="3368675" y="15875"/>
              <a:ext cx="112713" cy="142875"/>
            </a:xfrm>
            <a:custGeom>
              <a:avLst/>
              <a:gdLst>
                <a:gd name="T0" fmla="*/ 0 w 147"/>
                <a:gd name="T1" fmla="*/ 94 h 186"/>
                <a:gd name="T2" fmla="*/ 7 w 147"/>
                <a:gd name="T3" fmla="*/ 48 h 186"/>
                <a:gd name="T4" fmla="*/ 21 w 147"/>
                <a:gd name="T5" fmla="*/ 23 h 186"/>
                <a:gd name="T6" fmla="*/ 40 w 147"/>
                <a:gd name="T7" fmla="*/ 7 h 186"/>
                <a:gd name="T8" fmla="*/ 73 w 147"/>
                <a:gd name="T9" fmla="*/ 0 h 186"/>
                <a:gd name="T10" fmla="*/ 127 w 147"/>
                <a:gd name="T11" fmla="*/ 25 h 186"/>
                <a:gd name="T12" fmla="*/ 147 w 147"/>
                <a:gd name="T13" fmla="*/ 93 h 186"/>
                <a:gd name="T14" fmla="*/ 127 w 147"/>
                <a:gd name="T15" fmla="*/ 161 h 186"/>
                <a:gd name="T16" fmla="*/ 74 w 147"/>
                <a:gd name="T17" fmla="*/ 186 h 186"/>
                <a:gd name="T18" fmla="*/ 20 w 147"/>
                <a:gd name="T19" fmla="*/ 161 h 186"/>
                <a:gd name="T20" fmla="*/ 0 w 147"/>
                <a:gd name="T21" fmla="*/ 94 h 186"/>
                <a:gd name="T22" fmla="*/ 31 w 147"/>
                <a:gd name="T23" fmla="*/ 93 h 186"/>
                <a:gd name="T24" fmla="*/ 43 w 147"/>
                <a:gd name="T25" fmla="*/ 139 h 186"/>
                <a:gd name="T26" fmla="*/ 74 w 147"/>
                <a:gd name="T27" fmla="*/ 155 h 186"/>
                <a:gd name="T28" fmla="*/ 104 w 147"/>
                <a:gd name="T29" fmla="*/ 139 h 186"/>
                <a:gd name="T30" fmla="*/ 116 w 147"/>
                <a:gd name="T31" fmla="*/ 92 h 186"/>
                <a:gd name="T32" fmla="*/ 104 w 147"/>
                <a:gd name="T33" fmla="*/ 46 h 186"/>
                <a:gd name="T34" fmla="*/ 74 w 147"/>
                <a:gd name="T35" fmla="*/ 31 h 186"/>
                <a:gd name="T36" fmla="*/ 43 w 147"/>
                <a:gd name="T37" fmla="*/ 46 h 186"/>
                <a:gd name="T38" fmla="*/ 31 w 147"/>
                <a:gd name="T39" fmla="*/ 93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47" h="186">
                  <a:moveTo>
                    <a:pt x="0" y="94"/>
                  </a:moveTo>
                  <a:cubicBezTo>
                    <a:pt x="0" y="76"/>
                    <a:pt x="2" y="60"/>
                    <a:pt x="7" y="48"/>
                  </a:cubicBezTo>
                  <a:cubicBezTo>
                    <a:pt x="10" y="39"/>
                    <a:pt x="15" y="31"/>
                    <a:pt x="21" y="23"/>
                  </a:cubicBezTo>
                  <a:cubicBezTo>
                    <a:pt x="27" y="16"/>
                    <a:pt x="33" y="11"/>
                    <a:pt x="40" y="7"/>
                  </a:cubicBezTo>
                  <a:cubicBezTo>
                    <a:pt x="50" y="3"/>
                    <a:pt x="61" y="0"/>
                    <a:pt x="73" y="0"/>
                  </a:cubicBezTo>
                  <a:cubicBezTo>
                    <a:pt x="96" y="0"/>
                    <a:pt x="114" y="8"/>
                    <a:pt x="127" y="25"/>
                  </a:cubicBezTo>
                  <a:cubicBezTo>
                    <a:pt x="141" y="41"/>
                    <a:pt x="147" y="64"/>
                    <a:pt x="147" y="93"/>
                  </a:cubicBezTo>
                  <a:cubicBezTo>
                    <a:pt x="147" y="122"/>
                    <a:pt x="141" y="145"/>
                    <a:pt x="127" y="161"/>
                  </a:cubicBezTo>
                  <a:cubicBezTo>
                    <a:pt x="114" y="177"/>
                    <a:pt x="96" y="186"/>
                    <a:pt x="74" y="186"/>
                  </a:cubicBezTo>
                  <a:cubicBezTo>
                    <a:pt x="51" y="186"/>
                    <a:pt x="33" y="177"/>
                    <a:pt x="20" y="161"/>
                  </a:cubicBezTo>
                  <a:cubicBezTo>
                    <a:pt x="6" y="145"/>
                    <a:pt x="0" y="122"/>
                    <a:pt x="0" y="94"/>
                  </a:cubicBezTo>
                  <a:close/>
                  <a:moveTo>
                    <a:pt x="31" y="93"/>
                  </a:moveTo>
                  <a:cubicBezTo>
                    <a:pt x="31" y="113"/>
                    <a:pt x="35" y="128"/>
                    <a:pt x="43" y="139"/>
                  </a:cubicBezTo>
                  <a:cubicBezTo>
                    <a:pt x="51" y="149"/>
                    <a:pt x="61" y="155"/>
                    <a:pt x="74" y="155"/>
                  </a:cubicBezTo>
                  <a:cubicBezTo>
                    <a:pt x="86" y="155"/>
                    <a:pt x="96" y="149"/>
                    <a:pt x="104" y="139"/>
                  </a:cubicBezTo>
                  <a:cubicBezTo>
                    <a:pt x="112" y="129"/>
                    <a:pt x="116" y="113"/>
                    <a:pt x="116" y="92"/>
                  </a:cubicBezTo>
                  <a:cubicBezTo>
                    <a:pt x="116" y="72"/>
                    <a:pt x="112" y="56"/>
                    <a:pt x="104" y="46"/>
                  </a:cubicBezTo>
                  <a:cubicBezTo>
                    <a:pt x="97" y="36"/>
                    <a:pt x="86" y="31"/>
                    <a:pt x="74" y="31"/>
                  </a:cubicBezTo>
                  <a:cubicBezTo>
                    <a:pt x="61" y="31"/>
                    <a:pt x="51" y="36"/>
                    <a:pt x="43" y="46"/>
                  </a:cubicBezTo>
                  <a:cubicBezTo>
                    <a:pt x="35" y="57"/>
                    <a:pt x="31" y="72"/>
                    <a:pt x="31" y="9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7" name="Freeform 51"/>
            <p:cNvSpPr>
              <a:spLocks/>
            </p:cNvSpPr>
            <p:nvPr/>
          </p:nvSpPr>
          <p:spPr bwMode="auto">
            <a:xfrm>
              <a:off x="3495675" y="15875"/>
              <a:ext cx="109538" cy="142875"/>
            </a:xfrm>
            <a:custGeom>
              <a:avLst/>
              <a:gdLst>
                <a:gd name="T0" fmla="*/ 76 w 143"/>
                <a:gd name="T1" fmla="*/ 117 h 186"/>
                <a:gd name="T2" fmla="*/ 76 w 143"/>
                <a:gd name="T3" fmla="*/ 86 h 186"/>
                <a:gd name="T4" fmla="*/ 143 w 143"/>
                <a:gd name="T5" fmla="*/ 86 h 186"/>
                <a:gd name="T6" fmla="*/ 143 w 143"/>
                <a:gd name="T7" fmla="*/ 158 h 186"/>
                <a:gd name="T8" fmla="*/ 115 w 143"/>
                <a:gd name="T9" fmla="*/ 177 h 186"/>
                <a:gd name="T10" fmla="*/ 77 w 143"/>
                <a:gd name="T11" fmla="*/ 186 h 186"/>
                <a:gd name="T12" fmla="*/ 36 w 143"/>
                <a:gd name="T13" fmla="*/ 174 h 186"/>
                <a:gd name="T14" fmla="*/ 9 w 143"/>
                <a:gd name="T15" fmla="*/ 140 h 186"/>
                <a:gd name="T16" fmla="*/ 0 w 143"/>
                <a:gd name="T17" fmla="*/ 92 h 186"/>
                <a:gd name="T18" fmla="*/ 10 w 143"/>
                <a:gd name="T19" fmla="*/ 42 h 186"/>
                <a:gd name="T20" fmla="*/ 39 w 143"/>
                <a:gd name="T21" fmla="*/ 9 h 186"/>
                <a:gd name="T22" fmla="*/ 76 w 143"/>
                <a:gd name="T23" fmla="*/ 0 h 186"/>
                <a:gd name="T24" fmla="*/ 120 w 143"/>
                <a:gd name="T25" fmla="*/ 14 h 186"/>
                <a:gd name="T26" fmla="*/ 141 w 143"/>
                <a:gd name="T27" fmla="*/ 53 h 186"/>
                <a:gd name="T28" fmla="*/ 110 w 143"/>
                <a:gd name="T29" fmla="*/ 60 h 186"/>
                <a:gd name="T30" fmla="*/ 98 w 143"/>
                <a:gd name="T31" fmla="*/ 39 h 186"/>
                <a:gd name="T32" fmla="*/ 76 w 143"/>
                <a:gd name="T33" fmla="*/ 31 h 186"/>
                <a:gd name="T34" fmla="*/ 44 w 143"/>
                <a:gd name="T35" fmla="*/ 46 h 186"/>
                <a:gd name="T36" fmla="*/ 32 w 143"/>
                <a:gd name="T37" fmla="*/ 91 h 186"/>
                <a:gd name="T38" fmla="*/ 44 w 143"/>
                <a:gd name="T39" fmla="*/ 139 h 186"/>
                <a:gd name="T40" fmla="*/ 75 w 143"/>
                <a:gd name="T41" fmla="*/ 155 h 186"/>
                <a:gd name="T42" fmla="*/ 95 w 143"/>
                <a:gd name="T43" fmla="*/ 150 h 186"/>
                <a:gd name="T44" fmla="*/ 112 w 143"/>
                <a:gd name="T45" fmla="*/ 139 h 186"/>
                <a:gd name="T46" fmla="*/ 112 w 143"/>
                <a:gd name="T47" fmla="*/ 117 h 186"/>
                <a:gd name="T48" fmla="*/ 76 w 143"/>
                <a:gd name="T49" fmla="*/ 117 h 1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43" h="186">
                  <a:moveTo>
                    <a:pt x="76" y="117"/>
                  </a:moveTo>
                  <a:cubicBezTo>
                    <a:pt x="76" y="86"/>
                    <a:pt x="76" y="86"/>
                    <a:pt x="76" y="86"/>
                  </a:cubicBezTo>
                  <a:cubicBezTo>
                    <a:pt x="143" y="86"/>
                    <a:pt x="143" y="86"/>
                    <a:pt x="143" y="86"/>
                  </a:cubicBezTo>
                  <a:cubicBezTo>
                    <a:pt x="143" y="158"/>
                    <a:pt x="143" y="158"/>
                    <a:pt x="143" y="158"/>
                  </a:cubicBezTo>
                  <a:cubicBezTo>
                    <a:pt x="136" y="165"/>
                    <a:pt x="127" y="172"/>
                    <a:pt x="115" y="177"/>
                  </a:cubicBezTo>
                  <a:cubicBezTo>
                    <a:pt x="102" y="183"/>
                    <a:pt x="90" y="186"/>
                    <a:pt x="77" y="186"/>
                  </a:cubicBezTo>
                  <a:cubicBezTo>
                    <a:pt x="62" y="186"/>
                    <a:pt x="48" y="182"/>
                    <a:pt x="36" y="174"/>
                  </a:cubicBezTo>
                  <a:cubicBezTo>
                    <a:pt x="24" y="166"/>
                    <a:pt x="15" y="155"/>
                    <a:pt x="9" y="140"/>
                  </a:cubicBezTo>
                  <a:cubicBezTo>
                    <a:pt x="3" y="125"/>
                    <a:pt x="0" y="109"/>
                    <a:pt x="0" y="92"/>
                  </a:cubicBezTo>
                  <a:cubicBezTo>
                    <a:pt x="0" y="74"/>
                    <a:pt x="3" y="57"/>
                    <a:pt x="10" y="42"/>
                  </a:cubicBezTo>
                  <a:cubicBezTo>
                    <a:pt x="17" y="28"/>
                    <a:pt x="27" y="17"/>
                    <a:pt x="39" y="9"/>
                  </a:cubicBezTo>
                  <a:cubicBezTo>
                    <a:pt x="49" y="3"/>
                    <a:pt x="61" y="0"/>
                    <a:pt x="76" y="0"/>
                  </a:cubicBezTo>
                  <a:cubicBezTo>
                    <a:pt x="95" y="0"/>
                    <a:pt x="109" y="5"/>
                    <a:pt x="120" y="14"/>
                  </a:cubicBezTo>
                  <a:cubicBezTo>
                    <a:pt x="131" y="24"/>
                    <a:pt x="138" y="36"/>
                    <a:pt x="141" y="53"/>
                  </a:cubicBezTo>
                  <a:cubicBezTo>
                    <a:pt x="110" y="60"/>
                    <a:pt x="110" y="60"/>
                    <a:pt x="110" y="60"/>
                  </a:cubicBezTo>
                  <a:cubicBezTo>
                    <a:pt x="108" y="51"/>
                    <a:pt x="104" y="44"/>
                    <a:pt x="98" y="39"/>
                  </a:cubicBezTo>
                  <a:cubicBezTo>
                    <a:pt x="92" y="34"/>
                    <a:pt x="85" y="31"/>
                    <a:pt x="76" y="31"/>
                  </a:cubicBezTo>
                  <a:cubicBezTo>
                    <a:pt x="62" y="31"/>
                    <a:pt x="52" y="36"/>
                    <a:pt x="44" y="46"/>
                  </a:cubicBezTo>
                  <a:cubicBezTo>
                    <a:pt x="36" y="56"/>
                    <a:pt x="32" y="71"/>
                    <a:pt x="32" y="91"/>
                  </a:cubicBezTo>
                  <a:cubicBezTo>
                    <a:pt x="32" y="112"/>
                    <a:pt x="36" y="128"/>
                    <a:pt x="44" y="139"/>
                  </a:cubicBezTo>
                  <a:cubicBezTo>
                    <a:pt x="52" y="149"/>
                    <a:pt x="62" y="155"/>
                    <a:pt x="75" y="155"/>
                  </a:cubicBezTo>
                  <a:cubicBezTo>
                    <a:pt x="82" y="155"/>
                    <a:pt x="88" y="153"/>
                    <a:pt x="95" y="150"/>
                  </a:cubicBezTo>
                  <a:cubicBezTo>
                    <a:pt x="101" y="147"/>
                    <a:pt x="107" y="144"/>
                    <a:pt x="112" y="139"/>
                  </a:cubicBezTo>
                  <a:cubicBezTo>
                    <a:pt x="112" y="117"/>
                    <a:pt x="112" y="117"/>
                    <a:pt x="112" y="117"/>
                  </a:cubicBezTo>
                  <a:lnTo>
                    <a:pt x="76" y="11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8" name="Freeform 52"/>
            <p:cNvSpPr>
              <a:spLocks/>
            </p:cNvSpPr>
            <p:nvPr/>
          </p:nvSpPr>
          <p:spPr bwMode="auto">
            <a:xfrm>
              <a:off x="3614737" y="17462"/>
              <a:ext cx="107950" cy="138113"/>
            </a:xfrm>
            <a:custGeom>
              <a:avLst/>
              <a:gdLst>
                <a:gd name="T0" fmla="*/ 26 w 68"/>
                <a:gd name="T1" fmla="*/ 87 h 87"/>
                <a:gd name="T2" fmla="*/ 26 w 68"/>
                <a:gd name="T3" fmla="*/ 51 h 87"/>
                <a:gd name="T4" fmla="*/ 0 w 68"/>
                <a:gd name="T5" fmla="*/ 0 h 87"/>
                <a:gd name="T6" fmla="*/ 17 w 68"/>
                <a:gd name="T7" fmla="*/ 0 h 87"/>
                <a:gd name="T8" fmla="*/ 34 w 68"/>
                <a:gd name="T9" fmla="*/ 35 h 87"/>
                <a:gd name="T10" fmla="*/ 51 w 68"/>
                <a:gd name="T11" fmla="*/ 0 h 87"/>
                <a:gd name="T12" fmla="*/ 68 w 68"/>
                <a:gd name="T13" fmla="*/ 0 h 87"/>
                <a:gd name="T14" fmla="*/ 41 w 68"/>
                <a:gd name="T15" fmla="*/ 51 h 87"/>
                <a:gd name="T16" fmla="*/ 41 w 68"/>
                <a:gd name="T17" fmla="*/ 87 h 87"/>
                <a:gd name="T18" fmla="*/ 26 w 68"/>
                <a:gd name="T19" fmla="*/ 87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8" h="87">
                  <a:moveTo>
                    <a:pt x="26" y="87"/>
                  </a:moveTo>
                  <a:lnTo>
                    <a:pt x="26" y="51"/>
                  </a:lnTo>
                  <a:lnTo>
                    <a:pt x="0" y="0"/>
                  </a:lnTo>
                  <a:lnTo>
                    <a:pt x="17" y="0"/>
                  </a:lnTo>
                  <a:lnTo>
                    <a:pt x="34" y="35"/>
                  </a:lnTo>
                  <a:lnTo>
                    <a:pt x="51" y="0"/>
                  </a:lnTo>
                  <a:lnTo>
                    <a:pt x="68" y="0"/>
                  </a:lnTo>
                  <a:lnTo>
                    <a:pt x="41" y="51"/>
                  </a:lnTo>
                  <a:lnTo>
                    <a:pt x="41" y="87"/>
                  </a:lnTo>
                  <a:lnTo>
                    <a:pt x="26" y="87"/>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19" name="Freeform 53"/>
            <p:cNvSpPr>
              <a:spLocks noEditPoints="1"/>
            </p:cNvSpPr>
            <p:nvPr/>
          </p:nvSpPr>
          <p:spPr bwMode="auto">
            <a:xfrm>
              <a:off x="-2189163" y="-1093788"/>
              <a:ext cx="1360488" cy="1363663"/>
            </a:xfrm>
            <a:custGeom>
              <a:avLst/>
              <a:gdLst>
                <a:gd name="T0" fmla="*/ 891 w 1781"/>
                <a:gd name="T1" fmla="*/ 0 h 1781"/>
                <a:gd name="T2" fmla="*/ 0 w 1781"/>
                <a:gd name="T3" fmla="*/ 891 h 1781"/>
                <a:gd name="T4" fmla="*/ 891 w 1781"/>
                <a:gd name="T5" fmla="*/ 1781 h 1781"/>
                <a:gd name="T6" fmla="*/ 1781 w 1781"/>
                <a:gd name="T7" fmla="*/ 891 h 1781"/>
                <a:gd name="T8" fmla="*/ 891 w 1781"/>
                <a:gd name="T9" fmla="*/ 0 h 1781"/>
                <a:gd name="T10" fmla="*/ 891 w 1781"/>
                <a:gd name="T11" fmla="*/ 1762 h 1781"/>
                <a:gd name="T12" fmla="*/ 20 w 1781"/>
                <a:gd name="T13" fmla="*/ 891 h 1781"/>
                <a:gd name="T14" fmla="*/ 891 w 1781"/>
                <a:gd name="T15" fmla="*/ 20 h 1781"/>
                <a:gd name="T16" fmla="*/ 1762 w 1781"/>
                <a:gd name="T17" fmla="*/ 891 h 1781"/>
                <a:gd name="T18" fmla="*/ 891 w 1781"/>
                <a:gd name="T19" fmla="*/ 1762 h 17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1" h="1781">
                  <a:moveTo>
                    <a:pt x="891" y="0"/>
                  </a:moveTo>
                  <a:cubicBezTo>
                    <a:pt x="399" y="0"/>
                    <a:pt x="0" y="399"/>
                    <a:pt x="0" y="891"/>
                  </a:cubicBezTo>
                  <a:cubicBezTo>
                    <a:pt x="0" y="1383"/>
                    <a:pt x="399" y="1781"/>
                    <a:pt x="891" y="1781"/>
                  </a:cubicBezTo>
                  <a:cubicBezTo>
                    <a:pt x="1382" y="1781"/>
                    <a:pt x="1781" y="1383"/>
                    <a:pt x="1781" y="891"/>
                  </a:cubicBezTo>
                  <a:cubicBezTo>
                    <a:pt x="1781" y="399"/>
                    <a:pt x="1382" y="0"/>
                    <a:pt x="891" y="0"/>
                  </a:cubicBezTo>
                  <a:close/>
                  <a:moveTo>
                    <a:pt x="891" y="1762"/>
                  </a:moveTo>
                  <a:cubicBezTo>
                    <a:pt x="410" y="1762"/>
                    <a:pt x="20" y="1372"/>
                    <a:pt x="20" y="891"/>
                  </a:cubicBezTo>
                  <a:cubicBezTo>
                    <a:pt x="20" y="410"/>
                    <a:pt x="410" y="20"/>
                    <a:pt x="891" y="20"/>
                  </a:cubicBezTo>
                  <a:cubicBezTo>
                    <a:pt x="1372" y="20"/>
                    <a:pt x="1762" y="410"/>
                    <a:pt x="1762" y="891"/>
                  </a:cubicBezTo>
                  <a:cubicBezTo>
                    <a:pt x="1762" y="1372"/>
                    <a:pt x="1372" y="1762"/>
                    <a:pt x="891" y="176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0" name="Freeform 54"/>
            <p:cNvSpPr>
              <a:spLocks noEditPoints="1"/>
            </p:cNvSpPr>
            <p:nvPr/>
          </p:nvSpPr>
          <p:spPr bwMode="auto">
            <a:xfrm>
              <a:off x="-2103438" y="-561975"/>
              <a:ext cx="1189038" cy="744538"/>
            </a:xfrm>
            <a:custGeom>
              <a:avLst/>
              <a:gdLst>
                <a:gd name="T0" fmla="*/ 41 w 1555"/>
                <a:gd name="T1" fmla="*/ 65 h 973"/>
                <a:gd name="T2" fmla="*/ 7 w 1555"/>
                <a:gd name="T3" fmla="*/ 87 h 973"/>
                <a:gd name="T4" fmla="*/ 88 w 1555"/>
                <a:gd name="T5" fmla="*/ 189 h 973"/>
                <a:gd name="T6" fmla="*/ 39 w 1555"/>
                <a:gd name="T7" fmla="*/ 294 h 973"/>
                <a:gd name="T8" fmla="*/ 8 w 1555"/>
                <a:gd name="T9" fmla="*/ 255 h 973"/>
                <a:gd name="T10" fmla="*/ 96 w 1555"/>
                <a:gd name="T11" fmla="*/ 301 h 973"/>
                <a:gd name="T12" fmla="*/ 29 w 1555"/>
                <a:gd name="T13" fmla="*/ 407 h 973"/>
                <a:gd name="T14" fmla="*/ 62 w 1555"/>
                <a:gd name="T15" fmla="*/ 438 h 973"/>
                <a:gd name="T16" fmla="*/ 121 w 1555"/>
                <a:gd name="T17" fmla="*/ 414 h 973"/>
                <a:gd name="T18" fmla="*/ 91 w 1555"/>
                <a:gd name="T19" fmla="*/ 444 h 973"/>
                <a:gd name="T20" fmla="*/ 109 w 1555"/>
                <a:gd name="T21" fmla="*/ 539 h 973"/>
                <a:gd name="T22" fmla="*/ 101 w 1555"/>
                <a:gd name="T23" fmla="*/ 576 h 973"/>
                <a:gd name="T24" fmla="*/ 126 w 1555"/>
                <a:gd name="T25" fmla="*/ 620 h 973"/>
                <a:gd name="T26" fmla="*/ 242 w 1555"/>
                <a:gd name="T27" fmla="*/ 629 h 973"/>
                <a:gd name="T28" fmla="*/ 280 w 1555"/>
                <a:gd name="T29" fmla="*/ 673 h 973"/>
                <a:gd name="T30" fmla="*/ 235 w 1555"/>
                <a:gd name="T31" fmla="*/ 753 h 973"/>
                <a:gd name="T32" fmla="*/ 331 w 1555"/>
                <a:gd name="T33" fmla="*/ 832 h 973"/>
                <a:gd name="T34" fmla="*/ 369 w 1555"/>
                <a:gd name="T35" fmla="*/ 751 h 973"/>
                <a:gd name="T36" fmla="*/ 367 w 1555"/>
                <a:gd name="T37" fmla="*/ 773 h 973"/>
                <a:gd name="T38" fmla="*/ 401 w 1555"/>
                <a:gd name="T39" fmla="*/ 805 h 973"/>
                <a:gd name="T40" fmla="*/ 411 w 1555"/>
                <a:gd name="T41" fmla="*/ 781 h 973"/>
                <a:gd name="T42" fmla="*/ 387 w 1555"/>
                <a:gd name="T43" fmla="*/ 852 h 973"/>
                <a:gd name="T44" fmla="*/ 423 w 1555"/>
                <a:gd name="T45" fmla="*/ 843 h 973"/>
                <a:gd name="T46" fmla="*/ 533 w 1555"/>
                <a:gd name="T47" fmla="*/ 841 h 973"/>
                <a:gd name="T48" fmla="*/ 533 w 1555"/>
                <a:gd name="T49" fmla="*/ 843 h 973"/>
                <a:gd name="T50" fmla="*/ 689 w 1555"/>
                <a:gd name="T51" fmla="*/ 924 h 973"/>
                <a:gd name="T52" fmla="*/ 685 w 1555"/>
                <a:gd name="T53" fmla="*/ 889 h 973"/>
                <a:gd name="T54" fmla="*/ 672 w 1555"/>
                <a:gd name="T55" fmla="*/ 898 h 973"/>
                <a:gd name="T56" fmla="*/ 755 w 1555"/>
                <a:gd name="T57" fmla="*/ 885 h 973"/>
                <a:gd name="T58" fmla="*/ 829 w 1555"/>
                <a:gd name="T59" fmla="*/ 899 h 973"/>
                <a:gd name="T60" fmla="*/ 818 w 1555"/>
                <a:gd name="T61" fmla="*/ 933 h 973"/>
                <a:gd name="T62" fmla="*/ 802 w 1555"/>
                <a:gd name="T63" fmla="*/ 966 h 973"/>
                <a:gd name="T64" fmla="*/ 887 w 1555"/>
                <a:gd name="T65" fmla="*/ 944 h 973"/>
                <a:gd name="T66" fmla="*/ 867 w 1555"/>
                <a:gd name="T67" fmla="*/ 890 h 973"/>
                <a:gd name="T68" fmla="*/ 950 w 1555"/>
                <a:gd name="T69" fmla="*/ 953 h 973"/>
                <a:gd name="T70" fmla="*/ 975 w 1555"/>
                <a:gd name="T71" fmla="*/ 871 h 973"/>
                <a:gd name="T72" fmla="*/ 1084 w 1555"/>
                <a:gd name="T73" fmla="*/ 878 h 973"/>
                <a:gd name="T74" fmla="*/ 1061 w 1555"/>
                <a:gd name="T75" fmla="*/ 824 h 973"/>
                <a:gd name="T76" fmla="*/ 1140 w 1555"/>
                <a:gd name="T77" fmla="*/ 815 h 973"/>
                <a:gd name="T78" fmla="*/ 1169 w 1555"/>
                <a:gd name="T79" fmla="*/ 836 h 973"/>
                <a:gd name="T80" fmla="*/ 1193 w 1555"/>
                <a:gd name="T81" fmla="*/ 746 h 973"/>
                <a:gd name="T82" fmla="*/ 1308 w 1555"/>
                <a:gd name="T83" fmla="*/ 762 h 973"/>
                <a:gd name="T84" fmla="*/ 1242 w 1555"/>
                <a:gd name="T85" fmla="*/ 702 h 973"/>
                <a:gd name="T86" fmla="*/ 1308 w 1555"/>
                <a:gd name="T87" fmla="*/ 734 h 973"/>
                <a:gd name="T88" fmla="*/ 1257 w 1555"/>
                <a:gd name="T89" fmla="*/ 724 h 973"/>
                <a:gd name="T90" fmla="*/ 1294 w 1555"/>
                <a:gd name="T91" fmla="*/ 756 h 973"/>
                <a:gd name="T92" fmla="*/ 1325 w 1555"/>
                <a:gd name="T93" fmla="*/ 637 h 973"/>
                <a:gd name="T94" fmla="*/ 1363 w 1555"/>
                <a:gd name="T95" fmla="*/ 559 h 973"/>
                <a:gd name="T96" fmla="*/ 1449 w 1555"/>
                <a:gd name="T97" fmla="*/ 558 h 973"/>
                <a:gd name="T98" fmla="*/ 1383 w 1555"/>
                <a:gd name="T99" fmla="*/ 521 h 973"/>
                <a:gd name="T100" fmla="*/ 1440 w 1555"/>
                <a:gd name="T101" fmla="*/ 486 h 973"/>
                <a:gd name="T102" fmla="*/ 1425 w 1555"/>
                <a:gd name="T103" fmla="*/ 431 h 973"/>
                <a:gd name="T104" fmla="*/ 1526 w 1555"/>
                <a:gd name="T105" fmla="*/ 402 h 973"/>
                <a:gd name="T106" fmla="*/ 1460 w 1555"/>
                <a:gd name="T107" fmla="*/ 346 h 973"/>
                <a:gd name="T108" fmla="*/ 1478 w 1555"/>
                <a:gd name="T109" fmla="*/ 307 h 973"/>
                <a:gd name="T110" fmla="*/ 1549 w 1555"/>
                <a:gd name="T111" fmla="*/ 281 h 973"/>
                <a:gd name="T112" fmla="*/ 1476 w 1555"/>
                <a:gd name="T113" fmla="*/ 206 h 973"/>
                <a:gd name="T114" fmla="*/ 1486 w 1555"/>
                <a:gd name="T115" fmla="*/ 165 h 973"/>
                <a:gd name="T116" fmla="*/ 1512 w 1555"/>
                <a:gd name="T117" fmla="*/ 78 h 973"/>
                <a:gd name="T118" fmla="*/ 1485 w 1555"/>
                <a:gd name="T119" fmla="*/ 82 h 973"/>
                <a:gd name="T120" fmla="*/ 1548 w 1555"/>
                <a:gd name="T121" fmla="*/ 90 h 973"/>
                <a:gd name="T122" fmla="*/ 1498 w 1555"/>
                <a:gd name="T123" fmla="*/ 29 h 9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555" h="973">
                  <a:moveTo>
                    <a:pt x="96" y="90"/>
                  </a:moveTo>
                  <a:cubicBezTo>
                    <a:pt x="10" y="73"/>
                    <a:pt x="10" y="73"/>
                    <a:pt x="10" y="73"/>
                  </a:cubicBezTo>
                  <a:cubicBezTo>
                    <a:pt x="13" y="58"/>
                    <a:pt x="13" y="58"/>
                    <a:pt x="13" y="58"/>
                  </a:cubicBezTo>
                  <a:cubicBezTo>
                    <a:pt x="75" y="40"/>
                    <a:pt x="75" y="40"/>
                    <a:pt x="75" y="40"/>
                  </a:cubicBezTo>
                  <a:cubicBezTo>
                    <a:pt x="19" y="29"/>
                    <a:pt x="19" y="29"/>
                    <a:pt x="19" y="29"/>
                  </a:cubicBezTo>
                  <a:cubicBezTo>
                    <a:pt x="21" y="15"/>
                    <a:pt x="21" y="15"/>
                    <a:pt x="21" y="15"/>
                  </a:cubicBezTo>
                  <a:cubicBezTo>
                    <a:pt x="108" y="32"/>
                    <a:pt x="108" y="32"/>
                    <a:pt x="108" y="32"/>
                  </a:cubicBezTo>
                  <a:cubicBezTo>
                    <a:pt x="105" y="47"/>
                    <a:pt x="105" y="47"/>
                    <a:pt x="105" y="47"/>
                  </a:cubicBezTo>
                  <a:cubicBezTo>
                    <a:pt x="41" y="65"/>
                    <a:pt x="41" y="65"/>
                    <a:pt x="41" y="65"/>
                  </a:cubicBezTo>
                  <a:cubicBezTo>
                    <a:pt x="99" y="77"/>
                    <a:pt x="99" y="77"/>
                    <a:pt x="99" y="77"/>
                  </a:cubicBezTo>
                  <a:lnTo>
                    <a:pt x="96" y="90"/>
                  </a:lnTo>
                  <a:close/>
                  <a:moveTo>
                    <a:pt x="91" y="140"/>
                  </a:moveTo>
                  <a:cubicBezTo>
                    <a:pt x="0" y="162"/>
                    <a:pt x="0" y="162"/>
                    <a:pt x="0" y="162"/>
                  </a:cubicBezTo>
                  <a:cubicBezTo>
                    <a:pt x="2" y="145"/>
                    <a:pt x="2" y="145"/>
                    <a:pt x="2" y="145"/>
                  </a:cubicBezTo>
                  <a:cubicBezTo>
                    <a:pt x="22" y="141"/>
                    <a:pt x="22" y="141"/>
                    <a:pt x="22" y="141"/>
                  </a:cubicBezTo>
                  <a:cubicBezTo>
                    <a:pt x="25" y="111"/>
                    <a:pt x="25" y="111"/>
                    <a:pt x="25" y="111"/>
                  </a:cubicBezTo>
                  <a:cubicBezTo>
                    <a:pt x="6" y="103"/>
                    <a:pt x="6" y="103"/>
                    <a:pt x="6" y="103"/>
                  </a:cubicBezTo>
                  <a:cubicBezTo>
                    <a:pt x="7" y="87"/>
                    <a:pt x="7" y="87"/>
                    <a:pt x="7" y="87"/>
                  </a:cubicBezTo>
                  <a:cubicBezTo>
                    <a:pt x="92" y="124"/>
                    <a:pt x="92" y="124"/>
                    <a:pt x="92" y="124"/>
                  </a:cubicBezTo>
                  <a:lnTo>
                    <a:pt x="91" y="140"/>
                  </a:lnTo>
                  <a:close/>
                  <a:moveTo>
                    <a:pt x="71" y="130"/>
                  </a:moveTo>
                  <a:cubicBezTo>
                    <a:pt x="39" y="117"/>
                    <a:pt x="39" y="117"/>
                    <a:pt x="39" y="117"/>
                  </a:cubicBezTo>
                  <a:cubicBezTo>
                    <a:pt x="38" y="137"/>
                    <a:pt x="38" y="137"/>
                    <a:pt x="38" y="137"/>
                  </a:cubicBezTo>
                  <a:lnTo>
                    <a:pt x="71" y="130"/>
                  </a:lnTo>
                  <a:close/>
                  <a:moveTo>
                    <a:pt x="89" y="220"/>
                  </a:moveTo>
                  <a:cubicBezTo>
                    <a:pt x="30" y="220"/>
                    <a:pt x="30" y="220"/>
                    <a:pt x="30" y="220"/>
                  </a:cubicBezTo>
                  <a:cubicBezTo>
                    <a:pt x="88" y="189"/>
                    <a:pt x="88" y="189"/>
                    <a:pt x="88" y="189"/>
                  </a:cubicBezTo>
                  <a:cubicBezTo>
                    <a:pt x="88" y="174"/>
                    <a:pt x="88" y="174"/>
                    <a:pt x="88" y="174"/>
                  </a:cubicBezTo>
                  <a:cubicBezTo>
                    <a:pt x="0" y="175"/>
                    <a:pt x="0" y="175"/>
                    <a:pt x="0" y="175"/>
                  </a:cubicBezTo>
                  <a:cubicBezTo>
                    <a:pt x="0" y="189"/>
                    <a:pt x="0" y="189"/>
                    <a:pt x="0" y="189"/>
                  </a:cubicBezTo>
                  <a:cubicBezTo>
                    <a:pt x="58" y="189"/>
                    <a:pt x="58" y="189"/>
                    <a:pt x="58" y="189"/>
                  </a:cubicBezTo>
                  <a:cubicBezTo>
                    <a:pt x="1" y="219"/>
                    <a:pt x="1" y="219"/>
                    <a:pt x="1" y="219"/>
                  </a:cubicBezTo>
                  <a:cubicBezTo>
                    <a:pt x="1" y="235"/>
                    <a:pt x="1" y="235"/>
                    <a:pt x="1" y="235"/>
                  </a:cubicBezTo>
                  <a:cubicBezTo>
                    <a:pt x="89" y="234"/>
                    <a:pt x="89" y="234"/>
                    <a:pt x="89" y="234"/>
                  </a:cubicBezTo>
                  <a:lnTo>
                    <a:pt x="89" y="220"/>
                  </a:lnTo>
                  <a:close/>
                  <a:moveTo>
                    <a:pt x="39" y="294"/>
                  </a:moveTo>
                  <a:cubicBezTo>
                    <a:pt x="94" y="288"/>
                    <a:pt x="94" y="288"/>
                    <a:pt x="94" y="288"/>
                  </a:cubicBezTo>
                  <a:cubicBezTo>
                    <a:pt x="93" y="273"/>
                    <a:pt x="93" y="273"/>
                    <a:pt x="93" y="273"/>
                  </a:cubicBezTo>
                  <a:cubicBezTo>
                    <a:pt x="36" y="279"/>
                    <a:pt x="36" y="279"/>
                    <a:pt x="36" y="279"/>
                  </a:cubicBezTo>
                  <a:cubicBezTo>
                    <a:pt x="29" y="280"/>
                    <a:pt x="24" y="280"/>
                    <a:pt x="22" y="278"/>
                  </a:cubicBezTo>
                  <a:cubicBezTo>
                    <a:pt x="20" y="277"/>
                    <a:pt x="18" y="275"/>
                    <a:pt x="18" y="272"/>
                  </a:cubicBezTo>
                  <a:cubicBezTo>
                    <a:pt x="18" y="268"/>
                    <a:pt x="19" y="266"/>
                    <a:pt x="22" y="264"/>
                  </a:cubicBezTo>
                  <a:cubicBezTo>
                    <a:pt x="24" y="262"/>
                    <a:pt x="27" y="262"/>
                    <a:pt x="32" y="261"/>
                  </a:cubicBezTo>
                  <a:cubicBezTo>
                    <a:pt x="29" y="247"/>
                    <a:pt x="29" y="247"/>
                    <a:pt x="29" y="247"/>
                  </a:cubicBezTo>
                  <a:cubicBezTo>
                    <a:pt x="20" y="248"/>
                    <a:pt x="13" y="251"/>
                    <a:pt x="8" y="255"/>
                  </a:cubicBezTo>
                  <a:cubicBezTo>
                    <a:pt x="4" y="260"/>
                    <a:pt x="2" y="265"/>
                    <a:pt x="3" y="273"/>
                  </a:cubicBezTo>
                  <a:cubicBezTo>
                    <a:pt x="3" y="279"/>
                    <a:pt x="5" y="284"/>
                    <a:pt x="9" y="287"/>
                  </a:cubicBezTo>
                  <a:cubicBezTo>
                    <a:pt x="12" y="291"/>
                    <a:pt x="17" y="293"/>
                    <a:pt x="22" y="294"/>
                  </a:cubicBezTo>
                  <a:cubicBezTo>
                    <a:pt x="26" y="295"/>
                    <a:pt x="32" y="295"/>
                    <a:pt x="39" y="294"/>
                  </a:cubicBezTo>
                  <a:close/>
                  <a:moveTo>
                    <a:pt x="96" y="301"/>
                  </a:moveTo>
                  <a:cubicBezTo>
                    <a:pt x="10" y="316"/>
                    <a:pt x="10" y="316"/>
                    <a:pt x="10" y="316"/>
                  </a:cubicBezTo>
                  <a:cubicBezTo>
                    <a:pt x="12" y="331"/>
                    <a:pt x="12" y="331"/>
                    <a:pt x="12" y="331"/>
                  </a:cubicBezTo>
                  <a:cubicBezTo>
                    <a:pt x="99" y="316"/>
                    <a:pt x="99" y="316"/>
                    <a:pt x="99" y="316"/>
                  </a:cubicBezTo>
                  <a:lnTo>
                    <a:pt x="96" y="301"/>
                  </a:lnTo>
                  <a:close/>
                  <a:moveTo>
                    <a:pt x="111" y="372"/>
                  </a:moveTo>
                  <a:cubicBezTo>
                    <a:pt x="54" y="386"/>
                    <a:pt x="54" y="386"/>
                    <a:pt x="54" y="386"/>
                  </a:cubicBezTo>
                  <a:cubicBezTo>
                    <a:pt x="104" y="343"/>
                    <a:pt x="104" y="343"/>
                    <a:pt x="104" y="343"/>
                  </a:cubicBezTo>
                  <a:cubicBezTo>
                    <a:pt x="100" y="328"/>
                    <a:pt x="100" y="328"/>
                    <a:pt x="100" y="328"/>
                  </a:cubicBezTo>
                  <a:cubicBezTo>
                    <a:pt x="15" y="349"/>
                    <a:pt x="15" y="349"/>
                    <a:pt x="15" y="349"/>
                  </a:cubicBezTo>
                  <a:cubicBezTo>
                    <a:pt x="18" y="363"/>
                    <a:pt x="18" y="363"/>
                    <a:pt x="18" y="363"/>
                  </a:cubicBezTo>
                  <a:cubicBezTo>
                    <a:pt x="74" y="349"/>
                    <a:pt x="74" y="349"/>
                    <a:pt x="74" y="349"/>
                  </a:cubicBezTo>
                  <a:cubicBezTo>
                    <a:pt x="25" y="392"/>
                    <a:pt x="25" y="392"/>
                    <a:pt x="25" y="392"/>
                  </a:cubicBezTo>
                  <a:cubicBezTo>
                    <a:pt x="29" y="407"/>
                    <a:pt x="29" y="407"/>
                    <a:pt x="29" y="407"/>
                  </a:cubicBezTo>
                  <a:cubicBezTo>
                    <a:pt x="114" y="386"/>
                    <a:pt x="114" y="386"/>
                    <a:pt x="114" y="386"/>
                  </a:cubicBezTo>
                  <a:lnTo>
                    <a:pt x="111" y="372"/>
                  </a:lnTo>
                  <a:close/>
                  <a:moveTo>
                    <a:pt x="91" y="444"/>
                  </a:moveTo>
                  <a:cubicBezTo>
                    <a:pt x="77" y="449"/>
                    <a:pt x="77" y="449"/>
                    <a:pt x="77" y="449"/>
                  </a:cubicBezTo>
                  <a:cubicBezTo>
                    <a:pt x="83" y="466"/>
                    <a:pt x="83" y="466"/>
                    <a:pt x="83" y="466"/>
                  </a:cubicBezTo>
                  <a:cubicBezTo>
                    <a:pt x="72" y="469"/>
                    <a:pt x="72" y="469"/>
                    <a:pt x="72" y="469"/>
                  </a:cubicBezTo>
                  <a:cubicBezTo>
                    <a:pt x="70" y="468"/>
                    <a:pt x="67" y="466"/>
                    <a:pt x="65" y="463"/>
                  </a:cubicBezTo>
                  <a:cubicBezTo>
                    <a:pt x="62" y="461"/>
                    <a:pt x="61" y="458"/>
                    <a:pt x="59" y="455"/>
                  </a:cubicBezTo>
                  <a:cubicBezTo>
                    <a:pt x="57" y="449"/>
                    <a:pt x="58" y="443"/>
                    <a:pt x="62" y="438"/>
                  </a:cubicBezTo>
                  <a:cubicBezTo>
                    <a:pt x="65" y="433"/>
                    <a:pt x="72" y="428"/>
                    <a:pt x="82" y="424"/>
                  </a:cubicBezTo>
                  <a:cubicBezTo>
                    <a:pt x="91" y="421"/>
                    <a:pt x="98" y="420"/>
                    <a:pt x="104" y="422"/>
                  </a:cubicBezTo>
                  <a:cubicBezTo>
                    <a:pt x="110" y="424"/>
                    <a:pt x="114" y="429"/>
                    <a:pt x="116" y="435"/>
                  </a:cubicBezTo>
                  <a:cubicBezTo>
                    <a:pt x="118" y="439"/>
                    <a:pt x="118" y="443"/>
                    <a:pt x="117" y="446"/>
                  </a:cubicBezTo>
                  <a:cubicBezTo>
                    <a:pt x="115" y="450"/>
                    <a:pt x="113" y="453"/>
                    <a:pt x="109" y="455"/>
                  </a:cubicBezTo>
                  <a:cubicBezTo>
                    <a:pt x="117" y="468"/>
                    <a:pt x="117" y="468"/>
                    <a:pt x="117" y="468"/>
                  </a:cubicBezTo>
                  <a:cubicBezTo>
                    <a:pt x="124" y="464"/>
                    <a:pt x="129" y="459"/>
                    <a:pt x="132" y="452"/>
                  </a:cubicBezTo>
                  <a:cubicBezTo>
                    <a:pt x="134" y="446"/>
                    <a:pt x="134" y="438"/>
                    <a:pt x="131" y="430"/>
                  </a:cubicBezTo>
                  <a:cubicBezTo>
                    <a:pt x="128" y="423"/>
                    <a:pt x="125" y="418"/>
                    <a:pt x="121" y="414"/>
                  </a:cubicBezTo>
                  <a:cubicBezTo>
                    <a:pt x="115" y="410"/>
                    <a:pt x="108" y="407"/>
                    <a:pt x="100" y="406"/>
                  </a:cubicBezTo>
                  <a:cubicBezTo>
                    <a:pt x="93" y="406"/>
                    <a:pt x="84" y="407"/>
                    <a:pt x="76" y="410"/>
                  </a:cubicBezTo>
                  <a:cubicBezTo>
                    <a:pt x="68" y="413"/>
                    <a:pt x="61" y="417"/>
                    <a:pt x="55" y="422"/>
                  </a:cubicBezTo>
                  <a:cubicBezTo>
                    <a:pt x="49" y="427"/>
                    <a:pt x="46" y="433"/>
                    <a:pt x="44" y="440"/>
                  </a:cubicBezTo>
                  <a:cubicBezTo>
                    <a:pt x="42" y="447"/>
                    <a:pt x="43" y="454"/>
                    <a:pt x="46" y="461"/>
                  </a:cubicBezTo>
                  <a:cubicBezTo>
                    <a:pt x="48" y="467"/>
                    <a:pt x="51" y="472"/>
                    <a:pt x="56" y="477"/>
                  </a:cubicBezTo>
                  <a:cubicBezTo>
                    <a:pt x="60" y="482"/>
                    <a:pt x="65" y="485"/>
                    <a:pt x="69" y="487"/>
                  </a:cubicBezTo>
                  <a:cubicBezTo>
                    <a:pt x="102" y="475"/>
                    <a:pt x="102" y="475"/>
                    <a:pt x="102" y="475"/>
                  </a:cubicBezTo>
                  <a:lnTo>
                    <a:pt x="91" y="444"/>
                  </a:lnTo>
                  <a:close/>
                  <a:moveTo>
                    <a:pt x="144" y="570"/>
                  </a:moveTo>
                  <a:cubicBezTo>
                    <a:pt x="184" y="548"/>
                    <a:pt x="184" y="548"/>
                    <a:pt x="184" y="548"/>
                  </a:cubicBezTo>
                  <a:cubicBezTo>
                    <a:pt x="177" y="535"/>
                    <a:pt x="177" y="535"/>
                    <a:pt x="177" y="535"/>
                  </a:cubicBezTo>
                  <a:cubicBezTo>
                    <a:pt x="135" y="558"/>
                    <a:pt x="135" y="558"/>
                    <a:pt x="135" y="558"/>
                  </a:cubicBezTo>
                  <a:cubicBezTo>
                    <a:pt x="128" y="561"/>
                    <a:pt x="124" y="563"/>
                    <a:pt x="121" y="564"/>
                  </a:cubicBezTo>
                  <a:cubicBezTo>
                    <a:pt x="118" y="565"/>
                    <a:pt x="115" y="565"/>
                    <a:pt x="112" y="564"/>
                  </a:cubicBezTo>
                  <a:cubicBezTo>
                    <a:pt x="110" y="563"/>
                    <a:pt x="107" y="561"/>
                    <a:pt x="105" y="557"/>
                  </a:cubicBezTo>
                  <a:cubicBezTo>
                    <a:pt x="103" y="553"/>
                    <a:pt x="102" y="550"/>
                    <a:pt x="103" y="547"/>
                  </a:cubicBezTo>
                  <a:cubicBezTo>
                    <a:pt x="104" y="544"/>
                    <a:pt x="106" y="541"/>
                    <a:pt x="109" y="539"/>
                  </a:cubicBezTo>
                  <a:cubicBezTo>
                    <a:pt x="110" y="537"/>
                    <a:pt x="115" y="535"/>
                    <a:pt x="121" y="531"/>
                  </a:cubicBezTo>
                  <a:cubicBezTo>
                    <a:pt x="163" y="509"/>
                    <a:pt x="163" y="509"/>
                    <a:pt x="163" y="509"/>
                  </a:cubicBezTo>
                  <a:cubicBezTo>
                    <a:pt x="156" y="495"/>
                    <a:pt x="156" y="495"/>
                    <a:pt x="156" y="495"/>
                  </a:cubicBezTo>
                  <a:cubicBezTo>
                    <a:pt x="115" y="518"/>
                    <a:pt x="115" y="518"/>
                    <a:pt x="115" y="518"/>
                  </a:cubicBezTo>
                  <a:cubicBezTo>
                    <a:pt x="106" y="522"/>
                    <a:pt x="100" y="526"/>
                    <a:pt x="96" y="529"/>
                  </a:cubicBezTo>
                  <a:cubicBezTo>
                    <a:pt x="93" y="532"/>
                    <a:pt x="91" y="534"/>
                    <a:pt x="89" y="538"/>
                  </a:cubicBezTo>
                  <a:cubicBezTo>
                    <a:pt x="88" y="541"/>
                    <a:pt x="87" y="545"/>
                    <a:pt x="87" y="549"/>
                  </a:cubicBezTo>
                  <a:cubicBezTo>
                    <a:pt x="87" y="553"/>
                    <a:pt x="89" y="558"/>
                    <a:pt x="92" y="565"/>
                  </a:cubicBezTo>
                  <a:cubicBezTo>
                    <a:pt x="95" y="570"/>
                    <a:pt x="98" y="574"/>
                    <a:pt x="101" y="576"/>
                  </a:cubicBezTo>
                  <a:cubicBezTo>
                    <a:pt x="104" y="579"/>
                    <a:pt x="108" y="580"/>
                    <a:pt x="112" y="581"/>
                  </a:cubicBezTo>
                  <a:cubicBezTo>
                    <a:pt x="115" y="581"/>
                    <a:pt x="119" y="581"/>
                    <a:pt x="123" y="579"/>
                  </a:cubicBezTo>
                  <a:cubicBezTo>
                    <a:pt x="128" y="578"/>
                    <a:pt x="135" y="575"/>
                    <a:pt x="144" y="570"/>
                  </a:cubicBezTo>
                  <a:close/>
                  <a:moveTo>
                    <a:pt x="216" y="596"/>
                  </a:moveTo>
                  <a:cubicBezTo>
                    <a:pt x="168" y="629"/>
                    <a:pt x="168" y="629"/>
                    <a:pt x="168" y="629"/>
                  </a:cubicBezTo>
                  <a:cubicBezTo>
                    <a:pt x="199" y="571"/>
                    <a:pt x="199" y="571"/>
                    <a:pt x="199" y="571"/>
                  </a:cubicBezTo>
                  <a:cubicBezTo>
                    <a:pt x="191" y="558"/>
                    <a:pt x="191" y="558"/>
                    <a:pt x="191" y="558"/>
                  </a:cubicBezTo>
                  <a:cubicBezTo>
                    <a:pt x="118" y="608"/>
                    <a:pt x="118" y="608"/>
                    <a:pt x="118" y="608"/>
                  </a:cubicBezTo>
                  <a:cubicBezTo>
                    <a:pt x="126" y="620"/>
                    <a:pt x="126" y="620"/>
                    <a:pt x="126" y="620"/>
                  </a:cubicBezTo>
                  <a:cubicBezTo>
                    <a:pt x="173" y="587"/>
                    <a:pt x="173" y="587"/>
                    <a:pt x="173" y="587"/>
                  </a:cubicBezTo>
                  <a:cubicBezTo>
                    <a:pt x="143" y="644"/>
                    <a:pt x="143" y="644"/>
                    <a:pt x="143" y="644"/>
                  </a:cubicBezTo>
                  <a:cubicBezTo>
                    <a:pt x="152" y="657"/>
                    <a:pt x="152" y="657"/>
                    <a:pt x="152" y="657"/>
                  </a:cubicBezTo>
                  <a:cubicBezTo>
                    <a:pt x="224" y="607"/>
                    <a:pt x="224" y="607"/>
                    <a:pt x="224" y="607"/>
                  </a:cubicBezTo>
                  <a:lnTo>
                    <a:pt x="216" y="596"/>
                  </a:lnTo>
                  <a:close/>
                  <a:moveTo>
                    <a:pt x="233" y="617"/>
                  </a:moveTo>
                  <a:cubicBezTo>
                    <a:pt x="163" y="672"/>
                    <a:pt x="163" y="672"/>
                    <a:pt x="163" y="672"/>
                  </a:cubicBezTo>
                  <a:cubicBezTo>
                    <a:pt x="173" y="684"/>
                    <a:pt x="173" y="684"/>
                    <a:pt x="173" y="684"/>
                  </a:cubicBezTo>
                  <a:cubicBezTo>
                    <a:pt x="242" y="629"/>
                    <a:pt x="242" y="629"/>
                    <a:pt x="242" y="629"/>
                  </a:cubicBezTo>
                  <a:lnTo>
                    <a:pt x="233" y="617"/>
                  </a:lnTo>
                  <a:close/>
                  <a:moveTo>
                    <a:pt x="280" y="673"/>
                  </a:moveTo>
                  <a:cubicBezTo>
                    <a:pt x="220" y="703"/>
                    <a:pt x="220" y="703"/>
                    <a:pt x="220" y="703"/>
                  </a:cubicBezTo>
                  <a:cubicBezTo>
                    <a:pt x="255" y="645"/>
                    <a:pt x="255" y="645"/>
                    <a:pt x="255" y="645"/>
                  </a:cubicBezTo>
                  <a:cubicBezTo>
                    <a:pt x="244" y="633"/>
                    <a:pt x="244" y="633"/>
                    <a:pt x="244" y="633"/>
                  </a:cubicBezTo>
                  <a:cubicBezTo>
                    <a:pt x="197" y="712"/>
                    <a:pt x="197" y="712"/>
                    <a:pt x="197" y="712"/>
                  </a:cubicBezTo>
                  <a:cubicBezTo>
                    <a:pt x="208" y="724"/>
                    <a:pt x="208" y="724"/>
                    <a:pt x="208" y="724"/>
                  </a:cubicBezTo>
                  <a:cubicBezTo>
                    <a:pt x="291" y="685"/>
                    <a:pt x="291" y="685"/>
                    <a:pt x="291" y="685"/>
                  </a:cubicBezTo>
                  <a:lnTo>
                    <a:pt x="280" y="673"/>
                  </a:lnTo>
                  <a:close/>
                  <a:moveTo>
                    <a:pt x="272" y="734"/>
                  </a:moveTo>
                  <a:cubicBezTo>
                    <a:pt x="300" y="759"/>
                    <a:pt x="300" y="759"/>
                    <a:pt x="300" y="759"/>
                  </a:cubicBezTo>
                  <a:cubicBezTo>
                    <a:pt x="310" y="748"/>
                    <a:pt x="310" y="748"/>
                    <a:pt x="310" y="748"/>
                  </a:cubicBezTo>
                  <a:cubicBezTo>
                    <a:pt x="282" y="723"/>
                    <a:pt x="282" y="723"/>
                    <a:pt x="282" y="723"/>
                  </a:cubicBezTo>
                  <a:cubicBezTo>
                    <a:pt x="295" y="709"/>
                    <a:pt x="295" y="709"/>
                    <a:pt x="295" y="709"/>
                  </a:cubicBezTo>
                  <a:cubicBezTo>
                    <a:pt x="325" y="736"/>
                    <a:pt x="325" y="736"/>
                    <a:pt x="325" y="736"/>
                  </a:cubicBezTo>
                  <a:cubicBezTo>
                    <a:pt x="335" y="725"/>
                    <a:pt x="335" y="725"/>
                    <a:pt x="335" y="725"/>
                  </a:cubicBezTo>
                  <a:cubicBezTo>
                    <a:pt x="294" y="688"/>
                    <a:pt x="294" y="688"/>
                    <a:pt x="294" y="688"/>
                  </a:cubicBezTo>
                  <a:cubicBezTo>
                    <a:pt x="235" y="753"/>
                    <a:pt x="235" y="753"/>
                    <a:pt x="235" y="753"/>
                  </a:cubicBezTo>
                  <a:cubicBezTo>
                    <a:pt x="277" y="791"/>
                    <a:pt x="277" y="791"/>
                    <a:pt x="277" y="791"/>
                  </a:cubicBezTo>
                  <a:cubicBezTo>
                    <a:pt x="287" y="780"/>
                    <a:pt x="287" y="780"/>
                    <a:pt x="287" y="780"/>
                  </a:cubicBezTo>
                  <a:cubicBezTo>
                    <a:pt x="256" y="752"/>
                    <a:pt x="256" y="752"/>
                    <a:pt x="256" y="752"/>
                  </a:cubicBezTo>
                  <a:lnTo>
                    <a:pt x="272" y="734"/>
                  </a:lnTo>
                  <a:close/>
                  <a:moveTo>
                    <a:pt x="348" y="796"/>
                  </a:moveTo>
                  <a:cubicBezTo>
                    <a:pt x="349" y="800"/>
                    <a:pt x="350" y="803"/>
                    <a:pt x="350" y="807"/>
                  </a:cubicBezTo>
                  <a:cubicBezTo>
                    <a:pt x="350" y="810"/>
                    <a:pt x="349" y="816"/>
                    <a:pt x="348" y="823"/>
                  </a:cubicBezTo>
                  <a:cubicBezTo>
                    <a:pt x="345" y="843"/>
                    <a:pt x="345" y="843"/>
                    <a:pt x="345" y="843"/>
                  </a:cubicBezTo>
                  <a:cubicBezTo>
                    <a:pt x="331" y="832"/>
                    <a:pt x="331" y="832"/>
                    <a:pt x="331" y="832"/>
                  </a:cubicBezTo>
                  <a:cubicBezTo>
                    <a:pt x="333" y="810"/>
                    <a:pt x="333" y="810"/>
                    <a:pt x="333" y="810"/>
                  </a:cubicBezTo>
                  <a:cubicBezTo>
                    <a:pt x="334" y="802"/>
                    <a:pt x="335" y="797"/>
                    <a:pt x="334" y="795"/>
                  </a:cubicBezTo>
                  <a:cubicBezTo>
                    <a:pt x="334" y="793"/>
                    <a:pt x="334" y="791"/>
                    <a:pt x="333" y="789"/>
                  </a:cubicBezTo>
                  <a:cubicBezTo>
                    <a:pt x="332" y="788"/>
                    <a:pt x="330" y="786"/>
                    <a:pt x="327" y="784"/>
                  </a:cubicBezTo>
                  <a:cubicBezTo>
                    <a:pt x="325" y="782"/>
                    <a:pt x="325" y="782"/>
                    <a:pt x="325" y="782"/>
                  </a:cubicBezTo>
                  <a:cubicBezTo>
                    <a:pt x="303" y="812"/>
                    <a:pt x="303" y="812"/>
                    <a:pt x="303" y="812"/>
                  </a:cubicBezTo>
                  <a:cubicBezTo>
                    <a:pt x="291" y="802"/>
                    <a:pt x="291" y="802"/>
                    <a:pt x="291" y="802"/>
                  </a:cubicBezTo>
                  <a:cubicBezTo>
                    <a:pt x="343" y="732"/>
                    <a:pt x="343" y="732"/>
                    <a:pt x="343" y="732"/>
                  </a:cubicBezTo>
                  <a:cubicBezTo>
                    <a:pt x="369" y="751"/>
                    <a:pt x="369" y="751"/>
                    <a:pt x="369" y="751"/>
                  </a:cubicBezTo>
                  <a:cubicBezTo>
                    <a:pt x="375" y="756"/>
                    <a:pt x="380" y="760"/>
                    <a:pt x="382" y="763"/>
                  </a:cubicBezTo>
                  <a:cubicBezTo>
                    <a:pt x="384" y="766"/>
                    <a:pt x="384" y="770"/>
                    <a:pt x="384" y="775"/>
                  </a:cubicBezTo>
                  <a:cubicBezTo>
                    <a:pt x="383" y="780"/>
                    <a:pt x="381" y="784"/>
                    <a:pt x="378" y="788"/>
                  </a:cubicBezTo>
                  <a:cubicBezTo>
                    <a:pt x="374" y="793"/>
                    <a:pt x="369" y="797"/>
                    <a:pt x="364" y="798"/>
                  </a:cubicBezTo>
                  <a:cubicBezTo>
                    <a:pt x="359" y="800"/>
                    <a:pt x="353" y="799"/>
                    <a:pt x="348" y="796"/>
                  </a:cubicBezTo>
                  <a:close/>
                  <a:moveTo>
                    <a:pt x="354" y="785"/>
                  </a:moveTo>
                  <a:cubicBezTo>
                    <a:pt x="356" y="785"/>
                    <a:pt x="358" y="785"/>
                    <a:pt x="360" y="784"/>
                  </a:cubicBezTo>
                  <a:cubicBezTo>
                    <a:pt x="362" y="783"/>
                    <a:pt x="363" y="782"/>
                    <a:pt x="365" y="780"/>
                  </a:cubicBezTo>
                  <a:cubicBezTo>
                    <a:pt x="366" y="777"/>
                    <a:pt x="367" y="775"/>
                    <a:pt x="367" y="773"/>
                  </a:cubicBezTo>
                  <a:cubicBezTo>
                    <a:pt x="367" y="770"/>
                    <a:pt x="366" y="768"/>
                    <a:pt x="365" y="767"/>
                  </a:cubicBezTo>
                  <a:cubicBezTo>
                    <a:pt x="364" y="766"/>
                    <a:pt x="361" y="763"/>
                    <a:pt x="356" y="760"/>
                  </a:cubicBezTo>
                  <a:cubicBezTo>
                    <a:pt x="347" y="753"/>
                    <a:pt x="347" y="753"/>
                    <a:pt x="347" y="753"/>
                  </a:cubicBezTo>
                  <a:cubicBezTo>
                    <a:pt x="333" y="771"/>
                    <a:pt x="333" y="771"/>
                    <a:pt x="333" y="771"/>
                  </a:cubicBezTo>
                  <a:cubicBezTo>
                    <a:pt x="342" y="777"/>
                    <a:pt x="342" y="777"/>
                    <a:pt x="342" y="777"/>
                  </a:cubicBezTo>
                  <a:cubicBezTo>
                    <a:pt x="348" y="782"/>
                    <a:pt x="352" y="784"/>
                    <a:pt x="354" y="785"/>
                  </a:cubicBezTo>
                  <a:close/>
                  <a:moveTo>
                    <a:pt x="421" y="831"/>
                  </a:moveTo>
                  <a:cubicBezTo>
                    <a:pt x="419" y="828"/>
                    <a:pt x="415" y="823"/>
                    <a:pt x="410" y="818"/>
                  </a:cubicBezTo>
                  <a:cubicBezTo>
                    <a:pt x="405" y="812"/>
                    <a:pt x="402" y="808"/>
                    <a:pt x="401" y="805"/>
                  </a:cubicBezTo>
                  <a:cubicBezTo>
                    <a:pt x="401" y="803"/>
                    <a:pt x="401" y="801"/>
                    <a:pt x="402" y="800"/>
                  </a:cubicBezTo>
                  <a:cubicBezTo>
                    <a:pt x="403" y="798"/>
                    <a:pt x="405" y="796"/>
                    <a:pt x="407" y="796"/>
                  </a:cubicBezTo>
                  <a:cubicBezTo>
                    <a:pt x="410" y="796"/>
                    <a:pt x="413" y="796"/>
                    <a:pt x="417" y="799"/>
                  </a:cubicBezTo>
                  <a:cubicBezTo>
                    <a:pt x="421" y="801"/>
                    <a:pt x="423" y="803"/>
                    <a:pt x="424" y="806"/>
                  </a:cubicBezTo>
                  <a:cubicBezTo>
                    <a:pt x="425" y="809"/>
                    <a:pt x="424" y="812"/>
                    <a:pt x="422" y="817"/>
                  </a:cubicBezTo>
                  <a:cubicBezTo>
                    <a:pt x="436" y="824"/>
                    <a:pt x="436" y="824"/>
                    <a:pt x="436" y="824"/>
                  </a:cubicBezTo>
                  <a:cubicBezTo>
                    <a:pt x="440" y="817"/>
                    <a:pt x="441" y="810"/>
                    <a:pt x="439" y="803"/>
                  </a:cubicBezTo>
                  <a:cubicBezTo>
                    <a:pt x="438" y="797"/>
                    <a:pt x="433" y="791"/>
                    <a:pt x="425" y="786"/>
                  </a:cubicBezTo>
                  <a:cubicBezTo>
                    <a:pt x="420" y="783"/>
                    <a:pt x="415" y="782"/>
                    <a:pt x="411" y="781"/>
                  </a:cubicBezTo>
                  <a:cubicBezTo>
                    <a:pt x="406" y="781"/>
                    <a:pt x="402" y="782"/>
                    <a:pt x="398" y="784"/>
                  </a:cubicBezTo>
                  <a:cubicBezTo>
                    <a:pt x="394" y="786"/>
                    <a:pt x="391" y="789"/>
                    <a:pt x="389" y="793"/>
                  </a:cubicBezTo>
                  <a:cubicBezTo>
                    <a:pt x="385" y="799"/>
                    <a:pt x="384" y="805"/>
                    <a:pt x="386" y="812"/>
                  </a:cubicBezTo>
                  <a:cubicBezTo>
                    <a:pt x="387" y="817"/>
                    <a:pt x="390" y="822"/>
                    <a:pt x="396" y="828"/>
                  </a:cubicBezTo>
                  <a:cubicBezTo>
                    <a:pt x="400" y="833"/>
                    <a:pt x="403" y="836"/>
                    <a:pt x="404" y="838"/>
                  </a:cubicBezTo>
                  <a:cubicBezTo>
                    <a:pt x="406" y="840"/>
                    <a:pt x="407" y="842"/>
                    <a:pt x="407" y="844"/>
                  </a:cubicBezTo>
                  <a:cubicBezTo>
                    <a:pt x="407" y="845"/>
                    <a:pt x="407" y="847"/>
                    <a:pt x="406" y="849"/>
                  </a:cubicBezTo>
                  <a:cubicBezTo>
                    <a:pt x="404" y="852"/>
                    <a:pt x="402" y="854"/>
                    <a:pt x="398" y="854"/>
                  </a:cubicBezTo>
                  <a:cubicBezTo>
                    <a:pt x="395" y="855"/>
                    <a:pt x="391" y="854"/>
                    <a:pt x="387" y="852"/>
                  </a:cubicBezTo>
                  <a:cubicBezTo>
                    <a:pt x="383" y="850"/>
                    <a:pt x="380" y="847"/>
                    <a:pt x="380" y="843"/>
                  </a:cubicBezTo>
                  <a:cubicBezTo>
                    <a:pt x="379" y="839"/>
                    <a:pt x="379" y="835"/>
                    <a:pt x="381" y="829"/>
                  </a:cubicBezTo>
                  <a:cubicBezTo>
                    <a:pt x="368" y="823"/>
                    <a:pt x="368" y="823"/>
                    <a:pt x="368" y="823"/>
                  </a:cubicBezTo>
                  <a:cubicBezTo>
                    <a:pt x="364" y="832"/>
                    <a:pt x="363" y="840"/>
                    <a:pt x="364" y="847"/>
                  </a:cubicBezTo>
                  <a:cubicBezTo>
                    <a:pt x="366" y="854"/>
                    <a:pt x="371" y="860"/>
                    <a:pt x="379" y="865"/>
                  </a:cubicBezTo>
                  <a:cubicBezTo>
                    <a:pt x="385" y="868"/>
                    <a:pt x="390" y="870"/>
                    <a:pt x="395" y="870"/>
                  </a:cubicBezTo>
                  <a:cubicBezTo>
                    <a:pt x="400" y="871"/>
                    <a:pt x="404" y="870"/>
                    <a:pt x="408" y="867"/>
                  </a:cubicBezTo>
                  <a:cubicBezTo>
                    <a:pt x="413" y="865"/>
                    <a:pt x="416" y="861"/>
                    <a:pt x="419" y="857"/>
                  </a:cubicBezTo>
                  <a:cubicBezTo>
                    <a:pt x="421" y="852"/>
                    <a:pt x="423" y="847"/>
                    <a:pt x="423" y="843"/>
                  </a:cubicBezTo>
                  <a:cubicBezTo>
                    <a:pt x="424" y="839"/>
                    <a:pt x="423" y="835"/>
                    <a:pt x="421" y="831"/>
                  </a:cubicBezTo>
                  <a:close/>
                  <a:moveTo>
                    <a:pt x="460" y="807"/>
                  </a:moveTo>
                  <a:cubicBezTo>
                    <a:pt x="420" y="886"/>
                    <a:pt x="420" y="886"/>
                    <a:pt x="420" y="886"/>
                  </a:cubicBezTo>
                  <a:cubicBezTo>
                    <a:pt x="433" y="893"/>
                    <a:pt x="433" y="893"/>
                    <a:pt x="433" y="893"/>
                  </a:cubicBezTo>
                  <a:cubicBezTo>
                    <a:pt x="473" y="814"/>
                    <a:pt x="473" y="814"/>
                    <a:pt x="473" y="814"/>
                  </a:cubicBezTo>
                  <a:lnTo>
                    <a:pt x="460" y="807"/>
                  </a:lnTo>
                  <a:close/>
                  <a:moveTo>
                    <a:pt x="555" y="885"/>
                  </a:moveTo>
                  <a:cubicBezTo>
                    <a:pt x="549" y="846"/>
                    <a:pt x="549" y="846"/>
                    <a:pt x="549" y="846"/>
                  </a:cubicBezTo>
                  <a:cubicBezTo>
                    <a:pt x="533" y="841"/>
                    <a:pt x="533" y="841"/>
                    <a:pt x="533" y="841"/>
                  </a:cubicBezTo>
                  <a:cubicBezTo>
                    <a:pt x="533" y="841"/>
                    <a:pt x="533" y="841"/>
                    <a:pt x="533" y="841"/>
                  </a:cubicBezTo>
                  <a:cubicBezTo>
                    <a:pt x="479" y="818"/>
                    <a:pt x="479" y="818"/>
                    <a:pt x="479" y="818"/>
                  </a:cubicBezTo>
                  <a:cubicBezTo>
                    <a:pt x="473" y="831"/>
                    <a:pt x="473" y="831"/>
                    <a:pt x="473" y="831"/>
                  </a:cubicBezTo>
                  <a:cubicBezTo>
                    <a:pt x="493" y="840"/>
                    <a:pt x="493" y="840"/>
                    <a:pt x="493" y="840"/>
                  </a:cubicBezTo>
                  <a:cubicBezTo>
                    <a:pt x="465" y="907"/>
                    <a:pt x="465" y="907"/>
                    <a:pt x="465" y="907"/>
                  </a:cubicBezTo>
                  <a:cubicBezTo>
                    <a:pt x="479" y="913"/>
                    <a:pt x="479" y="913"/>
                    <a:pt x="479" y="913"/>
                  </a:cubicBezTo>
                  <a:cubicBezTo>
                    <a:pt x="507" y="846"/>
                    <a:pt x="507" y="846"/>
                    <a:pt x="507" y="846"/>
                  </a:cubicBezTo>
                  <a:cubicBezTo>
                    <a:pt x="528" y="855"/>
                    <a:pt x="528" y="855"/>
                    <a:pt x="528" y="855"/>
                  </a:cubicBezTo>
                  <a:cubicBezTo>
                    <a:pt x="533" y="843"/>
                    <a:pt x="533" y="843"/>
                    <a:pt x="533" y="843"/>
                  </a:cubicBezTo>
                  <a:cubicBezTo>
                    <a:pt x="543" y="898"/>
                    <a:pt x="543" y="898"/>
                    <a:pt x="543" y="898"/>
                  </a:cubicBezTo>
                  <a:cubicBezTo>
                    <a:pt x="531" y="933"/>
                    <a:pt x="531" y="933"/>
                    <a:pt x="531" y="933"/>
                  </a:cubicBezTo>
                  <a:cubicBezTo>
                    <a:pt x="546" y="937"/>
                    <a:pt x="546" y="937"/>
                    <a:pt x="546" y="937"/>
                  </a:cubicBezTo>
                  <a:cubicBezTo>
                    <a:pt x="557" y="902"/>
                    <a:pt x="557" y="902"/>
                    <a:pt x="557" y="902"/>
                  </a:cubicBezTo>
                  <a:cubicBezTo>
                    <a:pt x="599" y="862"/>
                    <a:pt x="599" y="862"/>
                    <a:pt x="599" y="862"/>
                  </a:cubicBezTo>
                  <a:cubicBezTo>
                    <a:pt x="582" y="857"/>
                    <a:pt x="582" y="857"/>
                    <a:pt x="582" y="857"/>
                  </a:cubicBezTo>
                  <a:lnTo>
                    <a:pt x="555" y="885"/>
                  </a:lnTo>
                  <a:close/>
                  <a:moveTo>
                    <a:pt x="685" y="889"/>
                  </a:moveTo>
                  <a:cubicBezTo>
                    <a:pt x="690" y="899"/>
                    <a:pt x="691" y="910"/>
                    <a:pt x="689" y="924"/>
                  </a:cubicBezTo>
                  <a:cubicBezTo>
                    <a:pt x="686" y="938"/>
                    <a:pt x="681" y="949"/>
                    <a:pt x="673" y="955"/>
                  </a:cubicBezTo>
                  <a:cubicBezTo>
                    <a:pt x="666" y="962"/>
                    <a:pt x="656" y="965"/>
                    <a:pt x="645" y="963"/>
                  </a:cubicBezTo>
                  <a:cubicBezTo>
                    <a:pt x="635" y="961"/>
                    <a:pt x="626" y="955"/>
                    <a:pt x="621" y="947"/>
                  </a:cubicBezTo>
                  <a:cubicBezTo>
                    <a:pt x="616" y="937"/>
                    <a:pt x="615" y="926"/>
                    <a:pt x="617" y="912"/>
                  </a:cubicBezTo>
                  <a:cubicBezTo>
                    <a:pt x="619" y="904"/>
                    <a:pt x="621" y="896"/>
                    <a:pt x="624" y="891"/>
                  </a:cubicBezTo>
                  <a:cubicBezTo>
                    <a:pt x="627" y="887"/>
                    <a:pt x="630" y="883"/>
                    <a:pt x="633" y="880"/>
                  </a:cubicBezTo>
                  <a:cubicBezTo>
                    <a:pt x="637" y="877"/>
                    <a:pt x="640" y="875"/>
                    <a:pt x="644" y="874"/>
                  </a:cubicBezTo>
                  <a:cubicBezTo>
                    <a:pt x="649" y="872"/>
                    <a:pt x="655" y="872"/>
                    <a:pt x="661" y="873"/>
                  </a:cubicBezTo>
                  <a:cubicBezTo>
                    <a:pt x="671" y="875"/>
                    <a:pt x="679" y="880"/>
                    <a:pt x="685" y="889"/>
                  </a:cubicBezTo>
                  <a:close/>
                  <a:moveTo>
                    <a:pt x="672" y="898"/>
                  </a:moveTo>
                  <a:cubicBezTo>
                    <a:pt x="669" y="892"/>
                    <a:pt x="664" y="889"/>
                    <a:pt x="658" y="888"/>
                  </a:cubicBezTo>
                  <a:cubicBezTo>
                    <a:pt x="652" y="887"/>
                    <a:pt x="647" y="889"/>
                    <a:pt x="642" y="893"/>
                  </a:cubicBezTo>
                  <a:cubicBezTo>
                    <a:pt x="637" y="897"/>
                    <a:pt x="634" y="904"/>
                    <a:pt x="633" y="914"/>
                  </a:cubicBezTo>
                  <a:cubicBezTo>
                    <a:pt x="631" y="924"/>
                    <a:pt x="631" y="932"/>
                    <a:pt x="635" y="938"/>
                  </a:cubicBezTo>
                  <a:cubicBezTo>
                    <a:pt x="637" y="943"/>
                    <a:pt x="642" y="947"/>
                    <a:pt x="648" y="948"/>
                  </a:cubicBezTo>
                  <a:cubicBezTo>
                    <a:pt x="654" y="949"/>
                    <a:pt x="659" y="947"/>
                    <a:pt x="664" y="943"/>
                  </a:cubicBezTo>
                  <a:cubicBezTo>
                    <a:pt x="669" y="938"/>
                    <a:pt x="672" y="931"/>
                    <a:pt x="673" y="921"/>
                  </a:cubicBezTo>
                  <a:cubicBezTo>
                    <a:pt x="675" y="911"/>
                    <a:pt x="675" y="903"/>
                    <a:pt x="672" y="898"/>
                  </a:cubicBezTo>
                  <a:close/>
                  <a:moveTo>
                    <a:pt x="698" y="969"/>
                  </a:moveTo>
                  <a:cubicBezTo>
                    <a:pt x="713" y="970"/>
                    <a:pt x="713" y="970"/>
                    <a:pt x="713" y="970"/>
                  </a:cubicBezTo>
                  <a:cubicBezTo>
                    <a:pt x="716" y="933"/>
                    <a:pt x="716" y="933"/>
                    <a:pt x="716" y="933"/>
                  </a:cubicBezTo>
                  <a:cubicBezTo>
                    <a:pt x="747" y="935"/>
                    <a:pt x="747" y="935"/>
                    <a:pt x="747" y="935"/>
                  </a:cubicBezTo>
                  <a:cubicBezTo>
                    <a:pt x="748" y="920"/>
                    <a:pt x="748" y="920"/>
                    <a:pt x="748" y="920"/>
                  </a:cubicBezTo>
                  <a:cubicBezTo>
                    <a:pt x="717" y="918"/>
                    <a:pt x="717" y="918"/>
                    <a:pt x="717" y="918"/>
                  </a:cubicBezTo>
                  <a:cubicBezTo>
                    <a:pt x="718" y="897"/>
                    <a:pt x="718" y="897"/>
                    <a:pt x="718" y="897"/>
                  </a:cubicBezTo>
                  <a:cubicBezTo>
                    <a:pt x="754" y="900"/>
                    <a:pt x="754" y="900"/>
                    <a:pt x="754" y="900"/>
                  </a:cubicBezTo>
                  <a:cubicBezTo>
                    <a:pt x="755" y="885"/>
                    <a:pt x="755" y="885"/>
                    <a:pt x="755" y="885"/>
                  </a:cubicBezTo>
                  <a:cubicBezTo>
                    <a:pt x="704" y="881"/>
                    <a:pt x="704" y="881"/>
                    <a:pt x="704" y="881"/>
                  </a:cubicBezTo>
                  <a:lnTo>
                    <a:pt x="698" y="969"/>
                  </a:lnTo>
                  <a:close/>
                  <a:moveTo>
                    <a:pt x="840" y="921"/>
                  </a:moveTo>
                  <a:cubicBezTo>
                    <a:pt x="836" y="920"/>
                    <a:pt x="831" y="918"/>
                    <a:pt x="823" y="916"/>
                  </a:cubicBezTo>
                  <a:cubicBezTo>
                    <a:pt x="816" y="915"/>
                    <a:pt x="811" y="913"/>
                    <a:pt x="809" y="911"/>
                  </a:cubicBezTo>
                  <a:cubicBezTo>
                    <a:pt x="808" y="910"/>
                    <a:pt x="807" y="908"/>
                    <a:pt x="807" y="906"/>
                  </a:cubicBezTo>
                  <a:cubicBezTo>
                    <a:pt x="807" y="904"/>
                    <a:pt x="807" y="902"/>
                    <a:pt x="809" y="900"/>
                  </a:cubicBezTo>
                  <a:cubicBezTo>
                    <a:pt x="811" y="898"/>
                    <a:pt x="815" y="897"/>
                    <a:pt x="819" y="897"/>
                  </a:cubicBezTo>
                  <a:cubicBezTo>
                    <a:pt x="823" y="896"/>
                    <a:pt x="826" y="897"/>
                    <a:pt x="829" y="899"/>
                  </a:cubicBezTo>
                  <a:cubicBezTo>
                    <a:pt x="831" y="901"/>
                    <a:pt x="832" y="904"/>
                    <a:pt x="833" y="908"/>
                  </a:cubicBezTo>
                  <a:cubicBezTo>
                    <a:pt x="848" y="907"/>
                    <a:pt x="848" y="907"/>
                    <a:pt x="848" y="907"/>
                  </a:cubicBezTo>
                  <a:cubicBezTo>
                    <a:pt x="848" y="899"/>
                    <a:pt x="845" y="892"/>
                    <a:pt x="840" y="888"/>
                  </a:cubicBezTo>
                  <a:cubicBezTo>
                    <a:pt x="835" y="883"/>
                    <a:pt x="827" y="881"/>
                    <a:pt x="818" y="882"/>
                  </a:cubicBezTo>
                  <a:cubicBezTo>
                    <a:pt x="812" y="882"/>
                    <a:pt x="808" y="884"/>
                    <a:pt x="804" y="886"/>
                  </a:cubicBezTo>
                  <a:cubicBezTo>
                    <a:pt x="800" y="888"/>
                    <a:pt x="797" y="891"/>
                    <a:pt x="795" y="895"/>
                  </a:cubicBezTo>
                  <a:cubicBezTo>
                    <a:pt x="793" y="899"/>
                    <a:pt x="792" y="904"/>
                    <a:pt x="792" y="908"/>
                  </a:cubicBezTo>
                  <a:cubicBezTo>
                    <a:pt x="793" y="915"/>
                    <a:pt x="795" y="921"/>
                    <a:pt x="800" y="925"/>
                  </a:cubicBezTo>
                  <a:cubicBezTo>
                    <a:pt x="804" y="929"/>
                    <a:pt x="810" y="931"/>
                    <a:pt x="818" y="933"/>
                  </a:cubicBezTo>
                  <a:cubicBezTo>
                    <a:pt x="824" y="934"/>
                    <a:pt x="828" y="935"/>
                    <a:pt x="830" y="936"/>
                  </a:cubicBezTo>
                  <a:cubicBezTo>
                    <a:pt x="833" y="937"/>
                    <a:pt x="835" y="938"/>
                    <a:pt x="836" y="940"/>
                  </a:cubicBezTo>
                  <a:cubicBezTo>
                    <a:pt x="837" y="941"/>
                    <a:pt x="838" y="943"/>
                    <a:pt x="838" y="945"/>
                  </a:cubicBezTo>
                  <a:cubicBezTo>
                    <a:pt x="838" y="948"/>
                    <a:pt x="837" y="951"/>
                    <a:pt x="834" y="954"/>
                  </a:cubicBezTo>
                  <a:cubicBezTo>
                    <a:pt x="832" y="956"/>
                    <a:pt x="829" y="958"/>
                    <a:pt x="824" y="958"/>
                  </a:cubicBezTo>
                  <a:cubicBezTo>
                    <a:pt x="819" y="958"/>
                    <a:pt x="815" y="957"/>
                    <a:pt x="813" y="954"/>
                  </a:cubicBezTo>
                  <a:cubicBezTo>
                    <a:pt x="810" y="952"/>
                    <a:pt x="808" y="948"/>
                    <a:pt x="806" y="942"/>
                  </a:cubicBezTo>
                  <a:cubicBezTo>
                    <a:pt x="792" y="944"/>
                    <a:pt x="792" y="944"/>
                    <a:pt x="792" y="944"/>
                  </a:cubicBezTo>
                  <a:cubicBezTo>
                    <a:pt x="793" y="954"/>
                    <a:pt x="797" y="961"/>
                    <a:pt x="802" y="966"/>
                  </a:cubicBezTo>
                  <a:cubicBezTo>
                    <a:pt x="808" y="971"/>
                    <a:pt x="815" y="973"/>
                    <a:pt x="824" y="973"/>
                  </a:cubicBezTo>
                  <a:cubicBezTo>
                    <a:pt x="831" y="972"/>
                    <a:pt x="836" y="971"/>
                    <a:pt x="841" y="969"/>
                  </a:cubicBezTo>
                  <a:cubicBezTo>
                    <a:pt x="845" y="966"/>
                    <a:pt x="848" y="963"/>
                    <a:pt x="850" y="958"/>
                  </a:cubicBezTo>
                  <a:cubicBezTo>
                    <a:pt x="852" y="954"/>
                    <a:pt x="853" y="949"/>
                    <a:pt x="853" y="944"/>
                  </a:cubicBezTo>
                  <a:cubicBezTo>
                    <a:pt x="852" y="938"/>
                    <a:pt x="851" y="934"/>
                    <a:pt x="849" y="930"/>
                  </a:cubicBezTo>
                  <a:cubicBezTo>
                    <a:pt x="847" y="926"/>
                    <a:pt x="844" y="924"/>
                    <a:pt x="840" y="921"/>
                  </a:cubicBezTo>
                  <a:close/>
                  <a:moveTo>
                    <a:pt x="910" y="943"/>
                  </a:moveTo>
                  <a:cubicBezTo>
                    <a:pt x="908" y="946"/>
                    <a:pt x="905" y="948"/>
                    <a:pt x="901" y="949"/>
                  </a:cubicBezTo>
                  <a:cubicBezTo>
                    <a:pt x="896" y="950"/>
                    <a:pt x="891" y="948"/>
                    <a:pt x="887" y="944"/>
                  </a:cubicBezTo>
                  <a:cubicBezTo>
                    <a:pt x="883" y="940"/>
                    <a:pt x="880" y="932"/>
                    <a:pt x="878" y="921"/>
                  </a:cubicBezTo>
                  <a:cubicBezTo>
                    <a:pt x="876" y="911"/>
                    <a:pt x="877" y="903"/>
                    <a:pt x="879" y="898"/>
                  </a:cubicBezTo>
                  <a:cubicBezTo>
                    <a:pt x="882" y="893"/>
                    <a:pt x="886" y="890"/>
                    <a:pt x="892" y="889"/>
                  </a:cubicBezTo>
                  <a:cubicBezTo>
                    <a:pt x="896" y="888"/>
                    <a:pt x="899" y="889"/>
                    <a:pt x="902" y="891"/>
                  </a:cubicBezTo>
                  <a:cubicBezTo>
                    <a:pt x="905" y="893"/>
                    <a:pt x="908" y="897"/>
                    <a:pt x="909" y="901"/>
                  </a:cubicBezTo>
                  <a:cubicBezTo>
                    <a:pt x="923" y="895"/>
                    <a:pt x="923" y="895"/>
                    <a:pt x="923" y="895"/>
                  </a:cubicBezTo>
                  <a:cubicBezTo>
                    <a:pt x="921" y="888"/>
                    <a:pt x="917" y="883"/>
                    <a:pt x="913" y="880"/>
                  </a:cubicBezTo>
                  <a:cubicBezTo>
                    <a:pt x="907" y="874"/>
                    <a:pt x="899" y="872"/>
                    <a:pt x="890" y="874"/>
                  </a:cubicBezTo>
                  <a:cubicBezTo>
                    <a:pt x="879" y="876"/>
                    <a:pt x="872" y="881"/>
                    <a:pt x="867" y="890"/>
                  </a:cubicBezTo>
                  <a:cubicBezTo>
                    <a:pt x="862" y="899"/>
                    <a:pt x="860" y="911"/>
                    <a:pt x="863" y="925"/>
                  </a:cubicBezTo>
                  <a:cubicBezTo>
                    <a:pt x="865" y="939"/>
                    <a:pt x="870" y="949"/>
                    <a:pt x="877" y="956"/>
                  </a:cubicBezTo>
                  <a:cubicBezTo>
                    <a:pt x="885" y="963"/>
                    <a:pt x="894" y="965"/>
                    <a:pt x="904" y="964"/>
                  </a:cubicBezTo>
                  <a:cubicBezTo>
                    <a:pt x="911" y="962"/>
                    <a:pt x="918" y="959"/>
                    <a:pt x="922" y="954"/>
                  </a:cubicBezTo>
                  <a:cubicBezTo>
                    <a:pt x="926" y="948"/>
                    <a:pt x="929" y="941"/>
                    <a:pt x="930" y="931"/>
                  </a:cubicBezTo>
                  <a:cubicBezTo>
                    <a:pt x="914" y="928"/>
                    <a:pt x="914" y="928"/>
                    <a:pt x="914" y="928"/>
                  </a:cubicBezTo>
                  <a:cubicBezTo>
                    <a:pt x="914" y="934"/>
                    <a:pt x="913" y="939"/>
                    <a:pt x="910" y="943"/>
                  </a:cubicBezTo>
                  <a:close/>
                  <a:moveTo>
                    <a:pt x="929" y="868"/>
                  </a:moveTo>
                  <a:cubicBezTo>
                    <a:pt x="950" y="953"/>
                    <a:pt x="950" y="953"/>
                    <a:pt x="950" y="953"/>
                  </a:cubicBezTo>
                  <a:cubicBezTo>
                    <a:pt x="965" y="950"/>
                    <a:pt x="965" y="950"/>
                    <a:pt x="965" y="950"/>
                  </a:cubicBezTo>
                  <a:cubicBezTo>
                    <a:pt x="944" y="864"/>
                    <a:pt x="944" y="864"/>
                    <a:pt x="944" y="864"/>
                  </a:cubicBezTo>
                  <a:lnTo>
                    <a:pt x="929" y="868"/>
                  </a:lnTo>
                  <a:close/>
                  <a:moveTo>
                    <a:pt x="992" y="927"/>
                  </a:moveTo>
                  <a:cubicBezTo>
                    <a:pt x="985" y="904"/>
                    <a:pt x="985" y="904"/>
                    <a:pt x="985" y="904"/>
                  </a:cubicBezTo>
                  <a:cubicBezTo>
                    <a:pt x="1021" y="893"/>
                    <a:pt x="1021" y="893"/>
                    <a:pt x="1021" y="893"/>
                  </a:cubicBezTo>
                  <a:cubicBezTo>
                    <a:pt x="1016" y="879"/>
                    <a:pt x="1016" y="879"/>
                    <a:pt x="1016" y="879"/>
                  </a:cubicBezTo>
                  <a:cubicBezTo>
                    <a:pt x="980" y="890"/>
                    <a:pt x="980" y="890"/>
                    <a:pt x="980" y="890"/>
                  </a:cubicBezTo>
                  <a:cubicBezTo>
                    <a:pt x="975" y="871"/>
                    <a:pt x="975" y="871"/>
                    <a:pt x="975" y="871"/>
                  </a:cubicBezTo>
                  <a:cubicBezTo>
                    <a:pt x="1013" y="859"/>
                    <a:pt x="1013" y="859"/>
                    <a:pt x="1013" y="859"/>
                  </a:cubicBezTo>
                  <a:cubicBezTo>
                    <a:pt x="1009" y="845"/>
                    <a:pt x="1009" y="845"/>
                    <a:pt x="1009" y="845"/>
                  </a:cubicBezTo>
                  <a:cubicBezTo>
                    <a:pt x="956" y="862"/>
                    <a:pt x="956" y="862"/>
                    <a:pt x="956" y="862"/>
                  </a:cubicBezTo>
                  <a:cubicBezTo>
                    <a:pt x="982" y="946"/>
                    <a:pt x="982" y="946"/>
                    <a:pt x="982" y="946"/>
                  </a:cubicBezTo>
                  <a:cubicBezTo>
                    <a:pt x="1036" y="929"/>
                    <a:pt x="1036" y="929"/>
                    <a:pt x="1036" y="929"/>
                  </a:cubicBezTo>
                  <a:cubicBezTo>
                    <a:pt x="1032" y="915"/>
                    <a:pt x="1032" y="915"/>
                    <a:pt x="1032" y="915"/>
                  </a:cubicBezTo>
                  <a:lnTo>
                    <a:pt x="992" y="927"/>
                  </a:lnTo>
                  <a:close/>
                  <a:moveTo>
                    <a:pt x="1061" y="824"/>
                  </a:moveTo>
                  <a:cubicBezTo>
                    <a:pt x="1084" y="878"/>
                    <a:pt x="1084" y="878"/>
                    <a:pt x="1084" y="878"/>
                  </a:cubicBezTo>
                  <a:cubicBezTo>
                    <a:pt x="1032" y="836"/>
                    <a:pt x="1032" y="836"/>
                    <a:pt x="1032" y="836"/>
                  </a:cubicBezTo>
                  <a:cubicBezTo>
                    <a:pt x="1019" y="841"/>
                    <a:pt x="1019" y="841"/>
                    <a:pt x="1019" y="841"/>
                  </a:cubicBezTo>
                  <a:cubicBezTo>
                    <a:pt x="1053" y="922"/>
                    <a:pt x="1053" y="922"/>
                    <a:pt x="1053" y="922"/>
                  </a:cubicBezTo>
                  <a:cubicBezTo>
                    <a:pt x="1066" y="917"/>
                    <a:pt x="1066" y="917"/>
                    <a:pt x="1066" y="917"/>
                  </a:cubicBezTo>
                  <a:cubicBezTo>
                    <a:pt x="1044" y="864"/>
                    <a:pt x="1044" y="864"/>
                    <a:pt x="1044" y="864"/>
                  </a:cubicBezTo>
                  <a:cubicBezTo>
                    <a:pt x="1094" y="905"/>
                    <a:pt x="1094" y="905"/>
                    <a:pt x="1094" y="905"/>
                  </a:cubicBezTo>
                  <a:cubicBezTo>
                    <a:pt x="1108" y="899"/>
                    <a:pt x="1108" y="899"/>
                    <a:pt x="1108" y="899"/>
                  </a:cubicBezTo>
                  <a:cubicBezTo>
                    <a:pt x="1074" y="818"/>
                    <a:pt x="1074" y="818"/>
                    <a:pt x="1074" y="818"/>
                  </a:cubicBezTo>
                  <a:lnTo>
                    <a:pt x="1061" y="824"/>
                  </a:lnTo>
                  <a:close/>
                  <a:moveTo>
                    <a:pt x="1153" y="838"/>
                  </a:moveTo>
                  <a:cubicBezTo>
                    <a:pt x="1155" y="845"/>
                    <a:pt x="1156" y="850"/>
                    <a:pt x="1155" y="854"/>
                  </a:cubicBezTo>
                  <a:cubicBezTo>
                    <a:pt x="1154" y="858"/>
                    <a:pt x="1152" y="861"/>
                    <a:pt x="1148" y="863"/>
                  </a:cubicBezTo>
                  <a:cubicBezTo>
                    <a:pt x="1143" y="865"/>
                    <a:pt x="1138" y="865"/>
                    <a:pt x="1133" y="863"/>
                  </a:cubicBezTo>
                  <a:cubicBezTo>
                    <a:pt x="1128" y="860"/>
                    <a:pt x="1122" y="854"/>
                    <a:pt x="1117" y="845"/>
                  </a:cubicBezTo>
                  <a:cubicBezTo>
                    <a:pt x="1112" y="835"/>
                    <a:pt x="1110" y="828"/>
                    <a:pt x="1110" y="822"/>
                  </a:cubicBezTo>
                  <a:cubicBezTo>
                    <a:pt x="1111" y="816"/>
                    <a:pt x="1114" y="812"/>
                    <a:pt x="1119" y="809"/>
                  </a:cubicBezTo>
                  <a:cubicBezTo>
                    <a:pt x="1122" y="807"/>
                    <a:pt x="1126" y="807"/>
                    <a:pt x="1130" y="808"/>
                  </a:cubicBezTo>
                  <a:cubicBezTo>
                    <a:pt x="1133" y="809"/>
                    <a:pt x="1137" y="811"/>
                    <a:pt x="1140" y="815"/>
                  </a:cubicBezTo>
                  <a:cubicBezTo>
                    <a:pt x="1151" y="804"/>
                    <a:pt x="1151" y="804"/>
                    <a:pt x="1151" y="804"/>
                  </a:cubicBezTo>
                  <a:cubicBezTo>
                    <a:pt x="1146" y="798"/>
                    <a:pt x="1141" y="795"/>
                    <a:pt x="1136" y="793"/>
                  </a:cubicBezTo>
                  <a:cubicBezTo>
                    <a:pt x="1128" y="791"/>
                    <a:pt x="1120" y="791"/>
                    <a:pt x="1112" y="796"/>
                  </a:cubicBezTo>
                  <a:cubicBezTo>
                    <a:pt x="1103" y="801"/>
                    <a:pt x="1098" y="809"/>
                    <a:pt x="1096" y="819"/>
                  </a:cubicBezTo>
                  <a:cubicBezTo>
                    <a:pt x="1094" y="829"/>
                    <a:pt x="1097" y="840"/>
                    <a:pt x="1104" y="853"/>
                  </a:cubicBezTo>
                  <a:cubicBezTo>
                    <a:pt x="1111" y="865"/>
                    <a:pt x="1119" y="873"/>
                    <a:pt x="1128" y="877"/>
                  </a:cubicBezTo>
                  <a:cubicBezTo>
                    <a:pt x="1138" y="881"/>
                    <a:pt x="1147" y="881"/>
                    <a:pt x="1155" y="876"/>
                  </a:cubicBezTo>
                  <a:cubicBezTo>
                    <a:pt x="1163" y="872"/>
                    <a:pt x="1167" y="867"/>
                    <a:pt x="1169" y="860"/>
                  </a:cubicBezTo>
                  <a:cubicBezTo>
                    <a:pt x="1172" y="853"/>
                    <a:pt x="1172" y="845"/>
                    <a:pt x="1169" y="836"/>
                  </a:cubicBezTo>
                  <a:lnTo>
                    <a:pt x="1153" y="838"/>
                  </a:lnTo>
                  <a:close/>
                  <a:moveTo>
                    <a:pt x="1201" y="829"/>
                  </a:moveTo>
                  <a:cubicBezTo>
                    <a:pt x="1188" y="809"/>
                    <a:pt x="1188" y="809"/>
                    <a:pt x="1188" y="809"/>
                  </a:cubicBezTo>
                  <a:cubicBezTo>
                    <a:pt x="1218" y="788"/>
                    <a:pt x="1218" y="788"/>
                    <a:pt x="1218" y="788"/>
                  </a:cubicBezTo>
                  <a:cubicBezTo>
                    <a:pt x="1210" y="775"/>
                    <a:pt x="1210" y="775"/>
                    <a:pt x="1210" y="775"/>
                  </a:cubicBezTo>
                  <a:cubicBezTo>
                    <a:pt x="1179" y="797"/>
                    <a:pt x="1179" y="797"/>
                    <a:pt x="1179" y="797"/>
                  </a:cubicBezTo>
                  <a:cubicBezTo>
                    <a:pt x="1168" y="781"/>
                    <a:pt x="1168" y="781"/>
                    <a:pt x="1168" y="781"/>
                  </a:cubicBezTo>
                  <a:cubicBezTo>
                    <a:pt x="1201" y="758"/>
                    <a:pt x="1201" y="758"/>
                    <a:pt x="1201" y="758"/>
                  </a:cubicBezTo>
                  <a:cubicBezTo>
                    <a:pt x="1193" y="746"/>
                    <a:pt x="1193" y="746"/>
                    <a:pt x="1193" y="746"/>
                  </a:cubicBezTo>
                  <a:cubicBezTo>
                    <a:pt x="1147" y="777"/>
                    <a:pt x="1147" y="777"/>
                    <a:pt x="1147" y="777"/>
                  </a:cubicBezTo>
                  <a:cubicBezTo>
                    <a:pt x="1197" y="849"/>
                    <a:pt x="1197" y="849"/>
                    <a:pt x="1197" y="849"/>
                  </a:cubicBezTo>
                  <a:cubicBezTo>
                    <a:pt x="1244" y="817"/>
                    <a:pt x="1244" y="817"/>
                    <a:pt x="1244" y="817"/>
                  </a:cubicBezTo>
                  <a:cubicBezTo>
                    <a:pt x="1236" y="805"/>
                    <a:pt x="1236" y="805"/>
                    <a:pt x="1236" y="805"/>
                  </a:cubicBezTo>
                  <a:lnTo>
                    <a:pt x="1201" y="829"/>
                  </a:lnTo>
                  <a:close/>
                  <a:moveTo>
                    <a:pt x="1324" y="733"/>
                  </a:moveTo>
                  <a:cubicBezTo>
                    <a:pt x="1326" y="749"/>
                    <a:pt x="1326" y="749"/>
                    <a:pt x="1326" y="749"/>
                  </a:cubicBezTo>
                  <a:cubicBezTo>
                    <a:pt x="1321" y="750"/>
                    <a:pt x="1316" y="750"/>
                    <a:pt x="1310" y="750"/>
                  </a:cubicBezTo>
                  <a:cubicBezTo>
                    <a:pt x="1310" y="754"/>
                    <a:pt x="1310" y="758"/>
                    <a:pt x="1308" y="762"/>
                  </a:cubicBezTo>
                  <a:cubicBezTo>
                    <a:pt x="1307" y="765"/>
                    <a:pt x="1304" y="768"/>
                    <a:pt x="1301" y="771"/>
                  </a:cubicBezTo>
                  <a:cubicBezTo>
                    <a:pt x="1294" y="778"/>
                    <a:pt x="1287" y="780"/>
                    <a:pt x="1279" y="779"/>
                  </a:cubicBezTo>
                  <a:cubicBezTo>
                    <a:pt x="1273" y="778"/>
                    <a:pt x="1268" y="775"/>
                    <a:pt x="1264" y="771"/>
                  </a:cubicBezTo>
                  <a:cubicBezTo>
                    <a:pt x="1260" y="766"/>
                    <a:pt x="1258" y="762"/>
                    <a:pt x="1257" y="757"/>
                  </a:cubicBezTo>
                  <a:cubicBezTo>
                    <a:pt x="1256" y="751"/>
                    <a:pt x="1256" y="746"/>
                    <a:pt x="1258" y="739"/>
                  </a:cubicBezTo>
                  <a:cubicBezTo>
                    <a:pt x="1254" y="738"/>
                    <a:pt x="1250" y="737"/>
                    <a:pt x="1247" y="736"/>
                  </a:cubicBezTo>
                  <a:cubicBezTo>
                    <a:pt x="1244" y="734"/>
                    <a:pt x="1241" y="732"/>
                    <a:pt x="1239" y="730"/>
                  </a:cubicBezTo>
                  <a:cubicBezTo>
                    <a:pt x="1236" y="726"/>
                    <a:pt x="1234" y="722"/>
                    <a:pt x="1234" y="717"/>
                  </a:cubicBezTo>
                  <a:cubicBezTo>
                    <a:pt x="1234" y="711"/>
                    <a:pt x="1237" y="707"/>
                    <a:pt x="1242" y="702"/>
                  </a:cubicBezTo>
                  <a:cubicBezTo>
                    <a:pt x="1246" y="698"/>
                    <a:pt x="1251" y="696"/>
                    <a:pt x="1257" y="696"/>
                  </a:cubicBezTo>
                  <a:cubicBezTo>
                    <a:pt x="1262" y="696"/>
                    <a:pt x="1267" y="699"/>
                    <a:pt x="1270" y="703"/>
                  </a:cubicBezTo>
                  <a:cubicBezTo>
                    <a:pt x="1273" y="705"/>
                    <a:pt x="1275" y="709"/>
                    <a:pt x="1275" y="712"/>
                  </a:cubicBezTo>
                  <a:cubicBezTo>
                    <a:pt x="1276" y="716"/>
                    <a:pt x="1276" y="721"/>
                    <a:pt x="1275" y="727"/>
                  </a:cubicBezTo>
                  <a:cubicBezTo>
                    <a:pt x="1293" y="732"/>
                    <a:pt x="1293" y="732"/>
                    <a:pt x="1293" y="732"/>
                  </a:cubicBezTo>
                  <a:cubicBezTo>
                    <a:pt x="1292" y="730"/>
                    <a:pt x="1291" y="726"/>
                    <a:pt x="1289" y="723"/>
                  </a:cubicBezTo>
                  <a:cubicBezTo>
                    <a:pt x="1301" y="717"/>
                    <a:pt x="1301" y="717"/>
                    <a:pt x="1301" y="717"/>
                  </a:cubicBezTo>
                  <a:cubicBezTo>
                    <a:pt x="1303" y="721"/>
                    <a:pt x="1305" y="725"/>
                    <a:pt x="1306" y="727"/>
                  </a:cubicBezTo>
                  <a:cubicBezTo>
                    <a:pt x="1307" y="730"/>
                    <a:pt x="1308" y="732"/>
                    <a:pt x="1308" y="734"/>
                  </a:cubicBezTo>
                  <a:cubicBezTo>
                    <a:pt x="1311" y="734"/>
                    <a:pt x="1314" y="734"/>
                    <a:pt x="1317" y="734"/>
                  </a:cubicBezTo>
                  <a:cubicBezTo>
                    <a:pt x="1320" y="734"/>
                    <a:pt x="1322" y="734"/>
                    <a:pt x="1324" y="733"/>
                  </a:cubicBezTo>
                  <a:close/>
                  <a:moveTo>
                    <a:pt x="1263" y="720"/>
                  </a:moveTo>
                  <a:cubicBezTo>
                    <a:pt x="1263" y="716"/>
                    <a:pt x="1263" y="713"/>
                    <a:pt x="1261" y="711"/>
                  </a:cubicBezTo>
                  <a:cubicBezTo>
                    <a:pt x="1259" y="709"/>
                    <a:pt x="1258" y="709"/>
                    <a:pt x="1256" y="708"/>
                  </a:cubicBezTo>
                  <a:cubicBezTo>
                    <a:pt x="1254" y="708"/>
                    <a:pt x="1252" y="709"/>
                    <a:pt x="1250" y="711"/>
                  </a:cubicBezTo>
                  <a:cubicBezTo>
                    <a:pt x="1248" y="712"/>
                    <a:pt x="1247" y="714"/>
                    <a:pt x="1247" y="716"/>
                  </a:cubicBezTo>
                  <a:cubicBezTo>
                    <a:pt x="1247" y="718"/>
                    <a:pt x="1248" y="719"/>
                    <a:pt x="1249" y="720"/>
                  </a:cubicBezTo>
                  <a:cubicBezTo>
                    <a:pt x="1251" y="722"/>
                    <a:pt x="1253" y="723"/>
                    <a:pt x="1257" y="724"/>
                  </a:cubicBezTo>
                  <a:cubicBezTo>
                    <a:pt x="1263" y="725"/>
                    <a:pt x="1263" y="725"/>
                    <a:pt x="1263" y="725"/>
                  </a:cubicBezTo>
                  <a:lnTo>
                    <a:pt x="1263" y="720"/>
                  </a:lnTo>
                  <a:close/>
                  <a:moveTo>
                    <a:pt x="1296" y="748"/>
                  </a:moveTo>
                  <a:cubicBezTo>
                    <a:pt x="1271" y="742"/>
                    <a:pt x="1271" y="742"/>
                    <a:pt x="1271" y="742"/>
                  </a:cubicBezTo>
                  <a:cubicBezTo>
                    <a:pt x="1270" y="746"/>
                    <a:pt x="1270" y="749"/>
                    <a:pt x="1270" y="752"/>
                  </a:cubicBezTo>
                  <a:cubicBezTo>
                    <a:pt x="1271" y="756"/>
                    <a:pt x="1272" y="758"/>
                    <a:pt x="1274" y="760"/>
                  </a:cubicBezTo>
                  <a:cubicBezTo>
                    <a:pt x="1277" y="763"/>
                    <a:pt x="1279" y="764"/>
                    <a:pt x="1282" y="765"/>
                  </a:cubicBezTo>
                  <a:cubicBezTo>
                    <a:pt x="1286" y="765"/>
                    <a:pt x="1288" y="764"/>
                    <a:pt x="1291" y="762"/>
                  </a:cubicBezTo>
                  <a:cubicBezTo>
                    <a:pt x="1292" y="760"/>
                    <a:pt x="1294" y="758"/>
                    <a:pt x="1294" y="756"/>
                  </a:cubicBezTo>
                  <a:cubicBezTo>
                    <a:pt x="1295" y="754"/>
                    <a:pt x="1296" y="751"/>
                    <a:pt x="1296" y="748"/>
                  </a:cubicBezTo>
                  <a:close/>
                  <a:moveTo>
                    <a:pt x="1340" y="620"/>
                  </a:moveTo>
                  <a:cubicBezTo>
                    <a:pt x="1328" y="610"/>
                    <a:pt x="1328" y="610"/>
                    <a:pt x="1328" y="610"/>
                  </a:cubicBezTo>
                  <a:cubicBezTo>
                    <a:pt x="1290" y="656"/>
                    <a:pt x="1290" y="656"/>
                    <a:pt x="1290" y="656"/>
                  </a:cubicBezTo>
                  <a:cubicBezTo>
                    <a:pt x="1302" y="665"/>
                    <a:pt x="1302" y="665"/>
                    <a:pt x="1302" y="665"/>
                  </a:cubicBezTo>
                  <a:cubicBezTo>
                    <a:pt x="1316" y="648"/>
                    <a:pt x="1316" y="648"/>
                    <a:pt x="1316" y="648"/>
                  </a:cubicBezTo>
                  <a:cubicBezTo>
                    <a:pt x="1372" y="695"/>
                    <a:pt x="1372" y="695"/>
                    <a:pt x="1372" y="695"/>
                  </a:cubicBezTo>
                  <a:cubicBezTo>
                    <a:pt x="1382" y="683"/>
                    <a:pt x="1382" y="683"/>
                    <a:pt x="1382" y="683"/>
                  </a:cubicBezTo>
                  <a:cubicBezTo>
                    <a:pt x="1325" y="637"/>
                    <a:pt x="1325" y="637"/>
                    <a:pt x="1325" y="637"/>
                  </a:cubicBezTo>
                  <a:lnTo>
                    <a:pt x="1340" y="620"/>
                  </a:lnTo>
                  <a:close/>
                  <a:moveTo>
                    <a:pt x="1401" y="633"/>
                  </a:moveTo>
                  <a:cubicBezTo>
                    <a:pt x="1381" y="620"/>
                    <a:pt x="1381" y="620"/>
                    <a:pt x="1381" y="620"/>
                  </a:cubicBezTo>
                  <a:cubicBezTo>
                    <a:pt x="1402" y="589"/>
                    <a:pt x="1402" y="589"/>
                    <a:pt x="1402" y="589"/>
                  </a:cubicBezTo>
                  <a:cubicBezTo>
                    <a:pt x="1390" y="581"/>
                    <a:pt x="1390" y="581"/>
                    <a:pt x="1390" y="581"/>
                  </a:cubicBezTo>
                  <a:cubicBezTo>
                    <a:pt x="1369" y="612"/>
                    <a:pt x="1369" y="612"/>
                    <a:pt x="1369" y="612"/>
                  </a:cubicBezTo>
                  <a:cubicBezTo>
                    <a:pt x="1353" y="601"/>
                    <a:pt x="1353" y="601"/>
                    <a:pt x="1353" y="601"/>
                  </a:cubicBezTo>
                  <a:cubicBezTo>
                    <a:pt x="1375" y="567"/>
                    <a:pt x="1375" y="567"/>
                    <a:pt x="1375" y="567"/>
                  </a:cubicBezTo>
                  <a:cubicBezTo>
                    <a:pt x="1363" y="559"/>
                    <a:pt x="1363" y="559"/>
                    <a:pt x="1363" y="559"/>
                  </a:cubicBezTo>
                  <a:cubicBezTo>
                    <a:pt x="1332" y="605"/>
                    <a:pt x="1332" y="605"/>
                    <a:pt x="1332" y="605"/>
                  </a:cubicBezTo>
                  <a:cubicBezTo>
                    <a:pt x="1405" y="654"/>
                    <a:pt x="1405" y="654"/>
                    <a:pt x="1405" y="654"/>
                  </a:cubicBezTo>
                  <a:cubicBezTo>
                    <a:pt x="1437" y="607"/>
                    <a:pt x="1437" y="607"/>
                    <a:pt x="1437" y="607"/>
                  </a:cubicBezTo>
                  <a:cubicBezTo>
                    <a:pt x="1424" y="599"/>
                    <a:pt x="1424" y="599"/>
                    <a:pt x="1424" y="599"/>
                  </a:cubicBezTo>
                  <a:lnTo>
                    <a:pt x="1401" y="633"/>
                  </a:lnTo>
                  <a:close/>
                  <a:moveTo>
                    <a:pt x="1452" y="524"/>
                  </a:moveTo>
                  <a:cubicBezTo>
                    <a:pt x="1440" y="534"/>
                    <a:pt x="1440" y="534"/>
                    <a:pt x="1440" y="534"/>
                  </a:cubicBezTo>
                  <a:cubicBezTo>
                    <a:pt x="1445" y="538"/>
                    <a:pt x="1449" y="542"/>
                    <a:pt x="1450" y="546"/>
                  </a:cubicBezTo>
                  <a:cubicBezTo>
                    <a:pt x="1451" y="550"/>
                    <a:pt x="1451" y="554"/>
                    <a:pt x="1449" y="558"/>
                  </a:cubicBezTo>
                  <a:cubicBezTo>
                    <a:pt x="1446" y="562"/>
                    <a:pt x="1442" y="565"/>
                    <a:pt x="1436" y="566"/>
                  </a:cubicBezTo>
                  <a:cubicBezTo>
                    <a:pt x="1431" y="567"/>
                    <a:pt x="1423" y="564"/>
                    <a:pt x="1413" y="559"/>
                  </a:cubicBezTo>
                  <a:cubicBezTo>
                    <a:pt x="1404" y="554"/>
                    <a:pt x="1398" y="549"/>
                    <a:pt x="1396" y="544"/>
                  </a:cubicBezTo>
                  <a:cubicBezTo>
                    <a:pt x="1393" y="538"/>
                    <a:pt x="1393" y="533"/>
                    <a:pt x="1396" y="529"/>
                  </a:cubicBezTo>
                  <a:cubicBezTo>
                    <a:pt x="1398" y="525"/>
                    <a:pt x="1400" y="523"/>
                    <a:pt x="1404" y="521"/>
                  </a:cubicBezTo>
                  <a:cubicBezTo>
                    <a:pt x="1408" y="520"/>
                    <a:pt x="1412" y="520"/>
                    <a:pt x="1416" y="522"/>
                  </a:cubicBezTo>
                  <a:cubicBezTo>
                    <a:pt x="1420" y="507"/>
                    <a:pt x="1420" y="507"/>
                    <a:pt x="1420" y="507"/>
                  </a:cubicBezTo>
                  <a:cubicBezTo>
                    <a:pt x="1413" y="505"/>
                    <a:pt x="1407" y="504"/>
                    <a:pt x="1402" y="506"/>
                  </a:cubicBezTo>
                  <a:cubicBezTo>
                    <a:pt x="1393" y="508"/>
                    <a:pt x="1387" y="513"/>
                    <a:pt x="1383" y="521"/>
                  </a:cubicBezTo>
                  <a:cubicBezTo>
                    <a:pt x="1378" y="530"/>
                    <a:pt x="1377" y="539"/>
                    <a:pt x="1381" y="549"/>
                  </a:cubicBezTo>
                  <a:cubicBezTo>
                    <a:pt x="1385" y="558"/>
                    <a:pt x="1394" y="567"/>
                    <a:pt x="1407" y="574"/>
                  </a:cubicBezTo>
                  <a:cubicBezTo>
                    <a:pt x="1419" y="580"/>
                    <a:pt x="1430" y="582"/>
                    <a:pt x="1440" y="581"/>
                  </a:cubicBezTo>
                  <a:cubicBezTo>
                    <a:pt x="1450" y="579"/>
                    <a:pt x="1458" y="574"/>
                    <a:pt x="1462" y="565"/>
                  </a:cubicBezTo>
                  <a:cubicBezTo>
                    <a:pt x="1466" y="558"/>
                    <a:pt x="1467" y="551"/>
                    <a:pt x="1466" y="544"/>
                  </a:cubicBezTo>
                  <a:cubicBezTo>
                    <a:pt x="1464" y="537"/>
                    <a:pt x="1459" y="530"/>
                    <a:pt x="1452" y="524"/>
                  </a:cubicBezTo>
                  <a:close/>
                  <a:moveTo>
                    <a:pt x="1419" y="445"/>
                  </a:moveTo>
                  <a:cubicBezTo>
                    <a:pt x="1451" y="458"/>
                    <a:pt x="1451" y="458"/>
                    <a:pt x="1451" y="458"/>
                  </a:cubicBezTo>
                  <a:cubicBezTo>
                    <a:pt x="1440" y="486"/>
                    <a:pt x="1440" y="486"/>
                    <a:pt x="1440" y="486"/>
                  </a:cubicBezTo>
                  <a:cubicBezTo>
                    <a:pt x="1408" y="472"/>
                    <a:pt x="1408" y="472"/>
                    <a:pt x="1408" y="472"/>
                  </a:cubicBezTo>
                  <a:cubicBezTo>
                    <a:pt x="1402" y="486"/>
                    <a:pt x="1402" y="486"/>
                    <a:pt x="1402" y="486"/>
                  </a:cubicBezTo>
                  <a:cubicBezTo>
                    <a:pt x="1484" y="520"/>
                    <a:pt x="1484" y="520"/>
                    <a:pt x="1484" y="520"/>
                  </a:cubicBezTo>
                  <a:cubicBezTo>
                    <a:pt x="1489" y="506"/>
                    <a:pt x="1489" y="506"/>
                    <a:pt x="1489" y="506"/>
                  </a:cubicBezTo>
                  <a:cubicBezTo>
                    <a:pt x="1454" y="491"/>
                    <a:pt x="1454" y="491"/>
                    <a:pt x="1454" y="491"/>
                  </a:cubicBezTo>
                  <a:cubicBezTo>
                    <a:pt x="1465" y="464"/>
                    <a:pt x="1465" y="464"/>
                    <a:pt x="1465" y="464"/>
                  </a:cubicBezTo>
                  <a:cubicBezTo>
                    <a:pt x="1501" y="479"/>
                    <a:pt x="1501" y="479"/>
                    <a:pt x="1501" y="479"/>
                  </a:cubicBezTo>
                  <a:cubicBezTo>
                    <a:pt x="1506" y="465"/>
                    <a:pt x="1506" y="465"/>
                    <a:pt x="1506" y="465"/>
                  </a:cubicBezTo>
                  <a:cubicBezTo>
                    <a:pt x="1425" y="431"/>
                    <a:pt x="1425" y="431"/>
                    <a:pt x="1425" y="431"/>
                  </a:cubicBezTo>
                  <a:lnTo>
                    <a:pt x="1419" y="445"/>
                  </a:lnTo>
                  <a:close/>
                  <a:moveTo>
                    <a:pt x="1442" y="376"/>
                  </a:moveTo>
                  <a:cubicBezTo>
                    <a:pt x="1498" y="393"/>
                    <a:pt x="1498" y="393"/>
                    <a:pt x="1498" y="393"/>
                  </a:cubicBezTo>
                  <a:cubicBezTo>
                    <a:pt x="1433" y="406"/>
                    <a:pt x="1433" y="406"/>
                    <a:pt x="1433" y="406"/>
                  </a:cubicBezTo>
                  <a:cubicBezTo>
                    <a:pt x="1429" y="420"/>
                    <a:pt x="1429" y="420"/>
                    <a:pt x="1429" y="420"/>
                  </a:cubicBezTo>
                  <a:cubicBezTo>
                    <a:pt x="1513" y="445"/>
                    <a:pt x="1513" y="445"/>
                    <a:pt x="1513" y="445"/>
                  </a:cubicBezTo>
                  <a:cubicBezTo>
                    <a:pt x="1517" y="431"/>
                    <a:pt x="1517" y="431"/>
                    <a:pt x="1517" y="431"/>
                  </a:cubicBezTo>
                  <a:cubicBezTo>
                    <a:pt x="1462" y="415"/>
                    <a:pt x="1462" y="415"/>
                    <a:pt x="1462" y="415"/>
                  </a:cubicBezTo>
                  <a:cubicBezTo>
                    <a:pt x="1526" y="402"/>
                    <a:pt x="1526" y="402"/>
                    <a:pt x="1526" y="402"/>
                  </a:cubicBezTo>
                  <a:cubicBezTo>
                    <a:pt x="1530" y="388"/>
                    <a:pt x="1530" y="388"/>
                    <a:pt x="1530" y="388"/>
                  </a:cubicBezTo>
                  <a:cubicBezTo>
                    <a:pt x="1446" y="363"/>
                    <a:pt x="1446" y="363"/>
                    <a:pt x="1446" y="363"/>
                  </a:cubicBezTo>
                  <a:lnTo>
                    <a:pt x="1442" y="376"/>
                  </a:lnTo>
                  <a:close/>
                  <a:moveTo>
                    <a:pt x="1536" y="306"/>
                  </a:moveTo>
                  <a:cubicBezTo>
                    <a:pt x="1542" y="314"/>
                    <a:pt x="1545" y="323"/>
                    <a:pt x="1543" y="334"/>
                  </a:cubicBezTo>
                  <a:cubicBezTo>
                    <a:pt x="1541" y="345"/>
                    <a:pt x="1535" y="353"/>
                    <a:pt x="1526" y="358"/>
                  </a:cubicBezTo>
                  <a:cubicBezTo>
                    <a:pt x="1517" y="363"/>
                    <a:pt x="1506" y="364"/>
                    <a:pt x="1492" y="362"/>
                  </a:cubicBezTo>
                  <a:cubicBezTo>
                    <a:pt x="1483" y="360"/>
                    <a:pt x="1476" y="358"/>
                    <a:pt x="1470" y="354"/>
                  </a:cubicBezTo>
                  <a:cubicBezTo>
                    <a:pt x="1466" y="352"/>
                    <a:pt x="1463" y="349"/>
                    <a:pt x="1460" y="346"/>
                  </a:cubicBezTo>
                  <a:cubicBezTo>
                    <a:pt x="1457" y="342"/>
                    <a:pt x="1455" y="338"/>
                    <a:pt x="1454" y="335"/>
                  </a:cubicBezTo>
                  <a:cubicBezTo>
                    <a:pt x="1452" y="330"/>
                    <a:pt x="1452" y="324"/>
                    <a:pt x="1453" y="318"/>
                  </a:cubicBezTo>
                  <a:cubicBezTo>
                    <a:pt x="1455" y="307"/>
                    <a:pt x="1461" y="299"/>
                    <a:pt x="1470" y="294"/>
                  </a:cubicBezTo>
                  <a:cubicBezTo>
                    <a:pt x="1479" y="289"/>
                    <a:pt x="1490" y="288"/>
                    <a:pt x="1505" y="290"/>
                  </a:cubicBezTo>
                  <a:cubicBezTo>
                    <a:pt x="1518" y="293"/>
                    <a:pt x="1529" y="298"/>
                    <a:pt x="1536" y="306"/>
                  </a:cubicBezTo>
                  <a:close/>
                  <a:moveTo>
                    <a:pt x="1528" y="331"/>
                  </a:moveTo>
                  <a:cubicBezTo>
                    <a:pt x="1529" y="326"/>
                    <a:pt x="1527" y="320"/>
                    <a:pt x="1523" y="315"/>
                  </a:cubicBezTo>
                  <a:cubicBezTo>
                    <a:pt x="1518" y="311"/>
                    <a:pt x="1511" y="307"/>
                    <a:pt x="1501" y="306"/>
                  </a:cubicBezTo>
                  <a:cubicBezTo>
                    <a:pt x="1491" y="304"/>
                    <a:pt x="1484" y="304"/>
                    <a:pt x="1478" y="307"/>
                  </a:cubicBezTo>
                  <a:cubicBezTo>
                    <a:pt x="1472" y="310"/>
                    <a:pt x="1469" y="315"/>
                    <a:pt x="1468" y="321"/>
                  </a:cubicBezTo>
                  <a:cubicBezTo>
                    <a:pt x="1467" y="327"/>
                    <a:pt x="1469" y="332"/>
                    <a:pt x="1473" y="337"/>
                  </a:cubicBezTo>
                  <a:cubicBezTo>
                    <a:pt x="1477" y="341"/>
                    <a:pt x="1484" y="345"/>
                    <a:pt x="1494" y="346"/>
                  </a:cubicBezTo>
                  <a:cubicBezTo>
                    <a:pt x="1504" y="348"/>
                    <a:pt x="1512" y="348"/>
                    <a:pt x="1518" y="345"/>
                  </a:cubicBezTo>
                  <a:cubicBezTo>
                    <a:pt x="1523" y="342"/>
                    <a:pt x="1527" y="337"/>
                    <a:pt x="1528" y="331"/>
                  </a:cubicBezTo>
                  <a:close/>
                  <a:moveTo>
                    <a:pt x="1536" y="265"/>
                  </a:moveTo>
                  <a:cubicBezTo>
                    <a:pt x="1463" y="259"/>
                    <a:pt x="1463" y="259"/>
                    <a:pt x="1463" y="259"/>
                  </a:cubicBezTo>
                  <a:cubicBezTo>
                    <a:pt x="1462" y="274"/>
                    <a:pt x="1462" y="274"/>
                    <a:pt x="1462" y="274"/>
                  </a:cubicBezTo>
                  <a:cubicBezTo>
                    <a:pt x="1549" y="281"/>
                    <a:pt x="1549" y="281"/>
                    <a:pt x="1549" y="281"/>
                  </a:cubicBezTo>
                  <a:cubicBezTo>
                    <a:pt x="1553" y="228"/>
                    <a:pt x="1553" y="228"/>
                    <a:pt x="1553" y="228"/>
                  </a:cubicBezTo>
                  <a:cubicBezTo>
                    <a:pt x="1539" y="227"/>
                    <a:pt x="1539" y="227"/>
                    <a:pt x="1539" y="227"/>
                  </a:cubicBezTo>
                  <a:lnTo>
                    <a:pt x="1536" y="265"/>
                  </a:lnTo>
                  <a:close/>
                  <a:moveTo>
                    <a:pt x="1542" y="153"/>
                  </a:moveTo>
                  <a:cubicBezTo>
                    <a:pt x="1551" y="159"/>
                    <a:pt x="1555" y="168"/>
                    <a:pt x="1555" y="179"/>
                  </a:cubicBezTo>
                  <a:cubicBezTo>
                    <a:pt x="1555" y="190"/>
                    <a:pt x="1551" y="199"/>
                    <a:pt x="1544" y="206"/>
                  </a:cubicBezTo>
                  <a:cubicBezTo>
                    <a:pt x="1536" y="212"/>
                    <a:pt x="1525" y="216"/>
                    <a:pt x="1511" y="216"/>
                  </a:cubicBezTo>
                  <a:cubicBezTo>
                    <a:pt x="1502" y="216"/>
                    <a:pt x="1494" y="215"/>
                    <a:pt x="1488" y="213"/>
                  </a:cubicBezTo>
                  <a:cubicBezTo>
                    <a:pt x="1484" y="212"/>
                    <a:pt x="1480" y="209"/>
                    <a:pt x="1476" y="206"/>
                  </a:cubicBezTo>
                  <a:cubicBezTo>
                    <a:pt x="1472" y="204"/>
                    <a:pt x="1470" y="200"/>
                    <a:pt x="1468" y="197"/>
                  </a:cubicBezTo>
                  <a:cubicBezTo>
                    <a:pt x="1465" y="192"/>
                    <a:pt x="1464" y="187"/>
                    <a:pt x="1464" y="181"/>
                  </a:cubicBezTo>
                  <a:cubicBezTo>
                    <a:pt x="1464" y="170"/>
                    <a:pt x="1468" y="161"/>
                    <a:pt x="1476" y="154"/>
                  </a:cubicBezTo>
                  <a:cubicBezTo>
                    <a:pt x="1483" y="147"/>
                    <a:pt x="1495" y="144"/>
                    <a:pt x="1509" y="144"/>
                  </a:cubicBezTo>
                  <a:cubicBezTo>
                    <a:pt x="1523" y="143"/>
                    <a:pt x="1534" y="146"/>
                    <a:pt x="1542" y="153"/>
                  </a:cubicBezTo>
                  <a:close/>
                  <a:moveTo>
                    <a:pt x="1540" y="179"/>
                  </a:moveTo>
                  <a:cubicBezTo>
                    <a:pt x="1540" y="173"/>
                    <a:pt x="1537" y="168"/>
                    <a:pt x="1532" y="165"/>
                  </a:cubicBezTo>
                  <a:cubicBezTo>
                    <a:pt x="1527" y="161"/>
                    <a:pt x="1519" y="159"/>
                    <a:pt x="1509" y="159"/>
                  </a:cubicBezTo>
                  <a:cubicBezTo>
                    <a:pt x="1499" y="160"/>
                    <a:pt x="1491" y="161"/>
                    <a:pt x="1486" y="165"/>
                  </a:cubicBezTo>
                  <a:cubicBezTo>
                    <a:pt x="1481" y="169"/>
                    <a:pt x="1479" y="174"/>
                    <a:pt x="1479" y="181"/>
                  </a:cubicBezTo>
                  <a:cubicBezTo>
                    <a:pt x="1479" y="187"/>
                    <a:pt x="1482" y="192"/>
                    <a:pt x="1487" y="195"/>
                  </a:cubicBezTo>
                  <a:cubicBezTo>
                    <a:pt x="1492" y="199"/>
                    <a:pt x="1500" y="201"/>
                    <a:pt x="1510" y="201"/>
                  </a:cubicBezTo>
                  <a:cubicBezTo>
                    <a:pt x="1520" y="200"/>
                    <a:pt x="1527" y="198"/>
                    <a:pt x="1532" y="194"/>
                  </a:cubicBezTo>
                  <a:cubicBezTo>
                    <a:pt x="1537" y="190"/>
                    <a:pt x="1540" y="185"/>
                    <a:pt x="1540" y="179"/>
                  </a:cubicBezTo>
                  <a:close/>
                  <a:moveTo>
                    <a:pt x="1496" y="65"/>
                  </a:moveTo>
                  <a:cubicBezTo>
                    <a:pt x="1500" y="97"/>
                    <a:pt x="1500" y="97"/>
                    <a:pt x="1500" y="97"/>
                  </a:cubicBezTo>
                  <a:cubicBezTo>
                    <a:pt x="1514" y="95"/>
                    <a:pt x="1514" y="95"/>
                    <a:pt x="1514" y="95"/>
                  </a:cubicBezTo>
                  <a:cubicBezTo>
                    <a:pt x="1512" y="78"/>
                    <a:pt x="1512" y="78"/>
                    <a:pt x="1512" y="78"/>
                  </a:cubicBezTo>
                  <a:cubicBezTo>
                    <a:pt x="1523" y="76"/>
                    <a:pt x="1523" y="76"/>
                    <a:pt x="1523" y="76"/>
                  </a:cubicBezTo>
                  <a:cubicBezTo>
                    <a:pt x="1526" y="78"/>
                    <a:pt x="1528" y="81"/>
                    <a:pt x="1530" y="84"/>
                  </a:cubicBezTo>
                  <a:cubicBezTo>
                    <a:pt x="1531" y="87"/>
                    <a:pt x="1533" y="90"/>
                    <a:pt x="1533" y="93"/>
                  </a:cubicBezTo>
                  <a:cubicBezTo>
                    <a:pt x="1534" y="99"/>
                    <a:pt x="1532" y="105"/>
                    <a:pt x="1527" y="109"/>
                  </a:cubicBezTo>
                  <a:cubicBezTo>
                    <a:pt x="1523" y="114"/>
                    <a:pt x="1515" y="117"/>
                    <a:pt x="1505" y="118"/>
                  </a:cubicBezTo>
                  <a:cubicBezTo>
                    <a:pt x="1495" y="119"/>
                    <a:pt x="1488" y="119"/>
                    <a:pt x="1482" y="115"/>
                  </a:cubicBezTo>
                  <a:cubicBezTo>
                    <a:pt x="1477" y="112"/>
                    <a:pt x="1474" y="107"/>
                    <a:pt x="1473" y="101"/>
                  </a:cubicBezTo>
                  <a:cubicBezTo>
                    <a:pt x="1472" y="96"/>
                    <a:pt x="1473" y="93"/>
                    <a:pt x="1475" y="89"/>
                  </a:cubicBezTo>
                  <a:cubicBezTo>
                    <a:pt x="1477" y="86"/>
                    <a:pt x="1480" y="84"/>
                    <a:pt x="1485" y="82"/>
                  </a:cubicBezTo>
                  <a:cubicBezTo>
                    <a:pt x="1479" y="68"/>
                    <a:pt x="1479" y="68"/>
                    <a:pt x="1479" y="68"/>
                  </a:cubicBezTo>
                  <a:cubicBezTo>
                    <a:pt x="1471" y="70"/>
                    <a:pt x="1466" y="75"/>
                    <a:pt x="1462" y="80"/>
                  </a:cubicBezTo>
                  <a:cubicBezTo>
                    <a:pt x="1458" y="86"/>
                    <a:pt x="1457" y="94"/>
                    <a:pt x="1458" y="103"/>
                  </a:cubicBezTo>
                  <a:cubicBezTo>
                    <a:pt x="1459" y="110"/>
                    <a:pt x="1461" y="116"/>
                    <a:pt x="1465" y="120"/>
                  </a:cubicBezTo>
                  <a:cubicBezTo>
                    <a:pt x="1469" y="126"/>
                    <a:pt x="1475" y="130"/>
                    <a:pt x="1483" y="132"/>
                  </a:cubicBezTo>
                  <a:cubicBezTo>
                    <a:pt x="1490" y="134"/>
                    <a:pt x="1499" y="135"/>
                    <a:pt x="1508" y="134"/>
                  </a:cubicBezTo>
                  <a:cubicBezTo>
                    <a:pt x="1516" y="132"/>
                    <a:pt x="1524" y="130"/>
                    <a:pt x="1530" y="126"/>
                  </a:cubicBezTo>
                  <a:cubicBezTo>
                    <a:pt x="1537" y="122"/>
                    <a:pt x="1542" y="117"/>
                    <a:pt x="1545" y="111"/>
                  </a:cubicBezTo>
                  <a:cubicBezTo>
                    <a:pt x="1548" y="105"/>
                    <a:pt x="1549" y="98"/>
                    <a:pt x="1548" y="90"/>
                  </a:cubicBezTo>
                  <a:cubicBezTo>
                    <a:pt x="1547" y="84"/>
                    <a:pt x="1545" y="78"/>
                    <a:pt x="1541" y="72"/>
                  </a:cubicBezTo>
                  <a:cubicBezTo>
                    <a:pt x="1538" y="67"/>
                    <a:pt x="1534" y="63"/>
                    <a:pt x="1530" y="60"/>
                  </a:cubicBezTo>
                  <a:lnTo>
                    <a:pt x="1496" y="65"/>
                  </a:lnTo>
                  <a:close/>
                  <a:moveTo>
                    <a:pt x="1438" y="0"/>
                  </a:moveTo>
                  <a:cubicBezTo>
                    <a:pt x="1442" y="17"/>
                    <a:pt x="1442" y="17"/>
                    <a:pt x="1442" y="17"/>
                  </a:cubicBezTo>
                  <a:cubicBezTo>
                    <a:pt x="1480" y="25"/>
                    <a:pt x="1480" y="25"/>
                    <a:pt x="1480" y="25"/>
                  </a:cubicBezTo>
                  <a:cubicBezTo>
                    <a:pt x="1450" y="50"/>
                    <a:pt x="1450" y="50"/>
                    <a:pt x="1450" y="50"/>
                  </a:cubicBezTo>
                  <a:cubicBezTo>
                    <a:pt x="1455" y="68"/>
                    <a:pt x="1455" y="68"/>
                    <a:pt x="1455" y="68"/>
                  </a:cubicBezTo>
                  <a:cubicBezTo>
                    <a:pt x="1498" y="29"/>
                    <a:pt x="1498" y="29"/>
                    <a:pt x="1498" y="29"/>
                  </a:cubicBezTo>
                  <a:cubicBezTo>
                    <a:pt x="1534" y="20"/>
                    <a:pt x="1534" y="20"/>
                    <a:pt x="1534" y="20"/>
                  </a:cubicBezTo>
                  <a:cubicBezTo>
                    <a:pt x="1530" y="6"/>
                    <a:pt x="1530" y="6"/>
                    <a:pt x="1530" y="6"/>
                  </a:cubicBezTo>
                  <a:cubicBezTo>
                    <a:pt x="1494" y="14"/>
                    <a:pt x="1494" y="14"/>
                    <a:pt x="1494" y="14"/>
                  </a:cubicBezTo>
                  <a:lnTo>
                    <a:pt x="1438" y="0"/>
                  </a:ln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1" name="Freeform 55"/>
            <p:cNvSpPr>
              <a:spLocks noEditPoints="1"/>
            </p:cNvSpPr>
            <p:nvPr/>
          </p:nvSpPr>
          <p:spPr bwMode="auto">
            <a:xfrm>
              <a:off x="-1973263" y="-877888"/>
              <a:ext cx="928688" cy="930275"/>
            </a:xfrm>
            <a:custGeom>
              <a:avLst/>
              <a:gdLst>
                <a:gd name="T0" fmla="*/ 1215 w 1215"/>
                <a:gd name="T1" fmla="*/ 608 h 1215"/>
                <a:gd name="T2" fmla="*/ 608 w 1215"/>
                <a:gd name="T3" fmla="*/ 0 h 1215"/>
                <a:gd name="T4" fmla="*/ 0 w 1215"/>
                <a:gd name="T5" fmla="*/ 608 h 1215"/>
                <a:gd name="T6" fmla="*/ 608 w 1215"/>
                <a:gd name="T7" fmla="*/ 1215 h 1215"/>
                <a:gd name="T8" fmla="*/ 1215 w 1215"/>
                <a:gd name="T9" fmla="*/ 608 h 1215"/>
                <a:gd name="T10" fmla="*/ 608 w 1215"/>
                <a:gd name="T11" fmla="*/ 1196 h 1215"/>
                <a:gd name="T12" fmla="*/ 20 w 1215"/>
                <a:gd name="T13" fmla="*/ 608 h 1215"/>
                <a:gd name="T14" fmla="*/ 608 w 1215"/>
                <a:gd name="T15" fmla="*/ 20 h 1215"/>
                <a:gd name="T16" fmla="*/ 1196 w 1215"/>
                <a:gd name="T17" fmla="*/ 608 h 1215"/>
                <a:gd name="T18" fmla="*/ 608 w 1215"/>
                <a:gd name="T19" fmla="*/ 1196 h 12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215" h="1215">
                  <a:moveTo>
                    <a:pt x="1215" y="608"/>
                  </a:moveTo>
                  <a:cubicBezTo>
                    <a:pt x="1215" y="272"/>
                    <a:pt x="943" y="0"/>
                    <a:pt x="608" y="0"/>
                  </a:cubicBezTo>
                  <a:cubicBezTo>
                    <a:pt x="272" y="0"/>
                    <a:pt x="0" y="272"/>
                    <a:pt x="0" y="608"/>
                  </a:cubicBezTo>
                  <a:cubicBezTo>
                    <a:pt x="0" y="943"/>
                    <a:pt x="272" y="1215"/>
                    <a:pt x="608" y="1215"/>
                  </a:cubicBezTo>
                  <a:cubicBezTo>
                    <a:pt x="943" y="1215"/>
                    <a:pt x="1215" y="943"/>
                    <a:pt x="1215" y="608"/>
                  </a:cubicBezTo>
                  <a:close/>
                  <a:moveTo>
                    <a:pt x="608" y="1196"/>
                  </a:moveTo>
                  <a:cubicBezTo>
                    <a:pt x="283" y="1196"/>
                    <a:pt x="20" y="932"/>
                    <a:pt x="20" y="608"/>
                  </a:cubicBezTo>
                  <a:cubicBezTo>
                    <a:pt x="20" y="283"/>
                    <a:pt x="283" y="20"/>
                    <a:pt x="608" y="20"/>
                  </a:cubicBezTo>
                  <a:cubicBezTo>
                    <a:pt x="932" y="20"/>
                    <a:pt x="1196" y="283"/>
                    <a:pt x="1196" y="608"/>
                  </a:cubicBezTo>
                  <a:cubicBezTo>
                    <a:pt x="1196" y="932"/>
                    <a:pt x="932" y="1196"/>
                    <a:pt x="608" y="1196"/>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2" name="Freeform 56"/>
            <p:cNvSpPr>
              <a:spLocks/>
            </p:cNvSpPr>
            <p:nvPr/>
          </p:nvSpPr>
          <p:spPr bwMode="auto">
            <a:xfrm>
              <a:off x="-1925638" y="-785813"/>
              <a:ext cx="831850" cy="763588"/>
            </a:xfrm>
            <a:custGeom>
              <a:avLst/>
              <a:gdLst>
                <a:gd name="T0" fmla="*/ 1033 w 1089"/>
                <a:gd name="T1" fmla="*/ 596 h 998"/>
                <a:gd name="T2" fmla="*/ 1011 w 1089"/>
                <a:gd name="T3" fmla="*/ 563 h 998"/>
                <a:gd name="T4" fmla="*/ 1030 w 1089"/>
                <a:gd name="T5" fmla="*/ 270 h 998"/>
                <a:gd name="T6" fmla="*/ 983 w 1089"/>
                <a:gd name="T7" fmla="*/ 289 h 998"/>
                <a:gd name="T8" fmla="*/ 856 w 1089"/>
                <a:gd name="T9" fmla="*/ 60 h 998"/>
                <a:gd name="T10" fmla="*/ 803 w 1089"/>
                <a:gd name="T11" fmla="*/ 54 h 998"/>
                <a:gd name="T12" fmla="*/ 801 w 1089"/>
                <a:gd name="T13" fmla="*/ 113 h 998"/>
                <a:gd name="T14" fmla="*/ 832 w 1089"/>
                <a:gd name="T15" fmla="*/ 155 h 998"/>
                <a:gd name="T16" fmla="*/ 958 w 1089"/>
                <a:gd name="T17" fmla="*/ 304 h 998"/>
                <a:gd name="T18" fmla="*/ 949 w 1089"/>
                <a:gd name="T19" fmla="*/ 321 h 998"/>
                <a:gd name="T20" fmla="*/ 986 w 1089"/>
                <a:gd name="T21" fmla="*/ 539 h 998"/>
                <a:gd name="T22" fmla="*/ 959 w 1089"/>
                <a:gd name="T23" fmla="*/ 585 h 998"/>
                <a:gd name="T24" fmla="*/ 925 w 1089"/>
                <a:gd name="T25" fmla="*/ 616 h 998"/>
                <a:gd name="T26" fmla="*/ 875 w 1089"/>
                <a:gd name="T27" fmla="*/ 794 h 998"/>
                <a:gd name="T28" fmla="*/ 848 w 1089"/>
                <a:gd name="T29" fmla="*/ 753 h 998"/>
                <a:gd name="T30" fmla="*/ 582 w 1089"/>
                <a:gd name="T31" fmla="*/ 903 h 998"/>
                <a:gd name="T32" fmla="*/ 508 w 1089"/>
                <a:gd name="T33" fmla="*/ 903 h 998"/>
                <a:gd name="T34" fmla="*/ 241 w 1089"/>
                <a:gd name="T35" fmla="*/ 753 h 998"/>
                <a:gd name="T36" fmla="*/ 214 w 1089"/>
                <a:gd name="T37" fmla="*/ 794 h 998"/>
                <a:gd name="T38" fmla="*/ 164 w 1089"/>
                <a:gd name="T39" fmla="*/ 616 h 998"/>
                <a:gd name="T40" fmla="*/ 130 w 1089"/>
                <a:gd name="T41" fmla="*/ 585 h 998"/>
                <a:gd name="T42" fmla="*/ 104 w 1089"/>
                <a:gd name="T43" fmla="*/ 539 h 998"/>
                <a:gd name="T44" fmla="*/ 140 w 1089"/>
                <a:gd name="T45" fmla="*/ 321 h 998"/>
                <a:gd name="T46" fmla="*/ 131 w 1089"/>
                <a:gd name="T47" fmla="*/ 304 h 998"/>
                <a:gd name="T48" fmla="*/ 257 w 1089"/>
                <a:gd name="T49" fmla="*/ 155 h 998"/>
                <a:gd name="T50" fmla="*/ 288 w 1089"/>
                <a:gd name="T51" fmla="*/ 113 h 998"/>
                <a:gd name="T52" fmla="*/ 286 w 1089"/>
                <a:gd name="T53" fmla="*/ 54 h 998"/>
                <a:gd name="T54" fmla="*/ 234 w 1089"/>
                <a:gd name="T55" fmla="*/ 60 h 998"/>
                <a:gd name="T56" fmla="*/ 106 w 1089"/>
                <a:gd name="T57" fmla="*/ 289 h 998"/>
                <a:gd name="T58" fmla="*/ 59 w 1089"/>
                <a:gd name="T59" fmla="*/ 270 h 998"/>
                <a:gd name="T60" fmla="*/ 78 w 1089"/>
                <a:gd name="T61" fmla="*/ 563 h 998"/>
                <a:gd name="T62" fmla="*/ 56 w 1089"/>
                <a:gd name="T63" fmla="*/ 596 h 998"/>
                <a:gd name="T64" fmla="*/ 48 w 1089"/>
                <a:gd name="T65" fmla="*/ 627 h 998"/>
                <a:gd name="T66" fmla="*/ 321 w 1089"/>
                <a:gd name="T67" fmla="*/ 873 h 998"/>
                <a:gd name="T68" fmla="*/ 249 w 1089"/>
                <a:gd name="T69" fmla="*/ 888 h 998"/>
                <a:gd name="T70" fmla="*/ 462 w 1089"/>
                <a:gd name="T71" fmla="*/ 915 h 998"/>
                <a:gd name="T72" fmla="*/ 477 w 1089"/>
                <a:gd name="T73" fmla="*/ 938 h 998"/>
                <a:gd name="T74" fmla="*/ 450 w 1089"/>
                <a:gd name="T75" fmla="*/ 998 h 998"/>
                <a:gd name="T76" fmla="*/ 545 w 1089"/>
                <a:gd name="T77" fmla="*/ 938 h 998"/>
                <a:gd name="T78" fmla="*/ 639 w 1089"/>
                <a:gd name="T79" fmla="*/ 998 h 998"/>
                <a:gd name="T80" fmla="*/ 613 w 1089"/>
                <a:gd name="T81" fmla="*/ 938 h 998"/>
                <a:gd name="T82" fmla="*/ 627 w 1089"/>
                <a:gd name="T83" fmla="*/ 915 h 998"/>
                <a:gd name="T84" fmla="*/ 840 w 1089"/>
                <a:gd name="T85" fmla="*/ 888 h 998"/>
                <a:gd name="T86" fmla="*/ 768 w 1089"/>
                <a:gd name="T87" fmla="*/ 873 h 998"/>
                <a:gd name="T88" fmla="*/ 1041 w 1089"/>
                <a:gd name="T89" fmla="*/ 627 h 9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089" h="998">
                  <a:moveTo>
                    <a:pt x="949" y="743"/>
                  </a:moveTo>
                  <a:cubicBezTo>
                    <a:pt x="972" y="659"/>
                    <a:pt x="995" y="653"/>
                    <a:pt x="1033" y="596"/>
                  </a:cubicBezTo>
                  <a:cubicBezTo>
                    <a:pt x="1069" y="542"/>
                    <a:pt x="1089" y="435"/>
                    <a:pt x="1052" y="398"/>
                  </a:cubicBezTo>
                  <a:cubicBezTo>
                    <a:pt x="1047" y="476"/>
                    <a:pt x="1021" y="492"/>
                    <a:pt x="1011" y="563"/>
                  </a:cubicBezTo>
                  <a:cubicBezTo>
                    <a:pt x="1005" y="506"/>
                    <a:pt x="1005" y="473"/>
                    <a:pt x="1016" y="435"/>
                  </a:cubicBezTo>
                  <a:cubicBezTo>
                    <a:pt x="1026" y="402"/>
                    <a:pt x="1040" y="326"/>
                    <a:pt x="1030" y="270"/>
                  </a:cubicBezTo>
                  <a:cubicBezTo>
                    <a:pt x="1022" y="226"/>
                    <a:pt x="1003" y="210"/>
                    <a:pt x="979" y="200"/>
                  </a:cubicBezTo>
                  <a:cubicBezTo>
                    <a:pt x="991" y="247"/>
                    <a:pt x="983" y="289"/>
                    <a:pt x="983" y="289"/>
                  </a:cubicBezTo>
                  <a:cubicBezTo>
                    <a:pt x="983" y="289"/>
                    <a:pt x="954" y="258"/>
                    <a:pt x="944" y="179"/>
                  </a:cubicBezTo>
                  <a:cubicBezTo>
                    <a:pt x="935" y="100"/>
                    <a:pt x="880" y="61"/>
                    <a:pt x="856" y="60"/>
                  </a:cubicBezTo>
                  <a:cubicBezTo>
                    <a:pt x="879" y="100"/>
                    <a:pt x="877" y="113"/>
                    <a:pt x="887" y="152"/>
                  </a:cubicBezTo>
                  <a:cubicBezTo>
                    <a:pt x="861" y="137"/>
                    <a:pt x="843" y="90"/>
                    <a:pt x="803" y="54"/>
                  </a:cubicBezTo>
                  <a:cubicBezTo>
                    <a:pt x="745" y="0"/>
                    <a:pt x="699" y="0"/>
                    <a:pt x="671" y="24"/>
                  </a:cubicBezTo>
                  <a:cubicBezTo>
                    <a:pt x="751" y="56"/>
                    <a:pt x="737" y="64"/>
                    <a:pt x="801" y="113"/>
                  </a:cubicBezTo>
                  <a:cubicBezTo>
                    <a:pt x="863" y="154"/>
                    <a:pt x="892" y="158"/>
                    <a:pt x="909" y="212"/>
                  </a:cubicBezTo>
                  <a:cubicBezTo>
                    <a:pt x="882" y="185"/>
                    <a:pt x="865" y="168"/>
                    <a:pt x="832" y="155"/>
                  </a:cubicBezTo>
                  <a:cubicBezTo>
                    <a:pt x="824" y="172"/>
                    <a:pt x="838" y="206"/>
                    <a:pt x="883" y="245"/>
                  </a:cubicBezTo>
                  <a:cubicBezTo>
                    <a:pt x="921" y="282"/>
                    <a:pt x="928" y="266"/>
                    <a:pt x="958" y="304"/>
                  </a:cubicBezTo>
                  <a:cubicBezTo>
                    <a:pt x="980" y="333"/>
                    <a:pt x="1003" y="361"/>
                    <a:pt x="994" y="428"/>
                  </a:cubicBezTo>
                  <a:cubicBezTo>
                    <a:pt x="974" y="380"/>
                    <a:pt x="961" y="374"/>
                    <a:pt x="949" y="321"/>
                  </a:cubicBezTo>
                  <a:cubicBezTo>
                    <a:pt x="937" y="339"/>
                    <a:pt x="928" y="365"/>
                    <a:pt x="934" y="398"/>
                  </a:cubicBezTo>
                  <a:cubicBezTo>
                    <a:pt x="947" y="470"/>
                    <a:pt x="976" y="467"/>
                    <a:pt x="986" y="539"/>
                  </a:cubicBezTo>
                  <a:cubicBezTo>
                    <a:pt x="991" y="578"/>
                    <a:pt x="992" y="629"/>
                    <a:pt x="957" y="667"/>
                  </a:cubicBezTo>
                  <a:cubicBezTo>
                    <a:pt x="950" y="633"/>
                    <a:pt x="953" y="617"/>
                    <a:pt x="959" y="585"/>
                  </a:cubicBezTo>
                  <a:cubicBezTo>
                    <a:pt x="964" y="556"/>
                    <a:pt x="960" y="532"/>
                    <a:pt x="950" y="501"/>
                  </a:cubicBezTo>
                  <a:cubicBezTo>
                    <a:pt x="928" y="521"/>
                    <a:pt x="920" y="570"/>
                    <a:pt x="925" y="616"/>
                  </a:cubicBezTo>
                  <a:cubicBezTo>
                    <a:pt x="930" y="664"/>
                    <a:pt x="964" y="700"/>
                    <a:pt x="912" y="770"/>
                  </a:cubicBezTo>
                  <a:cubicBezTo>
                    <a:pt x="889" y="790"/>
                    <a:pt x="875" y="794"/>
                    <a:pt x="875" y="794"/>
                  </a:cubicBezTo>
                  <a:cubicBezTo>
                    <a:pt x="903" y="761"/>
                    <a:pt x="940" y="684"/>
                    <a:pt x="913" y="643"/>
                  </a:cubicBezTo>
                  <a:cubicBezTo>
                    <a:pt x="903" y="688"/>
                    <a:pt x="876" y="714"/>
                    <a:pt x="848" y="753"/>
                  </a:cubicBezTo>
                  <a:cubicBezTo>
                    <a:pt x="809" y="810"/>
                    <a:pt x="842" y="826"/>
                    <a:pt x="722" y="871"/>
                  </a:cubicBezTo>
                  <a:cubicBezTo>
                    <a:pt x="686" y="885"/>
                    <a:pt x="636" y="889"/>
                    <a:pt x="582" y="903"/>
                  </a:cubicBezTo>
                  <a:cubicBezTo>
                    <a:pt x="568" y="906"/>
                    <a:pt x="556" y="909"/>
                    <a:pt x="545" y="912"/>
                  </a:cubicBezTo>
                  <a:cubicBezTo>
                    <a:pt x="533" y="909"/>
                    <a:pt x="521" y="906"/>
                    <a:pt x="508" y="903"/>
                  </a:cubicBezTo>
                  <a:cubicBezTo>
                    <a:pt x="453" y="889"/>
                    <a:pt x="403" y="885"/>
                    <a:pt x="367" y="871"/>
                  </a:cubicBezTo>
                  <a:cubicBezTo>
                    <a:pt x="247" y="826"/>
                    <a:pt x="280" y="810"/>
                    <a:pt x="241" y="753"/>
                  </a:cubicBezTo>
                  <a:cubicBezTo>
                    <a:pt x="213" y="714"/>
                    <a:pt x="186" y="688"/>
                    <a:pt x="176" y="643"/>
                  </a:cubicBezTo>
                  <a:cubicBezTo>
                    <a:pt x="149" y="684"/>
                    <a:pt x="186" y="761"/>
                    <a:pt x="214" y="794"/>
                  </a:cubicBezTo>
                  <a:cubicBezTo>
                    <a:pt x="214" y="794"/>
                    <a:pt x="201" y="790"/>
                    <a:pt x="177" y="770"/>
                  </a:cubicBezTo>
                  <a:cubicBezTo>
                    <a:pt x="125" y="700"/>
                    <a:pt x="159" y="664"/>
                    <a:pt x="164" y="616"/>
                  </a:cubicBezTo>
                  <a:cubicBezTo>
                    <a:pt x="169" y="570"/>
                    <a:pt x="161" y="521"/>
                    <a:pt x="139" y="501"/>
                  </a:cubicBezTo>
                  <a:cubicBezTo>
                    <a:pt x="129" y="532"/>
                    <a:pt x="125" y="556"/>
                    <a:pt x="130" y="585"/>
                  </a:cubicBezTo>
                  <a:cubicBezTo>
                    <a:pt x="136" y="617"/>
                    <a:pt x="139" y="633"/>
                    <a:pt x="132" y="667"/>
                  </a:cubicBezTo>
                  <a:cubicBezTo>
                    <a:pt x="97" y="629"/>
                    <a:pt x="98" y="578"/>
                    <a:pt x="104" y="539"/>
                  </a:cubicBezTo>
                  <a:cubicBezTo>
                    <a:pt x="113" y="467"/>
                    <a:pt x="142" y="470"/>
                    <a:pt x="155" y="398"/>
                  </a:cubicBezTo>
                  <a:cubicBezTo>
                    <a:pt x="161" y="365"/>
                    <a:pt x="152" y="339"/>
                    <a:pt x="140" y="321"/>
                  </a:cubicBezTo>
                  <a:cubicBezTo>
                    <a:pt x="128" y="374"/>
                    <a:pt x="115" y="380"/>
                    <a:pt x="96" y="428"/>
                  </a:cubicBezTo>
                  <a:cubicBezTo>
                    <a:pt x="87" y="361"/>
                    <a:pt x="109" y="333"/>
                    <a:pt x="131" y="304"/>
                  </a:cubicBezTo>
                  <a:cubicBezTo>
                    <a:pt x="161" y="266"/>
                    <a:pt x="168" y="282"/>
                    <a:pt x="206" y="245"/>
                  </a:cubicBezTo>
                  <a:cubicBezTo>
                    <a:pt x="251" y="206"/>
                    <a:pt x="265" y="172"/>
                    <a:pt x="257" y="155"/>
                  </a:cubicBezTo>
                  <a:cubicBezTo>
                    <a:pt x="224" y="168"/>
                    <a:pt x="207" y="185"/>
                    <a:pt x="181" y="212"/>
                  </a:cubicBezTo>
                  <a:cubicBezTo>
                    <a:pt x="198" y="158"/>
                    <a:pt x="226" y="154"/>
                    <a:pt x="288" y="113"/>
                  </a:cubicBezTo>
                  <a:cubicBezTo>
                    <a:pt x="352" y="64"/>
                    <a:pt x="338" y="56"/>
                    <a:pt x="418" y="24"/>
                  </a:cubicBezTo>
                  <a:cubicBezTo>
                    <a:pt x="390" y="0"/>
                    <a:pt x="344" y="0"/>
                    <a:pt x="286" y="54"/>
                  </a:cubicBezTo>
                  <a:cubicBezTo>
                    <a:pt x="246" y="90"/>
                    <a:pt x="229" y="137"/>
                    <a:pt x="203" y="152"/>
                  </a:cubicBezTo>
                  <a:cubicBezTo>
                    <a:pt x="212" y="113"/>
                    <a:pt x="210" y="100"/>
                    <a:pt x="234" y="60"/>
                  </a:cubicBezTo>
                  <a:cubicBezTo>
                    <a:pt x="209" y="61"/>
                    <a:pt x="154" y="100"/>
                    <a:pt x="145" y="179"/>
                  </a:cubicBezTo>
                  <a:cubicBezTo>
                    <a:pt x="136" y="258"/>
                    <a:pt x="106" y="289"/>
                    <a:pt x="106" y="289"/>
                  </a:cubicBezTo>
                  <a:cubicBezTo>
                    <a:pt x="106" y="289"/>
                    <a:pt x="98" y="247"/>
                    <a:pt x="110" y="200"/>
                  </a:cubicBezTo>
                  <a:cubicBezTo>
                    <a:pt x="86" y="210"/>
                    <a:pt x="67" y="226"/>
                    <a:pt x="59" y="270"/>
                  </a:cubicBezTo>
                  <a:cubicBezTo>
                    <a:pt x="49" y="326"/>
                    <a:pt x="63" y="402"/>
                    <a:pt x="73" y="435"/>
                  </a:cubicBezTo>
                  <a:cubicBezTo>
                    <a:pt x="84" y="473"/>
                    <a:pt x="84" y="506"/>
                    <a:pt x="78" y="563"/>
                  </a:cubicBezTo>
                  <a:cubicBezTo>
                    <a:pt x="68" y="492"/>
                    <a:pt x="42" y="476"/>
                    <a:pt x="37" y="398"/>
                  </a:cubicBezTo>
                  <a:cubicBezTo>
                    <a:pt x="0" y="435"/>
                    <a:pt x="20" y="542"/>
                    <a:pt x="56" y="596"/>
                  </a:cubicBezTo>
                  <a:cubicBezTo>
                    <a:pt x="94" y="653"/>
                    <a:pt x="117" y="659"/>
                    <a:pt x="140" y="743"/>
                  </a:cubicBezTo>
                  <a:cubicBezTo>
                    <a:pt x="104" y="692"/>
                    <a:pt x="76" y="687"/>
                    <a:pt x="48" y="627"/>
                  </a:cubicBezTo>
                  <a:cubicBezTo>
                    <a:pt x="27" y="654"/>
                    <a:pt x="46" y="709"/>
                    <a:pt x="103" y="756"/>
                  </a:cubicBezTo>
                  <a:cubicBezTo>
                    <a:pt x="152" y="803"/>
                    <a:pt x="231" y="799"/>
                    <a:pt x="321" y="873"/>
                  </a:cubicBezTo>
                  <a:cubicBezTo>
                    <a:pt x="248" y="830"/>
                    <a:pt x="172" y="830"/>
                    <a:pt x="132" y="805"/>
                  </a:cubicBezTo>
                  <a:cubicBezTo>
                    <a:pt x="125" y="839"/>
                    <a:pt x="171" y="868"/>
                    <a:pt x="249" y="888"/>
                  </a:cubicBezTo>
                  <a:cubicBezTo>
                    <a:pt x="280" y="896"/>
                    <a:pt x="327" y="897"/>
                    <a:pt x="353" y="898"/>
                  </a:cubicBezTo>
                  <a:cubicBezTo>
                    <a:pt x="403" y="899"/>
                    <a:pt x="430" y="909"/>
                    <a:pt x="462" y="915"/>
                  </a:cubicBezTo>
                  <a:cubicBezTo>
                    <a:pt x="475" y="917"/>
                    <a:pt x="490" y="920"/>
                    <a:pt x="506" y="925"/>
                  </a:cubicBezTo>
                  <a:cubicBezTo>
                    <a:pt x="493" y="930"/>
                    <a:pt x="483" y="934"/>
                    <a:pt x="477" y="938"/>
                  </a:cubicBezTo>
                  <a:cubicBezTo>
                    <a:pt x="453" y="951"/>
                    <a:pt x="455" y="951"/>
                    <a:pt x="408" y="982"/>
                  </a:cubicBezTo>
                  <a:cubicBezTo>
                    <a:pt x="450" y="998"/>
                    <a:pt x="450" y="998"/>
                    <a:pt x="450" y="998"/>
                  </a:cubicBezTo>
                  <a:cubicBezTo>
                    <a:pt x="450" y="998"/>
                    <a:pt x="473" y="971"/>
                    <a:pt x="515" y="951"/>
                  </a:cubicBezTo>
                  <a:cubicBezTo>
                    <a:pt x="524" y="946"/>
                    <a:pt x="534" y="942"/>
                    <a:pt x="545" y="938"/>
                  </a:cubicBezTo>
                  <a:cubicBezTo>
                    <a:pt x="555" y="942"/>
                    <a:pt x="565" y="946"/>
                    <a:pt x="574" y="951"/>
                  </a:cubicBezTo>
                  <a:cubicBezTo>
                    <a:pt x="616" y="971"/>
                    <a:pt x="639" y="998"/>
                    <a:pt x="639" y="998"/>
                  </a:cubicBezTo>
                  <a:cubicBezTo>
                    <a:pt x="681" y="982"/>
                    <a:pt x="681" y="982"/>
                    <a:pt x="681" y="982"/>
                  </a:cubicBezTo>
                  <a:cubicBezTo>
                    <a:pt x="635" y="951"/>
                    <a:pt x="636" y="951"/>
                    <a:pt x="613" y="938"/>
                  </a:cubicBezTo>
                  <a:cubicBezTo>
                    <a:pt x="606" y="934"/>
                    <a:pt x="596" y="930"/>
                    <a:pt x="583" y="925"/>
                  </a:cubicBezTo>
                  <a:cubicBezTo>
                    <a:pt x="599" y="920"/>
                    <a:pt x="614" y="917"/>
                    <a:pt x="627" y="915"/>
                  </a:cubicBezTo>
                  <a:cubicBezTo>
                    <a:pt x="659" y="909"/>
                    <a:pt x="686" y="899"/>
                    <a:pt x="736" y="898"/>
                  </a:cubicBezTo>
                  <a:cubicBezTo>
                    <a:pt x="762" y="897"/>
                    <a:pt x="809" y="896"/>
                    <a:pt x="840" y="888"/>
                  </a:cubicBezTo>
                  <a:cubicBezTo>
                    <a:pt x="919" y="868"/>
                    <a:pt x="965" y="839"/>
                    <a:pt x="957" y="805"/>
                  </a:cubicBezTo>
                  <a:cubicBezTo>
                    <a:pt x="917" y="830"/>
                    <a:pt x="841" y="830"/>
                    <a:pt x="768" y="873"/>
                  </a:cubicBezTo>
                  <a:cubicBezTo>
                    <a:pt x="858" y="799"/>
                    <a:pt x="937" y="803"/>
                    <a:pt x="986" y="756"/>
                  </a:cubicBezTo>
                  <a:cubicBezTo>
                    <a:pt x="1043" y="709"/>
                    <a:pt x="1063" y="654"/>
                    <a:pt x="1041" y="627"/>
                  </a:cubicBezTo>
                  <a:cubicBezTo>
                    <a:pt x="1013" y="687"/>
                    <a:pt x="985" y="692"/>
                    <a:pt x="949" y="743"/>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3" name="Freeform 57"/>
            <p:cNvSpPr>
              <a:spLocks noEditPoints="1"/>
            </p:cNvSpPr>
            <p:nvPr/>
          </p:nvSpPr>
          <p:spPr bwMode="auto">
            <a:xfrm>
              <a:off x="-1698625" y="-652463"/>
              <a:ext cx="379413" cy="509588"/>
            </a:xfrm>
            <a:custGeom>
              <a:avLst/>
              <a:gdLst>
                <a:gd name="T0" fmla="*/ 340 w 496"/>
                <a:gd name="T1" fmla="*/ 373 h 667"/>
                <a:gd name="T2" fmla="*/ 396 w 496"/>
                <a:gd name="T3" fmla="*/ 382 h 667"/>
                <a:gd name="T4" fmla="*/ 187 w 496"/>
                <a:gd name="T5" fmla="*/ 323 h 667"/>
                <a:gd name="T6" fmla="*/ 189 w 496"/>
                <a:gd name="T7" fmla="*/ 334 h 667"/>
                <a:gd name="T8" fmla="*/ 193 w 496"/>
                <a:gd name="T9" fmla="*/ 333 h 667"/>
                <a:gd name="T10" fmla="*/ 113 w 496"/>
                <a:gd name="T11" fmla="*/ 331 h 667"/>
                <a:gd name="T12" fmla="*/ 115 w 496"/>
                <a:gd name="T13" fmla="*/ 317 h 667"/>
                <a:gd name="T14" fmla="*/ 121 w 496"/>
                <a:gd name="T15" fmla="*/ 317 h 667"/>
                <a:gd name="T16" fmla="*/ 117 w 496"/>
                <a:gd name="T17" fmla="*/ 326 h 667"/>
                <a:gd name="T18" fmla="*/ 115 w 496"/>
                <a:gd name="T19" fmla="*/ 330 h 667"/>
                <a:gd name="T20" fmla="*/ 348 w 496"/>
                <a:gd name="T21" fmla="*/ 324 h 667"/>
                <a:gd name="T22" fmla="*/ 53 w 496"/>
                <a:gd name="T23" fmla="*/ 363 h 667"/>
                <a:gd name="T24" fmla="*/ 379 w 496"/>
                <a:gd name="T25" fmla="*/ 313 h 667"/>
                <a:gd name="T26" fmla="*/ 306 w 496"/>
                <a:gd name="T27" fmla="*/ 330 h 667"/>
                <a:gd name="T28" fmla="*/ 305 w 496"/>
                <a:gd name="T29" fmla="*/ 315 h 667"/>
                <a:gd name="T30" fmla="*/ 298 w 496"/>
                <a:gd name="T31" fmla="*/ 314 h 667"/>
                <a:gd name="T32" fmla="*/ 276 w 496"/>
                <a:gd name="T33" fmla="*/ 322 h 667"/>
                <a:gd name="T34" fmla="*/ 203 w 496"/>
                <a:gd name="T35" fmla="*/ 319 h 667"/>
                <a:gd name="T36" fmla="*/ 110 w 496"/>
                <a:gd name="T37" fmla="*/ 316 h 667"/>
                <a:gd name="T38" fmla="*/ 106 w 496"/>
                <a:gd name="T39" fmla="*/ 321 h 667"/>
                <a:gd name="T40" fmla="*/ 119 w 496"/>
                <a:gd name="T41" fmla="*/ 335 h 667"/>
                <a:gd name="T42" fmla="*/ 123 w 496"/>
                <a:gd name="T43" fmla="*/ 338 h 667"/>
                <a:gd name="T44" fmla="*/ 151 w 496"/>
                <a:gd name="T45" fmla="*/ 320 h 667"/>
                <a:gd name="T46" fmla="*/ 144 w 496"/>
                <a:gd name="T47" fmla="*/ 326 h 667"/>
                <a:gd name="T48" fmla="*/ 142 w 496"/>
                <a:gd name="T49" fmla="*/ 316 h 667"/>
                <a:gd name="T50" fmla="*/ 139 w 496"/>
                <a:gd name="T51" fmla="*/ 338 h 667"/>
                <a:gd name="T52" fmla="*/ 152 w 496"/>
                <a:gd name="T53" fmla="*/ 330 h 667"/>
                <a:gd name="T54" fmla="*/ 201 w 496"/>
                <a:gd name="T55" fmla="*/ 317 h 667"/>
                <a:gd name="T56" fmla="*/ 197 w 496"/>
                <a:gd name="T57" fmla="*/ 330 h 667"/>
                <a:gd name="T58" fmla="*/ 190 w 496"/>
                <a:gd name="T59" fmla="*/ 322 h 667"/>
                <a:gd name="T60" fmla="*/ 192 w 496"/>
                <a:gd name="T61" fmla="*/ 318 h 667"/>
                <a:gd name="T62" fmla="*/ 183 w 496"/>
                <a:gd name="T63" fmla="*/ 322 h 667"/>
                <a:gd name="T64" fmla="*/ 188 w 496"/>
                <a:gd name="T65" fmla="*/ 336 h 667"/>
                <a:gd name="T66" fmla="*/ 204 w 496"/>
                <a:gd name="T67" fmla="*/ 338 h 667"/>
                <a:gd name="T68" fmla="*/ 219 w 496"/>
                <a:gd name="T69" fmla="*/ 321 h 667"/>
                <a:gd name="T70" fmla="*/ 218 w 496"/>
                <a:gd name="T71" fmla="*/ 338 h 667"/>
                <a:gd name="T72" fmla="*/ 227 w 496"/>
                <a:gd name="T73" fmla="*/ 341 h 667"/>
                <a:gd name="T74" fmla="*/ 270 w 496"/>
                <a:gd name="T75" fmla="*/ 325 h 667"/>
                <a:gd name="T76" fmla="*/ 266 w 496"/>
                <a:gd name="T77" fmla="*/ 318 h 667"/>
                <a:gd name="T78" fmla="*/ 263 w 496"/>
                <a:gd name="T79" fmla="*/ 329 h 667"/>
                <a:gd name="T80" fmla="*/ 263 w 496"/>
                <a:gd name="T81" fmla="*/ 334 h 667"/>
                <a:gd name="T82" fmla="*/ 278 w 496"/>
                <a:gd name="T83" fmla="*/ 333 h 667"/>
                <a:gd name="T84" fmla="*/ 294 w 496"/>
                <a:gd name="T85" fmla="*/ 324 h 667"/>
                <a:gd name="T86" fmla="*/ 291 w 496"/>
                <a:gd name="T87" fmla="*/ 334 h 667"/>
                <a:gd name="T88" fmla="*/ 354 w 496"/>
                <a:gd name="T89" fmla="*/ 325 h 667"/>
                <a:gd name="T90" fmla="*/ 347 w 496"/>
                <a:gd name="T91" fmla="*/ 313 h 667"/>
                <a:gd name="T92" fmla="*/ 341 w 496"/>
                <a:gd name="T93" fmla="*/ 325 h 667"/>
                <a:gd name="T94" fmla="*/ 340 w 496"/>
                <a:gd name="T95" fmla="*/ 336 h 667"/>
                <a:gd name="T96" fmla="*/ 345 w 496"/>
                <a:gd name="T97" fmla="*/ 330 h 667"/>
                <a:gd name="T98" fmla="*/ 355 w 496"/>
                <a:gd name="T99" fmla="*/ 332 h 667"/>
                <a:gd name="T100" fmla="*/ 388 w 496"/>
                <a:gd name="T101" fmla="*/ 321 h 667"/>
                <a:gd name="T102" fmla="*/ 380 w 496"/>
                <a:gd name="T103" fmla="*/ 315 h 667"/>
                <a:gd name="T104" fmla="*/ 375 w 496"/>
                <a:gd name="T105" fmla="*/ 324 h 667"/>
                <a:gd name="T106" fmla="*/ 372 w 496"/>
                <a:gd name="T107" fmla="*/ 333 h 667"/>
                <a:gd name="T108" fmla="*/ 380 w 496"/>
                <a:gd name="T109" fmla="*/ 325 h 667"/>
                <a:gd name="T110" fmla="*/ 386 w 496"/>
                <a:gd name="T111" fmla="*/ 336 h 667"/>
                <a:gd name="T112" fmla="*/ 300 w 496"/>
                <a:gd name="T113" fmla="*/ 327 h 667"/>
                <a:gd name="T114" fmla="*/ 496 w 496"/>
                <a:gd name="T115" fmla="*/ 1 h 667"/>
                <a:gd name="T116" fmla="*/ 43 w 496"/>
                <a:gd name="T117" fmla="*/ 531 h 667"/>
                <a:gd name="T118" fmla="*/ 224 w 496"/>
                <a:gd name="T119" fmla="*/ 553 h 667"/>
                <a:gd name="T120" fmla="*/ 329 w 496"/>
                <a:gd name="T121" fmla="*/ 551 h 667"/>
                <a:gd name="T122" fmla="*/ 477 w 496"/>
                <a:gd name="T123" fmla="*/ 395 h 6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496" h="667">
                  <a:moveTo>
                    <a:pt x="224" y="543"/>
                  </a:moveTo>
                  <a:cubicBezTo>
                    <a:pt x="224" y="545"/>
                    <a:pt x="224" y="545"/>
                    <a:pt x="223" y="546"/>
                  </a:cubicBezTo>
                  <a:cubicBezTo>
                    <a:pt x="222" y="548"/>
                    <a:pt x="220" y="550"/>
                    <a:pt x="216" y="550"/>
                  </a:cubicBezTo>
                  <a:cubicBezTo>
                    <a:pt x="212" y="550"/>
                    <a:pt x="209" y="546"/>
                    <a:pt x="209" y="540"/>
                  </a:cubicBezTo>
                  <a:cubicBezTo>
                    <a:pt x="209" y="535"/>
                    <a:pt x="212" y="531"/>
                    <a:pt x="216" y="531"/>
                  </a:cubicBezTo>
                  <a:cubicBezTo>
                    <a:pt x="221" y="531"/>
                    <a:pt x="224" y="536"/>
                    <a:pt x="224" y="543"/>
                  </a:cubicBezTo>
                  <a:close/>
                  <a:moveTo>
                    <a:pt x="58" y="481"/>
                  </a:moveTo>
                  <a:cubicBezTo>
                    <a:pt x="98" y="481"/>
                    <a:pt x="98" y="481"/>
                    <a:pt x="98" y="481"/>
                  </a:cubicBezTo>
                  <a:cubicBezTo>
                    <a:pt x="98" y="469"/>
                    <a:pt x="98" y="469"/>
                    <a:pt x="98" y="469"/>
                  </a:cubicBezTo>
                  <a:cubicBezTo>
                    <a:pt x="58" y="469"/>
                    <a:pt x="58" y="469"/>
                    <a:pt x="58" y="469"/>
                  </a:cubicBezTo>
                  <a:lnTo>
                    <a:pt x="58" y="481"/>
                  </a:lnTo>
                  <a:close/>
                  <a:moveTo>
                    <a:pt x="396" y="481"/>
                  </a:moveTo>
                  <a:cubicBezTo>
                    <a:pt x="436" y="481"/>
                    <a:pt x="436" y="481"/>
                    <a:pt x="436" y="481"/>
                  </a:cubicBezTo>
                  <a:cubicBezTo>
                    <a:pt x="436" y="469"/>
                    <a:pt x="436" y="469"/>
                    <a:pt x="436" y="469"/>
                  </a:cubicBezTo>
                  <a:cubicBezTo>
                    <a:pt x="396" y="469"/>
                    <a:pt x="396" y="469"/>
                    <a:pt x="396" y="469"/>
                  </a:cubicBezTo>
                  <a:lnTo>
                    <a:pt x="396" y="481"/>
                  </a:lnTo>
                  <a:close/>
                  <a:moveTo>
                    <a:pt x="157" y="481"/>
                  </a:moveTo>
                  <a:cubicBezTo>
                    <a:pt x="198" y="481"/>
                    <a:pt x="198" y="481"/>
                    <a:pt x="198" y="481"/>
                  </a:cubicBezTo>
                  <a:cubicBezTo>
                    <a:pt x="198" y="469"/>
                    <a:pt x="198" y="469"/>
                    <a:pt x="198" y="469"/>
                  </a:cubicBezTo>
                  <a:cubicBezTo>
                    <a:pt x="157" y="469"/>
                    <a:pt x="157" y="469"/>
                    <a:pt x="157" y="469"/>
                  </a:cubicBezTo>
                  <a:lnTo>
                    <a:pt x="157" y="481"/>
                  </a:lnTo>
                  <a:close/>
                  <a:moveTo>
                    <a:pt x="299" y="481"/>
                  </a:moveTo>
                  <a:cubicBezTo>
                    <a:pt x="340" y="481"/>
                    <a:pt x="340" y="481"/>
                    <a:pt x="340" y="481"/>
                  </a:cubicBezTo>
                  <a:cubicBezTo>
                    <a:pt x="340" y="469"/>
                    <a:pt x="340" y="469"/>
                    <a:pt x="340" y="469"/>
                  </a:cubicBezTo>
                  <a:cubicBezTo>
                    <a:pt x="299" y="469"/>
                    <a:pt x="299" y="469"/>
                    <a:pt x="299" y="469"/>
                  </a:cubicBezTo>
                  <a:lnTo>
                    <a:pt x="299" y="481"/>
                  </a:lnTo>
                  <a:close/>
                  <a:moveTo>
                    <a:pt x="435" y="365"/>
                  </a:moveTo>
                  <a:cubicBezTo>
                    <a:pt x="397" y="365"/>
                    <a:pt x="397" y="365"/>
                    <a:pt x="397" y="365"/>
                  </a:cubicBezTo>
                  <a:cubicBezTo>
                    <a:pt x="397" y="373"/>
                    <a:pt x="397" y="373"/>
                    <a:pt x="397" y="373"/>
                  </a:cubicBezTo>
                  <a:cubicBezTo>
                    <a:pt x="396" y="373"/>
                    <a:pt x="396" y="373"/>
                    <a:pt x="396" y="373"/>
                  </a:cubicBezTo>
                  <a:cubicBezTo>
                    <a:pt x="396" y="365"/>
                    <a:pt x="396" y="365"/>
                    <a:pt x="396" y="365"/>
                  </a:cubicBezTo>
                  <a:cubicBezTo>
                    <a:pt x="340" y="365"/>
                    <a:pt x="340" y="365"/>
                    <a:pt x="340" y="365"/>
                  </a:cubicBezTo>
                  <a:cubicBezTo>
                    <a:pt x="340" y="373"/>
                    <a:pt x="340" y="373"/>
                    <a:pt x="340" y="373"/>
                  </a:cubicBezTo>
                  <a:cubicBezTo>
                    <a:pt x="338" y="373"/>
                    <a:pt x="338" y="373"/>
                    <a:pt x="338" y="373"/>
                  </a:cubicBezTo>
                  <a:cubicBezTo>
                    <a:pt x="338" y="365"/>
                    <a:pt x="338" y="365"/>
                    <a:pt x="338" y="365"/>
                  </a:cubicBezTo>
                  <a:cubicBezTo>
                    <a:pt x="301" y="365"/>
                    <a:pt x="301" y="365"/>
                    <a:pt x="301" y="365"/>
                  </a:cubicBezTo>
                  <a:cubicBezTo>
                    <a:pt x="301" y="373"/>
                    <a:pt x="301" y="373"/>
                    <a:pt x="301" y="373"/>
                  </a:cubicBezTo>
                  <a:cubicBezTo>
                    <a:pt x="299" y="373"/>
                    <a:pt x="299" y="373"/>
                    <a:pt x="299" y="373"/>
                  </a:cubicBezTo>
                  <a:cubicBezTo>
                    <a:pt x="299" y="365"/>
                    <a:pt x="299" y="365"/>
                    <a:pt x="299" y="365"/>
                  </a:cubicBezTo>
                  <a:cubicBezTo>
                    <a:pt x="198" y="365"/>
                    <a:pt x="198" y="365"/>
                    <a:pt x="198" y="365"/>
                  </a:cubicBezTo>
                  <a:cubicBezTo>
                    <a:pt x="198" y="373"/>
                    <a:pt x="198" y="373"/>
                    <a:pt x="198" y="373"/>
                  </a:cubicBezTo>
                  <a:cubicBezTo>
                    <a:pt x="196" y="373"/>
                    <a:pt x="196" y="373"/>
                    <a:pt x="196" y="373"/>
                  </a:cubicBezTo>
                  <a:cubicBezTo>
                    <a:pt x="196" y="365"/>
                    <a:pt x="196" y="365"/>
                    <a:pt x="196" y="365"/>
                  </a:cubicBezTo>
                  <a:cubicBezTo>
                    <a:pt x="159" y="365"/>
                    <a:pt x="159" y="365"/>
                    <a:pt x="159" y="365"/>
                  </a:cubicBezTo>
                  <a:cubicBezTo>
                    <a:pt x="159" y="373"/>
                    <a:pt x="159" y="373"/>
                    <a:pt x="159" y="373"/>
                  </a:cubicBezTo>
                  <a:cubicBezTo>
                    <a:pt x="157" y="373"/>
                    <a:pt x="157" y="373"/>
                    <a:pt x="157" y="373"/>
                  </a:cubicBezTo>
                  <a:cubicBezTo>
                    <a:pt x="157" y="365"/>
                    <a:pt x="157" y="365"/>
                    <a:pt x="157" y="365"/>
                  </a:cubicBezTo>
                  <a:cubicBezTo>
                    <a:pt x="98" y="365"/>
                    <a:pt x="98" y="365"/>
                    <a:pt x="98" y="365"/>
                  </a:cubicBezTo>
                  <a:cubicBezTo>
                    <a:pt x="98" y="373"/>
                    <a:pt x="98" y="373"/>
                    <a:pt x="98" y="373"/>
                  </a:cubicBezTo>
                  <a:cubicBezTo>
                    <a:pt x="97" y="373"/>
                    <a:pt x="97" y="373"/>
                    <a:pt x="97" y="373"/>
                  </a:cubicBezTo>
                  <a:cubicBezTo>
                    <a:pt x="97" y="365"/>
                    <a:pt x="97" y="365"/>
                    <a:pt x="97" y="365"/>
                  </a:cubicBezTo>
                  <a:cubicBezTo>
                    <a:pt x="59" y="365"/>
                    <a:pt x="59" y="365"/>
                    <a:pt x="59" y="365"/>
                  </a:cubicBezTo>
                  <a:cubicBezTo>
                    <a:pt x="59" y="373"/>
                    <a:pt x="59" y="373"/>
                    <a:pt x="59" y="373"/>
                  </a:cubicBezTo>
                  <a:cubicBezTo>
                    <a:pt x="58" y="373"/>
                    <a:pt x="58" y="373"/>
                    <a:pt x="58" y="373"/>
                  </a:cubicBezTo>
                  <a:cubicBezTo>
                    <a:pt x="58" y="467"/>
                    <a:pt x="58" y="467"/>
                    <a:pt x="58" y="467"/>
                  </a:cubicBezTo>
                  <a:cubicBezTo>
                    <a:pt x="98" y="467"/>
                    <a:pt x="98" y="467"/>
                    <a:pt x="98" y="467"/>
                  </a:cubicBezTo>
                  <a:cubicBezTo>
                    <a:pt x="98" y="382"/>
                    <a:pt x="98" y="382"/>
                    <a:pt x="98" y="382"/>
                  </a:cubicBezTo>
                  <a:cubicBezTo>
                    <a:pt x="157" y="382"/>
                    <a:pt x="157" y="382"/>
                    <a:pt x="157" y="382"/>
                  </a:cubicBezTo>
                  <a:cubicBezTo>
                    <a:pt x="157" y="467"/>
                    <a:pt x="157" y="467"/>
                    <a:pt x="157" y="467"/>
                  </a:cubicBezTo>
                  <a:cubicBezTo>
                    <a:pt x="198" y="467"/>
                    <a:pt x="198" y="467"/>
                    <a:pt x="198" y="467"/>
                  </a:cubicBezTo>
                  <a:cubicBezTo>
                    <a:pt x="198" y="382"/>
                    <a:pt x="198" y="382"/>
                    <a:pt x="198" y="382"/>
                  </a:cubicBezTo>
                  <a:cubicBezTo>
                    <a:pt x="299" y="382"/>
                    <a:pt x="299" y="382"/>
                    <a:pt x="299" y="382"/>
                  </a:cubicBezTo>
                  <a:cubicBezTo>
                    <a:pt x="299" y="467"/>
                    <a:pt x="299" y="467"/>
                    <a:pt x="299" y="467"/>
                  </a:cubicBezTo>
                  <a:cubicBezTo>
                    <a:pt x="340" y="467"/>
                    <a:pt x="340" y="467"/>
                    <a:pt x="340" y="467"/>
                  </a:cubicBezTo>
                  <a:cubicBezTo>
                    <a:pt x="340" y="382"/>
                    <a:pt x="340" y="382"/>
                    <a:pt x="340" y="382"/>
                  </a:cubicBezTo>
                  <a:cubicBezTo>
                    <a:pt x="396" y="382"/>
                    <a:pt x="396" y="382"/>
                    <a:pt x="396" y="382"/>
                  </a:cubicBezTo>
                  <a:cubicBezTo>
                    <a:pt x="396" y="467"/>
                    <a:pt x="396" y="467"/>
                    <a:pt x="396" y="467"/>
                  </a:cubicBezTo>
                  <a:cubicBezTo>
                    <a:pt x="436" y="467"/>
                    <a:pt x="436" y="467"/>
                    <a:pt x="436" y="467"/>
                  </a:cubicBezTo>
                  <a:cubicBezTo>
                    <a:pt x="436" y="373"/>
                    <a:pt x="436" y="373"/>
                    <a:pt x="436" y="373"/>
                  </a:cubicBezTo>
                  <a:cubicBezTo>
                    <a:pt x="435" y="373"/>
                    <a:pt x="435" y="373"/>
                    <a:pt x="435" y="373"/>
                  </a:cubicBezTo>
                  <a:lnTo>
                    <a:pt x="435" y="365"/>
                  </a:lnTo>
                  <a:close/>
                  <a:moveTo>
                    <a:pt x="188" y="327"/>
                  </a:moveTo>
                  <a:cubicBezTo>
                    <a:pt x="188" y="327"/>
                    <a:pt x="188" y="326"/>
                    <a:pt x="188" y="326"/>
                  </a:cubicBezTo>
                  <a:cubicBezTo>
                    <a:pt x="189" y="326"/>
                    <a:pt x="189" y="326"/>
                    <a:pt x="189" y="326"/>
                  </a:cubicBezTo>
                  <a:cubicBezTo>
                    <a:pt x="189" y="326"/>
                    <a:pt x="189" y="326"/>
                    <a:pt x="189" y="326"/>
                  </a:cubicBezTo>
                  <a:cubicBezTo>
                    <a:pt x="189" y="326"/>
                    <a:pt x="189" y="326"/>
                    <a:pt x="189" y="326"/>
                  </a:cubicBezTo>
                  <a:cubicBezTo>
                    <a:pt x="188" y="326"/>
                    <a:pt x="188" y="326"/>
                    <a:pt x="188" y="326"/>
                  </a:cubicBezTo>
                  <a:cubicBezTo>
                    <a:pt x="188" y="326"/>
                    <a:pt x="188" y="326"/>
                    <a:pt x="188" y="326"/>
                  </a:cubicBezTo>
                  <a:cubicBezTo>
                    <a:pt x="188" y="326"/>
                    <a:pt x="187" y="326"/>
                    <a:pt x="187" y="326"/>
                  </a:cubicBezTo>
                  <a:cubicBezTo>
                    <a:pt x="187" y="326"/>
                    <a:pt x="187" y="326"/>
                    <a:pt x="186" y="326"/>
                  </a:cubicBezTo>
                  <a:cubicBezTo>
                    <a:pt x="186" y="326"/>
                    <a:pt x="186" y="326"/>
                    <a:pt x="186" y="327"/>
                  </a:cubicBezTo>
                  <a:cubicBezTo>
                    <a:pt x="186" y="327"/>
                    <a:pt x="186" y="327"/>
                    <a:pt x="186" y="327"/>
                  </a:cubicBezTo>
                  <a:cubicBezTo>
                    <a:pt x="186" y="327"/>
                    <a:pt x="186" y="327"/>
                    <a:pt x="186" y="327"/>
                  </a:cubicBezTo>
                  <a:cubicBezTo>
                    <a:pt x="187" y="327"/>
                    <a:pt x="187" y="327"/>
                    <a:pt x="187" y="327"/>
                  </a:cubicBezTo>
                  <a:cubicBezTo>
                    <a:pt x="187" y="327"/>
                    <a:pt x="188" y="327"/>
                    <a:pt x="188" y="327"/>
                  </a:cubicBezTo>
                  <a:close/>
                  <a:moveTo>
                    <a:pt x="186" y="328"/>
                  </a:moveTo>
                  <a:cubicBezTo>
                    <a:pt x="186" y="328"/>
                    <a:pt x="186" y="328"/>
                    <a:pt x="186" y="329"/>
                  </a:cubicBezTo>
                  <a:cubicBezTo>
                    <a:pt x="186" y="329"/>
                    <a:pt x="186" y="329"/>
                    <a:pt x="186" y="329"/>
                  </a:cubicBezTo>
                  <a:cubicBezTo>
                    <a:pt x="186" y="329"/>
                    <a:pt x="186" y="329"/>
                    <a:pt x="186" y="329"/>
                  </a:cubicBezTo>
                  <a:cubicBezTo>
                    <a:pt x="186" y="329"/>
                    <a:pt x="186" y="329"/>
                    <a:pt x="186" y="328"/>
                  </a:cubicBezTo>
                  <a:cubicBezTo>
                    <a:pt x="186" y="328"/>
                    <a:pt x="186" y="328"/>
                    <a:pt x="186" y="328"/>
                  </a:cubicBezTo>
                  <a:cubicBezTo>
                    <a:pt x="186" y="328"/>
                    <a:pt x="186" y="328"/>
                    <a:pt x="186" y="328"/>
                  </a:cubicBezTo>
                  <a:close/>
                  <a:moveTo>
                    <a:pt x="188" y="324"/>
                  </a:moveTo>
                  <a:cubicBezTo>
                    <a:pt x="188" y="324"/>
                    <a:pt x="188" y="324"/>
                    <a:pt x="189" y="324"/>
                  </a:cubicBezTo>
                  <a:cubicBezTo>
                    <a:pt x="189" y="324"/>
                    <a:pt x="189" y="323"/>
                    <a:pt x="189" y="323"/>
                  </a:cubicBezTo>
                  <a:cubicBezTo>
                    <a:pt x="189" y="323"/>
                    <a:pt x="189" y="323"/>
                    <a:pt x="189" y="323"/>
                  </a:cubicBezTo>
                  <a:cubicBezTo>
                    <a:pt x="189" y="323"/>
                    <a:pt x="189" y="323"/>
                    <a:pt x="189" y="323"/>
                  </a:cubicBezTo>
                  <a:cubicBezTo>
                    <a:pt x="189" y="323"/>
                    <a:pt x="188" y="323"/>
                    <a:pt x="188" y="323"/>
                  </a:cubicBezTo>
                  <a:cubicBezTo>
                    <a:pt x="188" y="323"/>
                    <a:pt x="188" y="323"/>
                    <a:pt x="187" y="323"/>
                  </a:cubicBezTo>
                  <a:cubicBezTo>
                    <a:pt x="187" y="323"/>
                    <a:pt x="187" y="323"/>
                    <a:pt x="187" y="323"/>
                  </a:cubicBezTo>
                  <a:cubicBezTo>
                    <a:pt x="186" y="323"/>
                    <a:pt x="186" y="324"/>
                    <a:pt x="187" y="324"/>
                  </a:cubicBezTo>
                  <a:cubicBezTo>
                    <a:pt x="187" y="324"/>
                    <a:pt x="187" y="324"/>
                    <a:pt x="187" y="324"/>
                  </a:cubicBezTo>
                  <a:cubicBezTo>
                    <a:pt x="187" y="324"/>
                    <a:pt x="187" y="324"/>
                    <a:pt x="188" y="324"/>
                  </a:cubicBezTo>
                  <a:close/>
                  <a:moveTo>
                    <a:pt x="191" y="330"/>
                  </a:moveTo>
                  <a:cubicBezTo>
                    <a:pt x="190" y="330"/>
                    <a:pt x="190" y="330"/>
                    <a:pt x="190" y="331"/>
                  </a:cubicBezTo>
                  <a:cubicBezTo>
                    <a:pt x="189" y="331"/>
                    <a:pt x="189" y="331"/>
                    <a:pt x="190" y="331"/>
                  </a:cubicBezTo>
                  <a:cubicBezTo>
                    <a:pt x="190" y="332"/>
                    <a:pt x="190" y="332"/>
                    <a:pt x="190" y="332"/>
                  </a:cubicBezTo>
                  <a:cubicBezTo>
                    <a:pt x="190" y="332"/>
                    <a:pt x="190" y="332"/>
                    <a:pt x="190" y="332"/>
                  </a:cubicBezTo>
                  <a:cubicBezTo>
                    <a:pt x="191" y="331"/>
                    <a:pt x="191" y="331"/>
                    <a:pt x="191" y="331"/>
                  </a:cubicBezTo>
                  <a:cubicBezTo>
                    <a:pt x="191" y="331"/>
                    <a:pt x="191" y="331"/>
                    <a:pt x="191" y="331"/>
                  </a:cubicBezTo>
                  <a:cubicBezTo>
                    <a:pt x="191" y="330"/>
                    <a:pt x="191" y="330"/>
                    <a:pt x="191" y="330"/>
                  </a:cubicBezTo>
                  <a:close/>
                  <a:moveTo>
                    <a:pt x="193" y="330"/>
                  </a:moveTo>
                  <a:cubicBezTo>
                    <a:pt x="193" y="330"/>
                    <a:pt x="193" y="330"/>
                    <a:pt x="193" y="331"/>
                  </a:cubicBezTo>
                  <a:cubicBezTo>
                    <a:pt x="193" y="331"/>
                    <a:pt x="193" y="331"/>
                    <a:pt x="192" y="331"/>
                  </a:cubicBezTo>
                  <a:cubicBezTo>
                    <a:pt x="192" y="331"/>
                    <a:pt x="192" y="331"/>
                    <a:pt x="192" y="331"/>
                  </a:cubicBezTo>
                  <a:cubicBezTo>
                    <a:pt x="192" y="332"/>
                    <a:pt x="192" y="332"/>
                    <a:pt x="192" y="332"/>
                  </a:cubicBezTo>
                  <a:cubicBezTo>
                    <a:pt x="193" y="332"/>
                    <a:pt x="193" y="332"/>
                    <a:pt x="194" y="332"/>
                  </a:cubicBezTo>
                  <a:cubicBezTo>
                    <a:pt x="194" y="332"/>
                    <a:pt x="195" y="331"/>
                    <a:pt x="194" y="331"/>
                  </a:cubicBezTo>
                  <a:cubicBezTo>
                    <a:pt x="194" y="331"/>
                    <a:pt x="194" y="331"/>
                    <a:pt x="194" y="331"/>
                  </a:cubicBezTo>
                  <a:cubicBezTo>
                    <a:pt x="194" y="330"/>
                    <a:pt x="194" y="330"/>
                    <a:pt x="193" y="330"/>
                  </a:cubicBezTo>
                  <a:cubicBezTo>
                    <a:pt x="193" y="330"/>
                    <a:pt x="193" y="330"/>
                    <a:pt x="193" y="330"/>
                  </a:cubicBezTo>
                  <a:close/>
                  <a:moveTo>
                    <a:pt x="189" y="334"/>
                  </a:moveTo>
                  <a:cubicBezTo>
                    <a:pt x="188" y="334"/>
                    <a:pt x="188" y="335"/>
                    <a:pt x="187" y="335"/>
                  </a:cubicBezTo>
                  <a:cubicBezTo>
                    <a:pt x="187" y="335"/>
                    <a:pt x="187" y="335"/>
                    <a:pt x="187" y="335"/>
                  </a:cubicBezTo>
                  <a:cubicBezTo>
                    <a:pt x="187" y="335"/>
                    <a:pt x="187" y="335"/>
                    <a:pt x="187" y="336"/>
                  </a:cubicBezTo>
                  <a:cubicBezTo>
                    <a:pt x="187" y="336"/>
                    <a:pt x="187" y="336"/>
                    <a:pt x="187" y="336"/>
                  </a:cubicBezTo>
                  <a:cubicBezTo>
                    <a:pt x="188" y="336"/>
                    <a:pt x="188" y="336"/>
                    <a:pt x="188" y="336"/>
                  </a:cubicBezTo>
                  <a:cubicBezTo>
                    <a:pt x="188" y="335"/>
                    <a:pt x="189" y="335"/>
                    <a:pt x="189" y="335"/>
                  </a:cubicBezTo>
                  <a:cubicBezTo>
                    <a:pt x="189" y="335"/>
                    <a:pt x="189" y="335"/>
                    <a:pt x="189" y="335"/>
                  </a:cubicBezTo>
                  <a:cubicBezTo>
                    <a:pt x="190" y="335"/>
                    <a:pt x="190" y="335"/>
                    <a:pt x="190" y="335"/>
                  </a:cubicBezTo>
                  <a:cubicBezTo>
                    <a:pt x="190" y="335"/>
                    <a:pt x="190" y="335"/>
                    <a:pt x="190" y="335"/>
                  </a:cubicBezTo>
                  <a:cubicBezTo>
                    <a:pt x="189" y="334"/>
                    <a:pt x="189" y="334"/>
                    <a:pt x="189" y="334"/>
                  </a:cubicBezTo>
                  <a:close/>
                  <a:moveTo>
                    <a:pt x="149" y="333"/>
                  </a:moveTo>
                  <a:cubicBezTo>
                    <a:pt x="149" y="333"/>
                    <a:pt x="148" y="333"/>
                    <a:pt x="148" y="333"/>
                  </a:cubicBezTo>
                  <a:cubicBezTo>
                    <a:pt x="148" y="333"/>
                    <a:pt x="148" y="333"/>
                    <a:pt x="148" y="333"/>
                  </a:cubicBezTo>
                  <a:cubicBezTo>
                    <a:pt x="147" y="333"/>
                    <a:pt x="146" y="333"/>
                    <a:pt x="146" y="332"/>
                  </a:cubicBezTo>
                  <a:cubicBezTo>
                    <a:pt x="146" y="332"/>
                    <a:pt x="146" y="332"/>
                    <a:pt x="146" y="332"/>
                  </a:cubicBezTo>
                  <a:cubicBezTo>
                    <a:pt x="146" y="331"/>
                    <a:pt x="146" y="331"/>
                    <a:pt x="146" y="331"/>
                  </a:cubicBezTo>
                  <a:cubicBezTo>
                    <a:pt x="147" y="331"/>
                    <a:pt x="147" y="331"/>
                    <a:pt x="147" y="330"/>
                  </a:cubicBezTo>
                  <a:cubicBezTo>
                    <a:pt x="147" y="330"/>
                    <a:pt x="148" y="330"/>
                    <a:pt x="148" y="330"/>
                  </a:cubicBezTo>
                  <a:cubicBezTo>
                    <a:pt x="148" y="330"/>
                    <a:pt x="148" y="330"/>
                    <a:pt x="148" y="330"/>
                  </a:cubicBezTo>
                  <a:cubicBezTo>
                    <a:pt x="148" y="329"/>
                    <a:pt x="148" y="329"/>
                    <a:pt x="148" y="329"/>
                  </a:cubicBezTo>
                  <a:cubicBezTo>
                    <a:pt x="148" y="329"/>
                    <a:pt x="147" y="329"/>
                    <a:pt x="147" y="329"/>
                  </a:cubicBezTo>
                  <a:cubicBezTo>
                    <a:pt x="147" y="329"/>
                    <a:pt x="147" y="329"/>
                    <a:pt x="147" y="329"/>
                  </a:cubicBezTo>
                  <a:cubicBezTo>
                    <a:pt x="146" y="329"/>
                    <a:pt x="146" y="329"/>
                    <a:pt x="146" y="329"/>
                  </a:cubicBezTo>
                  <a:cubicBezTo>
                    <a:pt x="146" y="329"/>
                    <a:pt x="145" y="329"/>
                    <a:pt x="145" y="329"/>
                  </a:cubicBezTo>
                  <a:cubicBezTo>
                    <a:pt x="145" y="329"/>
                    <a:pt x="145" y="329"/>
                    <a:pt x="145" y="330"/>
                  </a:cubicBezTo>
                  <a:cubicBezTo>
                    <a:pt x="144" y="330"/>
                    <a:pt x="144" y="330"/>
                    <a:pt x="144" y="331"/>
                  </a:cubicBezTo>
                  <a:cubicBezTo>
                    <a:pt x="144" y="331"/>
                    <a:pt x="144" y="331"/>
                    <a:pt x="144" y="331"/>
                  </a:cubicBezTo>
                  <a:cubicBezTo>
                    <a:pt x="144" y="332"/>
                    <a:pt x="144" y="332"/>
                    <a:pt x="145" y="332"/>
                  </a:cubicBezTo>
                  <a:cubicBezTo>
                    <a:pt x="145" y="332"/>
                    <a:pt x="145" y="332"/>
                    <a:pt x="145" y="333"/>
                  </a:cubicBezTo>
                  <a:cubicBezTo>
                    <a:pt x="145" y="333"/>
                    <a:pt x="146" y="333"/>
                    <a:pt x="146" y="334"/>
                  </a:cubicBezTo>
                  <a:cubicBezTo>
                    <a:pt x="146" y="334"/>
                    <a:pt x="146" y="334"/>
                    <a:pt x="146" y="335"/>
                  </a:cubicBezTo>
                  <a:cubicBezTo>
                    <a:pt x="146" y="335"/>
                    <a:pt x="147" y="336"/>
                    <a:pt x="147" y="336"/>
                  </a:cubicBezTo>
                  <a:cubicBezTo>
                    <a:pt x="147" y="336"/>
                    <a:pt x="148" y="335"/>
                    <a:pt x="148" y="335"/>
                  </a:cubicBezTo>
                  <a:cubicBezTo>
                    <a:pt x="148" y="335"/>
                    <a:pt x="149" y="335"/>
                    <a:pt x="150" y="336"/>
                  </a:cubicBezTo>
                  <a:cubicBezTo>
                    <a:pt x="150" y="336"/>
                    <a:pt x="151" y="335"/>
                    <a:pt x="151" y="335"/>
                  </a:cubicBezTo>
                  <a:cubicBezTo>
                    <a:pt x="151" y="335"/>
                    <a:pt x="152" y="335"/>
                    <a:pt x="152" y="334"/>
                  </a:cubicBezTo>
                  <a:cubicBezTo>
                    <a:pt x="152" y="334"/>
                    <a:pt x="152" y="334"/>
                    <a:pt x="152" y="333"/>
                  </a:cubicBezTo>
                  <a:cubicBezTo>
                    <a:pt x="152" y="333"/>
                    <a:pt x="152" y="333"/>
                    <a:pt x="152" y="333"/>
                  </a:cubicBezTo>
                  <a:cubicBezTo>
                    <a:pt x="152" y="333"/>
                    <a:pt x="152" y="333"/>
                    <a:pt x="152" y="333"/>
                  </a:cubicBezTo>
                  <a:cubicBezTo>
                    <a:pt x="152" y="333"/>
                    <a:pt x="152" y="333"/>
                    <a:pt x="152" y="333"/>
                  </a:cubicBezTo>
                  <a:cubicBezTo>
                    <a:pt x="151" y="333"/>
                    <a:pt x="150" y="333"/>
                    <a:pt x="149" y="333"/>
                  </a:cubicBezTo>
                  <a:cubicBezTo>
                    <a:pt x="149" y="333"/>
                    <a:pt x="149" y="333"/>
                    <a:pt x="149" y="333"/>
                  </a:cubicBezTo>
                  <a:close/>
                  <a:moveTo>
                    <a:pt x="193" y="333"/>
                  </a:moveTo>
                  <a:cubicBezTo>
                    <a:pt x="193" y="333"/>
                    <a:pt x="192" y="333"/>
                    <a:pt x="192" y="333"/>
                  </a:cubicBezTo>
                  <a:cubicBezTo>
                    <a:pt x="192" y="334"/>
                    <a:pt x="191" y="334"/>
                    <a:pt x="191" y="334"/>
                  </a:cubicBezTo>
                  <a:cubicBezTo>
                    <a:pt x="191" y="335"/>
                    <a:pt x="191" y="335"/>
                    <a:pt x="191" y="335"/>
                  </a:cubicBezTo>
                  <a:cubicBezTo>
                    <a:pt x="192" y="335"/>
                    <a:pt x="192" y="335"/>
                    <a:pt x="192" y="335"/>
                  </a:cubicBezTo>
                  <a:cubicBezTo>
                    <a:pt x="192" y="335"/>
                    <a:pt x="192" y="335"/>
                    <a:pt x="193" y="335"/>
                  </a:cubicBezTo>
                  <a:cubicBezTo>
                    <a:pt x="193" y="335"/>
                    <a:pt x="193" y="335"/>
                    <a:pt x="193" y="335"/>
                  </a:cubicBezTo>
                  <a:cubicBezTo>
                    <a:pt x="194" y="335"/>
                    <a:pt x="194" y="335"/>
                    <a:pt x="194" y="334"/>
                  </a:cubicBezTo>
                  <a:cubicBezTo>
                    <a:pt x="194" y="334"/>
                    <a:pt x="194" y="334"/>
                    <a:pt x="194" y="334"/>
                  </a:cubicBezTo>
                  <a:cubicBezTo>
                    <a:pt x="194" y="334"/>
                    <a:pt x="194" y="333"/>
                    <a:pt x="194" y="333"/>
                  </a:cubicBezTo>
                  <a:cubicBezTo>
                    <a:pt x="194" y="333"/>
                    <a:pt x="193" y="333"/>
                    <a:pt x="193" y="333"/>
                  </a:cubicBezTo>
                  <a:close/>
                  <a:moveTo>
                    <a:pt x="111" y="326"/>
                  </a:moveTo>
                  <a:cubicBezTo>
                    <a:pt x="111" y="326"/>
                    <a:pt x="111" y="326"/>
                    <a:pt x="112" y="325"/>
                  </a:cubicBezTo>
                  <a:cubicBezTo>
                    <a:pt x="112" y="325"/>
                    <a:pt x="112" y="325"/>
                    <a:pt x="113" y="325"/>
                  </a:cubicBezTo>
                  <a:cubicBezTo>
                    <a:pt x="113" y="325"/>
                    <a:pt x="113" y="325"/>
                    <a:pt x="113" y="325"/>
                  </a:cubicBezTo>
                  <a:cubicBezTo>
                    <a:pt x="113" y="325"/>
                    <a:pt x="113" y="325"/>
                    <a:pt x="113" y="324"/>
                  </a:cubicBezTo>
                  <a:cubicBezTo>
                    <a:pt x="113" y="324"/>
                    <a:pt x="113" y="324"/>
                    <a:pt x="113" y="324"/>
                  </a:cubicBezTo>
                  <a:cubicBezTo>
                    <a:pt x="112" y="324"/>
                    <a:pt x="112" y="324"/>
                    <a:pt x="112" y="324"/>
                  </a:cubicBezTo>
                  <a:cubicBezTo>
                    <a:pt x="111" y="324"/>
                    <a:pt x="111" y="324"/>
                    <a:pt x="111" y="324"/>
                  </a:cubicBezTo>
                  <a:cubicBezTo>
                    <a:pt x="111" y="324"/>
                    <a:pt x="110" y="325"/>
                    <a:pt x="110" y="325"/>
                  </a:cubicBezTo>
                  <a:cubicBezTo>
                    <a:pt x="110" y="325"/>
                    <a:pt x="110" y="325"/>
                    <a:pt x="110" y="325"/>
                  </a:cubicBezTo>
                  <a:cubicBezTo>
                    <a:pt x="109" y="325"/>
                    <a:pt x="109" y="325"/>
                    <a:pt x="109" y="325"/>
                  </a:cubicBezTo>
                  <a:cubicBezTo>
                    <a:pt x="109" y="326"/>
                    <a:pt x="110" y="326"/>
                    <a:pt x="110" y="326"/>
                  </a:cubicBezTo>
                  <a:cubicBezTo>
                    <a:pt x="110" y="326"/>
                    <a:pt x="110" y="326"/>
                    <a:pt x="111" y="326"/>
                  </a:cubicBezTo>
                  <a:close/>
                  <a:moveTo>
                    <a:pt x="107" y="329"/>
                  </a:moveTo>
                  <a:cubicBezTo>
                    <a:pt x="107" y="330"/>
                    <a:pt x="107" y="331"/>
                    <a:pt x="107" y="331"/>
                  </a:cubicBezTo>
                  <a:cubicBezTo>
                    <a:pt x="107" y="332"/>
                    <a:pt x="107" y="332"/>
                    <a:pt x="108" y="332"/>
                  </a:cubicBezTo>
                  <a:cubicBezTo>
                    <a:pt x="108" y="332"/>
                    <a:pt x="108" y="332"/>
                    <a:pt x="108" y="332"/>
                  </a:cubicBezTo>
                  <a:cubicBezTo>
                    <a:pt x="108" y="332"/>
                    <a:pt x="108" y="332"/>
                    <a:pt x="109" y="332"/>
                  </a:cubicBezTo>
                  <a:cubicBezTo>
                    <a:pt x="109" y="332"/>
                    <a:pt x="110" y="332"/>
                    <a:pt x="110" y="332"/>
                  </a:cubicBezTo>
                  <a:cubicBezTo>
                    <a:pt x="111" y="332"/>
                    <a:pt x="111" y="332"/>
                    <a:pt x="111" y="332"/>
                  </a:cubicBezTo>
                  <a:cubicBezTo>
                    <a:pt x="111" y="332"/>
                    <a:pt x="112" y="331"/>
                    <a:pt x="112" y="331"/>
                  </a:cubicBezTo>
                  <a:cubicBezTo>
                    <a:pt x="112" y="331"/>
                    <a:pt x="112" y="331"/>
                    <a:pt x="113" y="331"/>
                  </a:cubicBezTo>
                  <a:cubicBezTo>
                    <a:pt x="113" y="331"/>
                    <a:pt x="113" y="331"/>
                    <a:pt x="113" y="331"/>
                  </a:cubicBezTo>
                  <a:cubicBezTo>
                    <a:pt x="112" y="331"/>
                    <a:pt x="112" y="331"/>
                    <a:pt x="112" y="331"/>
                  </a:cubicBezTo>
                  <a:cubicBezTo>
                    <a:pt x="112" y="330"/>
                    <a:pt x="112" y="330"/>
                    <a:pt x="111" y="331"/>
                  </a:cubicBezTo>
                  <a:cubicBezTo>
                    <a:pt x="111" y="331"/>
                    <a:pt x="111" y="331"/>
                    <a:pt x="111" y="331"/>
                  </a:cubicBezTo>
                  <a:cubicBezTo>
                    <a:pt x="110" y="331"/>
                    <a:pt x="110" y="331"/>
                    <a:pt x="110" y="331"/>
                  </a:cubicBezTo>
                  <a:cubicBezTo>
                    <a:pt x="110" y="331"/>
                    <a:pt x="110" y="331"/>
                    <a:pt x="109" y="331"/>
                  </a:cubicBezTo>
                  <a:cubicBezTo>
                    <a:pt x="109" y="330"/>
                    <a:pt x="109" y="330"/>
                    <a:pt x="109" y="330"/>
                  </a:cubicBezTo>
                  <a:cubicBezTo>
                    <a:pt x="108" y="330"/>
                    <a:pt x="108" y="329"/>
                    <a:pt x="108" y="329"/>
                  </a:cubicBezTo>
                  <a:cubicBezTo>
                    <a:pt x="108" y="329"/>
                    <a:pt x="108" y="329"/>
                    <a:pt x="108" y="328"/>
                  </a:cubicBezTo>
                  <a:cubicBezTo>
                    <a:pt x="108" y="328"/>
                    <a:pt x="108" y="328"/>
                    <a:pt x="108" y="328"/>
                  </a:cubicBezTo>
                  <a:cubicBezTo>
                    <a:pt x="108" y="327"/>
                    <a:pt x="108" y="326"/>
                    <a:pt x="108" y="325"/>
                  </a:cubicBezTo>
                  <a:cubicBezTo>
                    <a:pt x="108" y="325"/>
                    <a:pt x="107" y="324"/>
                    <a:pt x="107" y="324"/>
                  </a:cubicBezTo>
                  <a:cubicBezTo>
                    <a:pt x="107" y="324"/>
                    <a:pt x="107" y="324"/>
                    <a:pt x="107" y="324"/>
                  </a:cubicBezTo>
                  <a:cubicBezTo>
                    <a:pt x="107" y="325"/>
                    <a:pt x="107" y="326"/>
                    <a:pt x="107" y="326"/>
                  </a:cubicBezTo>
                  <a:cubicBezTo>
                    <a:pt x="107" y="327"/>
                    <a:pt x="107" y="328"/>
                    <a:pt x="107" y="329"/>
                  </a:cubicBezTo>
                  <a:close/>
                  <a:moveTo>
                    <a:pt x="112" y="327"/>
                  </a:moveTo>
                  <a:cubicBezTo>
                    <a:pt x="112" y="328"/>
                    <a:pt x="111" y="328"/>
                    <a:pt x="111" y="328"/>
                  </a:cubicBezTo>
                  <a:cubicBezTo>
                    <a:pt x="111" y="328"/>
                    <a:pt x="111" y="328"/>
                    <a:pt x="111" y="328"/>
                  </a:cubicBezTo>
                  <a:cubicBezTo>
                    <a:pt x="110" y="329"/>
                    <a:pt x="111" y="329"/>
                    <a:pt x="111" y="329"/>
                  </a:cubicBezTo>
                  <a:cubicBezTo>
                    <a:pt x="111" y="329"/>
                    <a:pt x="111" y="329"/>
                    <a:pt x="112" y="329"/>
                  </a:cubicBezTo>
                  <a:cubicBezTo>
                    <a:pt x="112" y="329"/>
                    <a:pt x="112" y="329"/>
                    <a:pt x="112" y="329"/>
                  </a:cubicBezTo>
                  <a:cubicBezTo>
                    <a:pt x="112" y="329"/>
                    <a:pt x="113" y="329"/>
                    <a:pt x="113" y="329"/>
                  </a:cubicBezTo>
                  <a:cubicBezTo>
                    <a:pt x="113" y="329"/>
                    <a:pt x="113" y="329"/>
                    <a:pt x="113" y="328"/>
                  </a:cubicBezTo>
                  <a:cubicBezTo>
                    <a:pt x="113" y="328"/>
                    <a:pt x="113" y="328"/>
                    <a:pt x="113" y="328"/>
                  </a:cubicBezTo>
                  <a:cubicBezTo>
                    <a:pt x="113" y="328"/>
                    <a:pt x="113" y="328"/>
                    <a:pt x="113" y="327"/>
                  </a:cubicBezTo>
                  <a:cubicBezTo>
                    <a:pt x="112" y="327"/>
                    <a:pt x="112" y="327"/>
                    <a:pt x="112" y="327"/>
                  </a:cubicBezTo>
                  <a:close/>
                  <a:moveTo>
                    <a:pt x="121" y="317"/>
                  </a:moveTo>
                  <a:cubicBezTo>
                    <a:pt x="121" y="317"/>
                    <a:pt x="120" y="317"/>
                    <a:pt x="120" y="317"/>
                  </a:cubicBezTo>
                  <a:cubicBezTo>
                    <a:pt x="119" y="317"/>
                    <a:pt x="119" y="317"/>
                    <a:pt x="118" y="317"/>
                  </a:cubicBezTo>
                  <a:cubicBezTo>
                    <a:pt x="118" y="317"/>
                    <a:pt x="118" y="317"/>
                    <a:pt x="117" y="317"/>
                  </a:cubicBezTo>
                  <a:cubicBezTo>
                    <a:pt x="117" y="317"/>
                    <a:pt x="117" y="317"/>
                    <a:pt x="116" y="317"/>
                  </a:cubicBezTo>
                  <a:cubicBezTo>
                    <a:pt x="116" y="317"/>
                    <a:pt x="116" y="317"/>
                    <a:pt x="116" y="317"/>
                  </a:cubicBezTo>
                  <a:cubicBezTo>
                    <a:pt x="116" y="317"/>
                    <a:pt x="116" y="317"/>
                    <a:pt x="116" y="317"/>
                  </a:cubicBezTo>
                  <a:cubicBezTo>
                    <a:pt x="115" y="317"/>
                    <a:pt x="115" y="317"/>
                    <a:pt x="115" y="317"/>
                  </a:cubicBezTo>
                  <a:cubicBezTo>
                    <a:pt x="115" y="317"/>
                    <a:pt x="115" y="317"/>
                    <a:pt x="115" y="317"/>
                  </a:cubicBezTo>
                  <a:cubicBezTo>
                    <a:pt x="115" y="317"/>
                    <a:pt x="116" y="318"/>
                    <a:pt x="116" y="318"/>
                  </a:cubicBezTo>
                  <a:cubicBezTo>
                    <a:pt x="116" y="318"/>
                    <a:pt x="117" y="318"/>
                    <a:pt x="117" y="318"/>
                  </a:cubicBezTo>
                  <a:cubicBezTo>
                    <a:pt x="118" y="318"/>
                    <a:pt x="118" y="318"/>
                    <a:pt x="118" y="318"/>
                  </a:cubicBezTo>
                  <a:cubicBezTo>
                    <a:pt x="119" y="318"/>
                    <a:pt x="119" y="319"/>
                    <a:pt x="119" y="319"/>
                  </a:cubicBezTo>
                  <a:cubicBezTo>
                    <a:pt x="119" y="319"/>
                    <a:pt x="119" y="320"/>
                    <a:pt x="118" y="320"/>
                  </a:cubicBezTo>
                  <a:cubicBezTo>
                    <a:pt x="118" y="320"/>
                    <a:pt x="117" y="320"/>
                    <a:pt x="117" y="320"/>
                  </a:cubicBezTo>
                  <a:cubicBezTo>
                    <a:pt x="117" y="320"/>
                    <a:pt x="117" y="320"/>
                    <a:pt x="116" y="320"/>
                  </a:cubicBezTo>
                  <a:cubicBezTo>
                    <a:pt x="116" y="320"/>
                    <a:pt x="116" y="321"/>
                    <a:pt x="116" y="321"/>
                  </a:cubicBezTo>
                  <a:cubicBezTo>
                    <a:pt x="116" y="321"/>
                    <a:pt x="116" y="321"/>
                    <a:pt x="116" y="321"/>
                  </a:cubicBezTo>
                  <a:cubicBezTo>
                    <a:pt x="116" y="321"/>
                    <a:pt x="116" y="321"/>
                    <a:pt x="116" y="321"/>
                  </a:cubicBezTo>
                  <a:cubicBezTo>
                    <a:pt x="117" y="321"/>
                    <a:pt x="117" y="321"/>
                    <a:pt x="118" y="321"/>
                  </a:cubicBezTo>
                  <a:cubicBezTo>
                    <a:pt x="118" y="321"/>
                    <a:pt x="118" y="321"/>
                    <a:pt x="118" y="321"/>
                  </a:cubicBezTo>
                  <a:cubicBezTo>
                    <a:pt x="119" y="321"/>
                    <a:pt x="119" y="321"/>
                    <a:pt x="120" y="321"/>
                  </a:cubicBezTo>
                  <a:cubicBezTo>
                    <a:pt x="120" y="321"/>
                    <a:pt x="120" y="321"/>
                    <a:pt x="120" y="321"/>
                  </a:cubicBezTo>
                  <a:cubicBezTo>
                    <a:pt x="120" y="322"/>
                    <a:pt x="120" y="323"/>
                    <a:pt x="120" y="324"/>
                  </a:cubicBezTo>
                  <a:cubicBezTo>
                    <a:pt x="120" y="324"/>
                    <a:pt x="120" y="324"/>
                    <a:pt x="120" y="324"/>
                  </a:cubicBezTo>
                  <a:cubicBezTo>
                    <a:pt x="120" y="324"/>
                    <a:pt x="120" y="325"/>
                    <a:pt x="120" y="325"/>
                  </a:cubicBezTo>
                  <a:cubicBezTo>
                    <a:pt x="119" y="326"/>
                    <a:pt x="119" y="327"/>
                    <a:pt x="119" y="328"/>
                  </a:cubicBezTo>
                  <a:cubicBezTo>
                    <a:pt x="119" y="328"/>
                    <a:pt x="119" y="328"/>
                    <a:pt x="119" y="328"/>
                  </a:cubicBezTo>
                  <a:cubicBezTo>
                    <a:pt x="119" y="328"/>
                    <a:pt x="119" y="328"/>
                    <a:pt x="119" y="329"/>
                  </a:cubicBezTo>
                  <a:cubicBezTo>
                    <a:pt x="119" y="329"/>
                    <a:pt x="119" y="329"/>
                    <a:pt x="119" y="329"/>
                  </a:cubicBezTo>
                  <a:cubicBezTo>
                    <a:pt x="119" y="329"/>
                    <a:pt x="119" y="329"/>
                    <a:pt x="119" y="329"/>
                  </a:cubicBezTo>
                  <a:cubicBezTo>
                    <a:pt x="119" y="330"/>
                    <a:pt x="119" y="330"/>
                    <a:pt x="119" y="330"/>
                  </a:cubicBezTo>
                  <a:cubicBezTo>
                    <a:pt x="120" y="330"/>
                    <a:pt x="120" y="330"/>
                    <a:pt x="121" y="330"/>
                  </a:cubicBezTo>
                  <a:cubicBezTo>
                    <a:pt x="121" y="330"/>
                    <a:pt x="121" y="330"/>
                    <a:pt x="121" y="330"/>
                  </a:cubicBezTo>
                  <a:cubicBezTo>
                    <a:pt x="121" y="329"/>
                    <a:pt x="121" y="328"/>
                    <a:pt x="121" y="327"/>
                  </a:cubicBezTo>
                  <a:cubicBezTo>
                    <a:pt x="121" y="326"/>
                    <a:pt x="121" y="325"/>
                    <a:pt x="121" y="325"/>
                  </a:cubicBezTo>
                  <a:cubicBezTo>
                    <a:pt x="121" y="324"/>
                    <a:pt x="121" y="323"/>
                    <a:pt x="121" y="322"/>
                  </a:cubicBezTo>
                  <a:cubicBezTo>
                    <a:pt x="121" y="322"/>
                    <a:pt x="121" y="321"/>
                    <a:pt x="122" y="320"/>
                  </a:cubicBezTo>
                  <a:cubicBezTo>
                    <a:pt x="122" y="320"/>
                    <a:pt x="122" y="320"/>
                    <a:pt x="122" y="320"/>
                  </a:cubicBezTo>
                  <a:cubicBezTo>
                    <a:pt x="122" y="319"/>
                    <a:pt x="122" y="319"/>
                    <a:pt x="122" y="318"/>
                  </a:cubicBezTo>
                  <a:cubicBezTo>
                    <a:pt x="122" y="318"/>
                    <a:pt x="121" y="317"/>
                    <a:pt x="121" y="317"/>
                  </a:cubicBezTo>
                  <a:close/>
                  <a:moveTo>
                    <a:pt x="113" y="335"/>
                  </a:moveTo>
                  <a:cubicBezTo>
                    <a:pt x="113" y="335"/>
                    <a:pt x="112" y="335"/>
                    <a:pt x="112" y="335"/>
                  </a:cubicBezTo>
                  <a:cubicBezTo>
                    <a:pt x="112" y="335"/>
                    <a:pt x="112" y="334"/>
                    <a:pt x="112" y="334"/>
                  </a:cubicBezTo>
                  <a:cubicBezTo>
                    <a:pt x="112" y="334"/>
                    <a:pt x="112" y="334"/>
                    <a:pt x="112" y="334"/>
                  </a:cubicBezTo>
                  <a:cubicBezTo>
                    <a:pt x="112" y="333"/>
                    <a:pt x="112" y="333"/>
                    <a:pt x="111" y="333"/>
                  </a:cubicBezTo>
                  <a:cubicBezTo>
                    <a:pt x="111" y="333"/>
                    <a:pt x="111" y="333"/>
                    <a:pt x="111" y="333"/>
                  </a:cubicBezTo>
                  <a:cubicBezTo>
                    <a:pt x="111" y="333"/>
                    <a:pt x="111" y="333"/>
                    <a:pt x="110" y="334"/>
                  </a:cubicBezTo>
                  <a:cubicBezTo>
                    <a:pt x="110" y="334"/>
                    <a:pt x="110" y="334"/>
                    <a:pt x="110" y="334"/>
                  </a:cubicBezTo>
                  <a:cubicBezTo>
                    <a:pt x="110" y="333"/>
                    <a:pt x="109" y="333"/>
                    <a:pt x="109" y="333"/>
                  </a:cubicBezTo>
                  <a:cubicBezTo>
                    <a:pt x="109" y="333"/>
                    <a:pt x="109" y="333"/>
                    <a:pt x="108" y="333"/>
                  </a:cubicBezTo>
                  <a:cubicBezTo>
                    <a:pt x="108" y="333"/>
                    <a:pt x="108" y="333"/>
                    <a:pt x="108" y="333"/>
                  </a:cubicBezTo>
                  <a:cubicBezTo>
                    <a:pt x="108" y="333"/>
                    <a:pt x="107" y="333"/>
                    <a:pt x="107" y="333"/>
                  </a:cubicBezTo>
                  <a:cubicBezTo>
                    <a:pt x="107" y="333"/>
                    <a:pt x="107" y="334"/>
                    <a:pt x="107" y="334"/>
                  </a:cubicBezTo>
                  <a:cubicBezTo>
                    <a:pt x="107" y="334"/>
                    <a:pt x="106" y="335"/>
                    <a:pt x="106" y="335"/>
                  </a:cubicBezTo>
                  <a:cubicBezTo>
                    <a:pt x="106" y="335"/>
                    <a:pt x="106" y="335"/>
                    <a:pt x="106" y="335"/>
                  </a:cubicBezTo>
                  <a:cubicBezTo>
                    <a:pt x="106" y="336"/>
                    <a:pt x="107" y="336"/>
                    <a:pt x="107" y="336"/>
                  </a:cubicBezTo>
                  <a:cubicBezTo>
                    <a:pt x="107" y="336"/>
                    <a:pt x="107" y="336"/>
                    <a:pt x="107" y="336"/>
                  </a:cubicBezTo>
                  <a:cubicBezTo>
                    <a:pt x="108" y="336"/>
                    <a:pt x="108" y="336"/>
                    <a:pt x="109" y="336"/>
                  </a:cubicBezTo>
                  <a:cubicBezTo>
                    <a:pt x="109" y="336"/>
                    <a:pt x="109" y="336"/>
                    <a:pt x="109" y="336"/>
                  </a:cubicBezTo>
                  <a:cubicBezTo>
                    <a:pt x="110" y="336"/>
                    <a:pt x="110" y="336"/>
                    <a:pt x="111" y="336"/>
                  </a:cubicBezTo>
                  <a:cubicBezTo>
                    <a:pt x="111" y="336"/>
                    <a:pt x="112" y="336"/>
                    <a:pt x="112" y="336"/>
                  </a:cubicBezTo>
                  <a:cubicBezTo>
                    <a:pt x="112" y="336"/>
                    <a:pt x="112" y="336"/>
                    <a:pt x="113" y="336"/>
                  </a:cubicBezTo>
                  <a:cubicBezTo>
                    <a:pt x="113" y="336"/>
                    <a:pt x="113" y="336"/>
                    <a:pt x="113" y="336"/>
                  </a:cubicBezTo>
                  <a:cubicBezTo>
                    <a:pt x="113" y="336"/>
                    <a:pt x="113" y="336"/>
                    <a:pt x="113" y="336"/>
                  </a:cubicBezTo>
                  <a:cubicBezTo>
                    <a:pt x="113" y="335"/>
                    <a:pt x="113" y="335"/>
                    <a:pt x="113" y="335"/>
                  </a:cubicBezTo>
                  <a:close/>
                  <a:moveTo>
                    <a:pt x="119" y="323"/>
                  </a:moveTo>
                  <a:cubicBezTo>
                    <a:pt x="119" y="323"/>
                    <a:pt x="118" y="322"/>
                    <a:pt x="118" y="323"/>
                  </a:cubicBezTo>
                  <a:cubicBezTo>
                    <a:pt x="118" y="323"/>
                    <a:pt x="117" y="323"/>
                    <a:pt x="117" y="323"/>
                  </a:cubicBezTo>
                  <a:cubicBezTo>
                    <a:pt x="117" y="323"/>
                    <a:pt x="117" y="323"/>
                    <a:pt x="116" y="323"/>
                  </a:cubicBezTo>
                  <a:cubicBezTo>
                    <a:pt x="116" y="323"/>
                    <a:pt x="116" y="323"/>
                    <a:pt x="116" y="324"/>
                  </a:cubicBezTo>
                  <a:cubicBezTo>
                    <a:pt x="116" y="324"/>
                    <a:pt x="116" y="324"/>
                    <a:pt x="116" y="324"/>
                  </a:cubicBezTo>
                  <a:cubicBezTo>
                    <a:pt x="116" y="325"/>
                    <a:pt x="116" y="325"/>
                    <a:pt x="117" y="325"/>
                  </a:cubicBezTo>
                  <a:cubicBezTo>
                    <a:pt x="117" y="325"/>
                    <a:pt x="117" y="326"/>
                    <a:pt x="117" y="326"/>
                  </a:cubicBezTo>
                  <a:cubicBezTo>
                    <a:pt x="117" y="326"/>
                    <a:pt x="116" y="326"/>
                    <a:pt x="116" y="326"/>
                  </a:cubicBezTo>
                  <a:cubicBezTo>
                    <a:pt x="116" y="326"/>
                    <a:pt x="115" y="327"/>
                    <a:pt x="115" y="327"/>
                  </a:cubicBezTo>
                  <a:cubicBezTo>
                    <a:pt x="115" y="327"/>
                    <a:pt x="115" y="328"/>
                    <a:pt x="116" y="328"/>
                  </a:cubicBezTo>
                  <a:cubicBezTo>
                    <a:pt x="116" y="328"/>
                    <a:pt x="116" y="328"/>
                    <a:pt x="116" y="328"/>
                  </a:cubicBezTo>
                  <a:cubicBezTo>
                    <a:pt x="116" y="328"/>
                    <a:pt x="117" y="327"/>
                    <a:pt x="117" y="327"/>
                  </a:cubicBezTo>
                  <a:cubicBezTo>
                    <a:pt x="117" y="327"/>
                    <a:pt x="117" y="327"/>
                    <a:pt x="117" y="327"/>
                  </a:cubicBezTo>
                  <a:cubicBezTo>
                    <a:pt x="117" y="327"/>
                    <a:pt x="118" y="326"/>
                    <a:pt x="118" y="326"/>
                  </a:cubicBezTo>
                  <a:cubicBezTo>
                    <a:pt x="118" y="325"/>
                    <a:pt x="118" y="325"/>
                    <a:pt x="118" y="325"/>
                  </a:cubicBezTo>
                  <a:cubicBezTo>
                    <a:pt x="118" y="325"/>
                    <a:pt x="118" y="324"/>
                    <a:pt x="119" y="324"/>
                  </a:cubicBezTo>
                  <a:cubicBezTo>
                    <a:pt x="119" y="324"/>
                    <a:pt x="119" y="324"/>
                    <a:pt x="119" y="323"/>
                  </a:cubicBezTo>
                  <a:cubicBezTo>
                    <a:pt x="119" y="323"/>
                    <a:pt x="119" y="323"/>
                    <a:pt x="119" y="323"/>
                  </a:cubicBezTo>
                  <a:close/>
                  <a:moveTo>
                    <a:pt x="116" y="333"/>
                  </a:moveTo>
                  <a:cubicBezTo>
                    <a:pt x="116" y="333"/>
                    <a:pt x="116" y="333"/>
                    <a:pt x="115" y="333"/>
                  </a:cubicBezTo>
                  <a:cubicBezTo>
                    <a:pt x="115" y="333"/>
                    <a:pt x="115" y="333"/>
                    <a:pt x="115" y="333"/>
                  </a:cubicBezTo>
                  <a:cubicBezTo>
                    <a:pt x="115" y="333"/>
                    <a:pt x="114" y="333"/>
                    <a:pt x="114" y="333"/>
                  </a:cubicBezTo>
                  <a:cubicBezTo>
                    <a:pt x="114" y="333"/>
                    <a:pt x="113" y="333"/>
                    <a:pt x="113" y="333"/>
                  </a:cubicBezTo>
                  <a:cubicBezTo>
                    <a:pt x="113" y="333"/>
                    <a:pt x="113" y="333"/>
                    <a:pt x="113" y="333"/>
                  </a:cubicBezTo>
                  <a:cubicBezTo>
                    <a:pt x="113" y="334"/>
                    <a:pt x="114" y="334"/>
                    <a:pt x="114" y="334"/>
                  </a:cubicBezTo>
                  <a:cubicBezTo>
                    <a:pt x="114" y="334"/>
                    <a:pt x="114" y="334"/>
                    <a:pt x="114" y="334"/>
                  </a:cubicBezTo>
                  <a:cubicBezTo>
                    <a:pt x="115" y="334"/>
                    <a:pt x="115" y="334"/>
                    <a:pt x="115" y="334"/>
                  </a:cubicBezTo>
                  <a:cubicBezTo>
                    <a:pt x="115" y="335"/>
                    <a:pt x="115" y="335"/>
                    <a:pt x="115" y="335"/>
                  </a:cubicBezTo>
                  <a:cubicBezTo>
                    <a:pt x="114" y="335"/>
                    <a:pt x="114" y="335"/>
                    <a:pt x="114" y="335"/>
                  </a:cubicBezTo>
                  <a:cubicBezTo>
                    <a:pt x="114" y="335"/>
                    <a:pt x="114" y="336"/>
                    <a:pt x="115" y="336"/>
                  </a:cubicBezTo>
                  <a:cubicBezTo>
                    <a:pt x="115" y="336"/>
                    <a:pt x="115" y="336"/>
                    <a:pt x="115" y="335"/>
                  </a:cubicBezTo>
                  <a:cubicBezTo>
                    <a:pt x="116" y="335"/>
                    <a:pt x="116" y="335"/>
                    <a:pt x="116" y="335"/>
                  </a:cubicBezTo>
                  <a:cubicBezTo>
                    <a:pt x="117" y="334"/>
                    <a:pt x="117" y="334"/>
                    <a:pt x="117" y="333"/>
                  </a:cubicBezTo>
                  <a:cubicBezTo>
                    <a:pt x="117" y="333"/>
                    <a:pt x="117" y="333"/>
                    <a:pt x="117" y="333"/>
                  </a:cubicBezTo>
                  <a:cubicBezTo>
                    <a:pt x="116" y="333"/>
                    <a:pt x="116" y="333"/>
                    <a:pt x="116" y="333"/>
                  </a:cubicBezTo>
                  <a:close/>
                  <a:moveTo>
                    <a:pt x="116" y="330"/>
                  </a:moveTo>
                  <a:cubicBezTo>
                    <a:pt x="117" y="330"/>
                    <a:pt x="117" y="330"/>
                    <a:pt x="117" y="330"/>
                  </a:cubicBezTo>
                  <a:cubicBezTo>
                    <a:pt x="117" y="330"/>
                    <a:pt x="117" y="330"/>
                    <a:pt x="117" y="330"/>
                  </a:cubicBezTo>
                  <a:cubicBezTo>
                    <a:pt x="116" y="329"/>
                    <a:pt x="116" y="329"/>
                    <a:pt x="115" y="330"/>
                  </a:cubicBezTo>
                  <a:cubicBezTo>
                    <a:pt x="115" y="330"/>
                    <a:pt x="115" y="330"/>
                    <a:pt x="115" y="330"/>
                  </a:cubicBezTo>
                  <a:cubicBezTo>
                    <a:pt x="116" y="330"/>
                    <a:pt x="116" y="330"/>
                    <a:pt x="116" y="330"/>
                  </a:cubicBezTo>
                  <a:cubicBezTo>
                    <a:pt x="116" y="330"/>
                    <a:pt x="116" y="330"/>
                    <a:pt x="116" y="330"/>
                  </a:cubicBezTo>
                  <a:close/>
                  <a:moveTo>
                    <a:pt x="188" y="333"/>
                  </a:moveTo>
                  <a:cubicBezTo>
                    <a:pt x="188" y="333"/>
                    <a:pt x="188" y="333"/>
                    <a:pt x="189" y="333"/>
                  </a:cubicBezTo>
                  <a:cubicBezTo>
                    <a:pt x="189" y="333"/>
                    <a:pt x="189" y="332"/>
                    <a:pt x="189" y="332"/>
                  </a:cubicBezTo>
                  <a:cubicBezTo>
                    <a:pt x="188" y="332"/>
                    <a:pt x="188" y="332"/>
                    <a:pt x="188" y="331"/>
                  </a:cubicBezTo>
                  <a:cubicBezTo>
                    <a:pt x="188" y="331"/>
                    <a:pt x="187" y="331"/>
                    <a:pt x="187" y="331"/>
                  </a:cubicBezTo>
                  <a:cubicBezTo>
                    <a:pt x="187" y="331"/>
                    <a:pt x="187" y="331"/>
                    <a:pt x="187" y="331"/>
                  </a:cubicBezTo>
                  <a:cubicBezTo>
                    <a:pt x="187" y="331"/>
                    <a:pt x="187" y="332"/>
                    <a:pt x="187" y="332"/>
                  </a:cubicBezTo>
                  <a:cubicBezTo>
                    <a:pt x="187" y="332"/>
                    <a:pt x="187" y="333"/>
                    <a:pt x="187" y="333"/>
                  </a:cubicBezTo>
                  <a:cubicBezTo>
                    <a:pt x="187" y="333"/>
                    <a:pt x="187" y="333"/>
                    <a:pt x="188" y="333"/>
                  </a:cubicBezTo>
                  <a:close/>
                  <a:moveTo>
                    <a:pt x="347" y="327"/>
                  </a:moveTo>
                  <a:cubicBezTo>
                    <a:pt x="347" y="327"/>
                    <a:pt x="346" y="327"/>
                    <a:pt x="346" y="327"/>
                  </a:cubicBezTo>
                  <a:cubicBezTo>
                    <a:pt x="346" y="327"/>
                    <a:pt x="346" y="327"/>
                    <a:pt x="346" y="327"/>
                  </a:cubicBezTo>
                  <a:cubicBezTo>
                    <a:pt x="345" y="327"/>
                    <a:pt x="345" y="328"/>
                    <a:pt x="345" y="328"/>
                  </a:cubicBezTo>
                  <a:cubicBezTo>
                    <a:pt x="345" y="328"/>
                    <a:pt x="345" y="328"/>
                    <a:pt x="345" y="328"/>
                  </a:cubicBezTo>
                  <a:cubicBezTo>
                    <a:pt x="345" y="328"/>
                    <a:pt x="345" y="329"/>
                    <a:pt x="345" y="329"/>
                  </a:cubicBezTo>
                  <a:cubicBezTo>
                    <a:pt x="345" y="329"/>
                    <a:pt x="345" y="329"/>
                    <a:pt x="346" y="329"/>
                  </a:cubicBezTo>
                  <a:cubicBezTo>
                    <a:pt x="346" y="329"/>
                    <a:pt x="346" y="328"/>
                    <a:pt x="347" y="328"/>
                  </a:cubicBezTo>
                  <a:cubicBezTo>
                    <a:pt x="347" y="328"/>
                    <a:pt x="347" y="328"/>
                    <a:pt x="347" y="328"/>
                  </a:cubicBezTo>
                  <a:cubicBezTo>
                    <a:pt x="347" y="328"/>
                    <a:pt x="348" y="327"/>
                    <a:pt x="348" y="327"/>
                  </a:cubicBezTo>
                  <a:cubicBezTo>
                    <a:pt x="348" y="327"/>
                    <a:pt x="348" y="327"/>
                    <a:pt x="348" y="327"/>
                  </a:cubicBezTo>
                  <a:cubicBezTo>
                    <a:pt x="347" y="326"/>
                    <a:pt x="347" y="326"/>
                    <a:pt x="347" y="327"/>
                  </a:cubicBezTo>
                  <a:close/>
                  <a:moveTo>
                    <a:pt x="349" y="323"/>
                  </a:moveTo>
                  <a:cubicBezTo>
                    <a:pt x="349" y="323"/>
                    <a:pt x="348" y="323"/>
                    <a:pt x="348" y="323"/>
                  </a:cubicBezTo>
                  <a:cubicBezTo>
                    <a:pt x="348" y="323"/>
                    <a:pt x="347" y="323"/>
                    <a:pt x="347" y="323"/>
                  </a:cubicBezTo>
                  <a:cubicBezTo>
                    <a:pt x="346" y="323"/>
                    <a:pt x="346" y="324"/>
                    <a:pt x="345" y="324"/>
                  </a:cubicBezTo>
                  <a:cubicBezTo>
                    <a:pt x="345" y="324"/>
                    <a:pt x="345" y="325"/>
                    <a:pt x="345" y="325"/>
                  </a:cubicBezTo>
                  <a:cubicBezTo>
                    <a:pt x="345" y="325"/>
                    <a:pt x="345" y="325"/>
                    <a:pt x="345" y="325"/>
                  </a:cubicBezTo>
                  <a:cubicBezTo>
                    <a:pt x="346" y="325"/>
                    <a:pt x="346" y="325"/>
                    <a:pt x="346" y="325"/>
                  </a:cubicBezTo>
                  <a:cubicBezTo>
                    <a:pt x="346" y="325"/>
                    <a:pt x="346" y="325"/>
                    <a:pt x="346" y="325"/>
                  </a:cubicBezTo>
                  <a:cubicBezTo>
                    <a:pt x="346" y="325"/>
                    <a:pt x="347" y="325"/>
                    <a:pt x="347" y="325"/>
                  </a:cubicBezTo>
                  <a:cubicBezTo>
                    <a:pt x="348" y="324"/>
                    <a:pt x="348" y="324"/>
                    <a:pt x="348" y="324"/>
                  </a:cubicBezTo>
                  <a:cubicBezTo>
                    <a:pt x="349" y="324"/>
                    <a:pt x="349" y="324"/>
                    <a:pt x="350" y="324"/>
                  </a:cubicBezTo>
                  <a:cubicBezTo>
                    <a:pt x="350" y="324"/>
                    <a:pt x="350" y="324"/>
                    <a:pt x="350" y="324"/>
                  </a:cubicBezTo>
                  <a:cubicBezTo>
                    <a:pt x="350" y="323"/>
                    <a:pt x="350" y="323"/>
                    <a:pt x="350" y="323"/>
                  </a:cubicBezTo>
                  <a:cubicBezTo>
                    <a:pt x="350" y="323"/>
                    <a:pt x="350" y="323"/>
                    <a:pt x="349" y="323"/>
                  </a:cubicBezTo>
                  <a:cubicBezTo>
                    <a:pt x="349" y="323"/>
                    <a:pt x="349" y="323"/>
                    <a:pt x="349" y="323"/>
                  </a:cubicBezTo>
                  <a:close/>
                  <a:moveTo>
                    <a:pt x="348" y="334"/>
                  </a:moveTo>
                  <a:cubicBezTo>
                    <a:pt x="348" y="334"/>
                    <a:pt x="348" y="334"/>
                    <a:pt x="348" y="334"/>
                  </a:cubicBezTo>
                  <a:cubicBezTo>
                    <a:pt x="348" y="334"/>
                    <a:pt x="348" y="333"/>
                    <a:pt x="348" y="333"/>
                  </a:cubicBezTo>
                  <a:cubicBezTo>
                    <a:pt x="348" y="333"/>
                    <a:pt x="348" y="333"/>
                    <a:pt x="347" y="333"/>
                  </a:cubicBezTo>
                  <a:cubicBezTo>
                    <a:pt x="347" y="333"/>
                    <a:pt x="347" y="333"/>
                    <a:pt x="347" y="333"/>
                  </a:cubicBezTo>
                  <a:cubicBezTo>
                    <a:pt x="346" y="334"/>
                    <a:pt x="346" y="334"/>
                    <a:pt x="346" y="334"/>
                  </a:cubicBezTo>
                  <a:cubicBezTo>
                    <a:pt x="345" y="334"/>
                    <a:pt x="345" y="334"/>
                    <a:pt x="345" y="334"/>
                  </a:cubicBezTo>
                  <a:cubicBezTo>
                    <a:pt x="345" y="334"/>
                    <a:pt x="344" y="335"/>
                    <a:pt x="344" y="335"/>
                  </a:cubicBezTo>
                  <a:cubicBezTo>
                    <a:pt x="345" y="335"/>
                    <a:pt x="345" y="335"/>
                    <a:pt x="345" y="335"/>
                  </a:cubicBezTo>
                  <a:cubicBezTo>
                    <a:pt x="346" y="335"/>
                    <a:pt x="347" y="335"/>
                    <a:pt x="348" y="334"/>
                  </a:cubicBezTo>
                  <a:close/>
                  <a:moveTo>
                    <a:pt x="196" y="331"/>
                  </a:moveTo>
                  <a:cubicBezTo>
                    <a:pt x="196" y="331"/>
                    <a:pt x="196" y="331"/>
                    <a:pt x="196" y="331"/>
                  </a:cubicBezTo>
                  <a:cubicBezTo>
                    <a:pt x="195" y="331"/>
                    <a:pt x="195" y="332"/>
                    <a:pt x="195" y="332"/>
                  </a:cubicBezTo>
                  <a:cubicBezTo>
                    <a:pt x="195" y="333"/>
                    <a:pt x="195" y="333"/>
                    <a:pt x="196" y="333"/>
                  </a:cubicBezTo>
                  <a:cubicBezTo>
                    <a:pt x="196" y="333"/>
                    <a:pt x="196" y="333"/>
                    <a:pt x="196" y="333"/>
                  </a:cubicBezTo>
                  <a:cubicBezTo>
                    <a:pt x="196" y="333"/>
                    <a:pt x="197" y="332"/>
                    <a:pt x="197" y="332"/>
                  </a:cubicBezTo>
                  <a:cubicBezTo>
                    <a:pt x="197" y="332"/>
                    <a:pt x="197" y="332"/>
                    <a:pt x="197" y="332"/>
                  </a:cubicBezTo>
                  <a:cubicBezTo>
                    <a:pt x="196" y="331"/>
                    <a:pt x="196" y="331"/>
                    <a:pt x="196" y="331"/>
                  </a:cubicBezTo>
                  <a:close/>
                  <a:moveTo>
                    <a:pt x="376" y="322"/>
                  </a:moveTo>
                  <a:cubicBezTo>
                    <a:pt x="376" y="322"/>
                    <a:pt x="376" y="322"/>
                    <a:pt x="376" y="322"/>
                  </a:cubicBezTo>
                  <a:cubicBezTo>
                    <a:pt x="376" y="322"/>
                    <a:pt x="376" y="322"/>
                    <a:pt x="376" y="322"/>
                  </a:cubicBezTo>
                  <a:cubicBezTo>
                    <a:pt x="377" y="322"/>
                    <a:pt x="378" y="322"/>
                    <a:pt x="378" y="322"/>
                  </a:cubicBezTo>
                  <a:cubicBezTo>
                    <a:pt x="378" y="322"/>
                    <a:pt x="378" y="322"/>
                    <a:pt x="379" y="322"/>
                  </a:cubicBezTo>
                  <a:cubicBezTo>
                    <a:pt x="379" y="322"/>
                    <a:pt x="379" y="322"/>
                    <a:pt x="379" y="322"/>
                  </a:cubicBezTo>
                  <a:cubicBezTo>
                    <a:pt x="379" y="321"/>
                    <a:pt x="379" y="321"/>
                    <a:pt x="378" y="321"/>
                  </a:cubicBezTo>
                  <a:cubicBezTo>
                    <a:pt x="377" y="321"/>
                    <a:pt x="377" y="321"/>
                    <a:pt x="376" y="322"/>
                  </a:cubicBezTo>
                  <a:close/>
                  <a:moveTo>
                    <a:pt x="442" y="363"/>
                  </a:moveTo>
                  <a:cubicBezTo>
                    <a:pt x="53" y="363"/>
                    <a:pt x="53" y="363"/>
                    <a:pt x="53" y="363"/>
                  </a:cubicBezTo>
                  <a:cubicBezTo>
                    <a:pt x="53" y="306"/>
                    <a:pt x="53" y="306"/>
                    <a:pt x="53" y="306"/>
                  </a:cubicBezTo>
                  <a:cubicBezTo>
                    <a:pt x="60" y="306"/>
                    <a:pt x="60" y="306"/>
                    <a:pt x="60" y="306"/>
                  </a:cubicBezTo>
                  <a:cubicBezTo>
                    <a:pt x="60" y="292"/>
                    <a:pt x="60" y="292"/>
                    <a:pt x="60" y="292"/>
                  </a:cubicBezTo>
                  <a:cubicBezTo>
                    <a:pt x="435" y="292"/>
                    <a:pt x="435" y="292"/>
                    <a:pt x="435" y="292"/>
                  </a:cubicBezTo>
                  <a:cubicBezTo>
                    <a:pt x="435" y="306"/>
                    <a:pt x="435" y="306"/>
                    <a:pt x="435" y="306"/>
                  </a:cubicBezTo>
                  <a:cubicBezTo>
                    <a:pt x="442" y="306"/>
                    <a:pt x="442" y="306"/>
                    <a:pt x="442" y="306"/>
                  </a:cubicBezTo>
                  <a:lnTo>
                    <a:pt x="442" y="363"/>
                  </a:lnTo>
                  <a:close/>
                  <a:moveTo>
                    <a:pt x="382" y="318"/>
                  </a:moveTo>
                  <a:cubicBezTo>
                    <a:pt x="382" y="318"/>
                    <a:pt x="382" y="318"/>
                    <a:pt x="383" y="318"/>
                  </a:cubicBezTo>
                  <a:cubicBezTo>
                    <a:pt x="383" y="318"/>
                    <a:pt x="383" y="318"/>
                    <a:pt x="383" y="318"/>
                  </a:cubicBezTo>
                  <a:cubicBezTo>
                    <a:pt x="383" y="318"/>
                    <a:pt x="383" y="318"/>
                    <a:pt x="383" y="318"/>
                  </a:cubicBezTo>
                  <a:cubicBezTo>
                    <a:pt x="383" y="318"/>
                    <a:pt x="383" y="318"/>
                    <a:pt x="384" y="318"/>
                  </a:cubicBezTo>
                  <a:cubicBezTo>
                    <a:pt x="384" y="318"/>
                    <a:pt x="384" y="318"/>
                    <a:pt x="384" y="318"/>
                  </a:cubicBezTo>
                  <a:cubicBezTo>
                    <a:pt x="384" y="317"/>
                    <a:pt x="384" y="317"/>
                    <a:pt x="384" y="316"/>
                  </a:cubicBezTo>
                  <a:cubicBezTo>
                    <a:pt x="385" y="316"/>
                    <a:pt x="385" y="316"/>
                    <a:pt x="385" y="316"/>
                  </a:cubicBezTo>
                  <a:cubicBezTo>
                    <a:pt x="385" y="315"/>
                    <a:pt x="385" y="315"/>
                    <a:pt x="385" y="315"/>
                  </a:cubicBezTo>
                  <a:cubicBezTo>
                    <a:pt x="385" y="315"/>
                    <a:pt x="385" y="315"/>
                    <a:pt x="385" y="315"/>
                  </a:cubicBezTo>
                  <a:cubicBezTo>
                    <a:pt x="385" y="315"/>
                    <a:pt x="385" y="315"/>
                    <a:pt x="384" y="315"/>
                  </a:cubicBezTo>
                  <a:cubicBezTo>
                    <a:pt x="384" y="315"/>
                    <a:pt x="383" y="315"/>
                    <a:pt x="383" y="315"/>
                  </a:cubicBezTo>
                  <a:cubicBezTo>
                    <a:pt x="383" y="315"/>
                    <a:pt x="383" y="316"/>
                    <a:pt x="383" y="316"/>
                  </a:cubicBezTo>
                  <a:cubicBezTo>
                    <a:pt x="383" y="316"/>
                    <a:pt x="383" y="317"/>
                    <a:pt x="383" y="317"/>
                  </a:cubicBezTo>
                  <a:cubicBezTo>
                    <a:pt x="383" y="317"/>
                    <a:pt x="382" y="317"/>
                    <a:pt x="382" y="318"/>
                  </a:cubicBezTo>
                  <a:close/>
                  <a:moveTo>
                    <a:pt x="373" y="310"/>
                  </a:moveTo>
                  <a:cubicBezTo>
                    <a:pt x="373" y="310"/>
                    <a:pt x="373" y="311"/>
                    <a:pt x="373" y="311"/>
                  </a:cubicBezTo>
                  <a:cubicBezTo>
                    <a:pt x="373" y="311"/>
                    <a:pt x="373" y="311"/>
                    <a:pt x="374" y="311"/>
                  </a:cubicBezTo>
                  <a:cubicBezTo>
                    <a:pt x="374" y="311"/>
                    <a:pt x="374" y="311"/>
                    <a:pt x="374" y="311"/>
                  </a:cubicBezTo>
                  <a:cubicBezTo>
                    <a:pt x="375" y="311"/>
                    <a:pt x="375" y="311"/>
                    <a:pt x="375" y="312"/>
                  </a:cubicBezTo>
                  <a:cubicBezTo>
                    <a:pt x="375" y="312"/>
                    <a:pt x="376" y="312"/>
                    <a:pt x="376" y="312"/>
                  </a:cubicBezTo>
                  <a:cubicBezTo>
                    <a:pt x="376" y="313"/>
                    <a:pt x="376" y="313"/>
                    <a:pt x="377" y="313"/>
                  </a:cubicBezTo>
                  <a:cubicBezTo>
                    <a:pt x="377" y="313"/>
                    <a:pt x="377" y="313"/>
                    <a:pt x="377" y="314"/>
                  </a:cubicBezTo>
                  <a:cubicBezTo>
                    <a:pt x="378" y="314"/>
                    <a:pt x="378" y="314"/>
                    <a:pt x="378" y="314"/>
                  </a:cubicBezTo>
                  <a:cubicBezTo>
                    <a:pt x="378" y="314"/>
                    <a:pt x="378" y="314"/>
                    <a:pt x="378" y="313"/>
                  </a:cubicBezTo>
                  <a:cubicBezTo>
                    <a:pt x="379" y="313"/>
                    <a:pt x="379" y="313"/>
                    <a:pt x="379" y="313"/>
                  </a:cubicBezTo>
                  <a:cubicBezTo>
                    <a:pt x="379" y="313"/>
                    <a:pt x="379" y="312"/>
                    <a:pt x="379" y="312"/>
                  </a:cubicBezTo>
                  <a:cubicBezTo>
                    <a:pt x="379" y="312"/>
                    <a:pt x="379" y="312"/>
                    <a:pt x="379" y="312"/>
                  </a:cubicBezTo>
                  <a:cubicBezTo>
                    <a:pt x="378" y="312"/>
                    <a:pt x="378" y="312"/>
                    <a:pt x="378" y="312"/>
                  </a:cubicBezTo>
                  <a:cubicBezTo>
                    <a:pt x="377" y="311"/>
                    <a:pt x="376" y="310"/>
                    <a:pt x="376" y="309"/>
                  </a:cubicBezTo>
                  <a:cubicBezTo>
                    <a:pt x="376" y="309"/>
                    <a:pt x="375" y="309"/>
                    <a:pt x="375" y="309"/>
                  </a:cubicBezTo>
                  <a:cubicBezTo>
                    <a:pt x="375" y="309"/>
                    <a:pt x="375" y="309"/>
                    <a:pt x="375" y="309"/>
                  </a:cubicBezTo>
                  <a:cubicBezTo>
                    <a:pt x="375" y="309"/>
                    <a:pt x="374" y="309"/>
                    <a:pt x="374" y="309"/>
                  </a:cubicBezTo>
                  <a:cubicBezTo>
                    <a:pt x="374" y="309"/>
                    <a:pt x="374" y="309"/>
                    <a:pt x="374" y="309"/>
                  </a:cubicBezTo>
                  <a:cubicBezTo>
                    <a:pt x="373" y="309"/>
                    <a:pt x="373" y="309"/>
                    <a:pt x="373" y="310"/>
                  </a:cubicBezTo>
                  <a:close/>
                  <a:moveTo>
                    <a:pt x="349" y="315"/>
                  </a:moveTo>
                  <a:cubicBezTo>
                    <a:pt x="349" y="315"/>
                    <a:pt x="349" y="316"/>
                    <a:pt x="349" y="316"/>
                  </a:cubicBezTo>
                  <a:cubicBezTo>
                    <a:pt x="349" y="316"/>
                    <a:pt x="349" y="316"/>
                    <a:pt x="350" y="316"/>
                  </a:cubicBezTo>
                  <a:cubicBezTo>
                    <a:pt x="350" y="316"/>
                    <a:pt x="350" y="316"/>
                    <a:pt x="350" y="317"/>
                  </a:cubicBezTo>
                  <a:cubicBezTo>
                    <a:pt x="350" y="317"/>
                    <a:pt x="350" y="317"/>
                    <a:pt x="350" y="318"/>
                  </a:cubicBezTo>
                  <a:cubicBezTo>
                    <a:pt x="350" y="318"/>
                    <a:pt x="350" y="318"/>
                    <a:pt x="350" y="318"/>
                  </a:cubicBezTo>
                  <a:cubicBezTo>
                    <a:pt x="350" y="318"/>
                    <a:pt x="351" y="319"/>
                    <a:pt x="351" y="318"/>
                  </a:cubicBezTo>
                  <a:cubicBezTo>
                    <a:pt x="351" y="318"/>
                    <a:pt x="352" y="318"/>
                    <a:pt x="352" y="318"/>
                  </a:cubicBezTo>
                  <a:cubicBezTo>
                    <a:pt x="352" y="318"/>
                    <a:pt x="352" y="318"/>
                    <a:pt x="352" y="318"/>
                  </a:cubicBezTo>
                  <a:cubicBezTo>
                    <a:pt x="352" y="317"/>
                    <a:pt x="352" y="317"/>
                    <a:pt x="352" y="317"/>
                  </a:cubicBezTo>
                  <a:cubicBezTo>
                    <a:pt x="352" y="317"/>
                    <a:pt x="352" y="316"/>
                    <a:pt x="351" y="316"/>
                  </a:cubicBezTo>
                  <a:cubicBezTo>
                    <a:pt x="351" y="316"/>
                    <a:pt x="351" y="315"/>
                    <a:pt x="351" y="315"/>
                  </a:cubicBezTo>
                  <a:cubicBezTo>
                    <a:pt x="351" y="315"/>
                    <a:pt x="351" y="315"/>
                    <a:pt x="350" y="315"/>
                  </a:cubicBezTo>
                  <a:cubicBezTo>
                    <a:pt x="350" y="315"/>
                    <a:pt x="350" y="315"/>
                    <a:pt x="350" y="315"/>
                  </a:cubicBezTo>
                  <a:cubicBezTo>
                    <a:pt x="350" y="315"/>
                    <a:pt x="350" y="315"/>
                    <a:pt x="350" y="315"/>
                  </a:cubicBezTo>
                  <a:cubicBezTo>
                    <a:pt x="350" y="315"/>
                    <a:pt x="349" y="315"/>
                    <a:pt x="349" y="315"/>
                  </a:cubicBezTo>
                  <a:close/>
                  <a:moveTo>
                    <a:pt x="307" y="328"/>
                  </a:moveTo>
                  <a:cubicBezTo>
                    <a:pt x="307" y="327"/>
                    <a:pt x="306" y="327"/>
                    <a:pt x="306" y="327"/>
                  </a:cubicBezTo>
                  <a:cubicBezTo>
                    <a:pt x="306" y="327"/>
                    <a:pt x="306" y="326"/>
                    <a:pt x="305" y="326"/>
                  </a:cubicBezTo>
                  <a:cubicBezTo>
                    <a:pt x="305" y="327"/>
                    <a:pt x="305" y="327"/>
                    <a:pt x="305" y="327"/>
                  </a:cubicBezTo>
                  <a:cubicBezTo>
                    <a:pt x="305" y="327"/>
                    <a:pt x="305" y="328"/>
                    <a:pt x="305" y="328"/>
                  </a:cubicBezTo>
                  <a:cubicBezTo>
                    <a:pt x="305" y="328"/>
                    <a:pt x="305" y="329"/>
                    <a:pt x="305" y="329"/>
                  </a:cubicBezTo>
                  <a:cubicBezTo>
                    <a:pt x="305" y="329"/>
                    <a:pt x="305" y="329"/>
                    <a:pt x="306" y="329"/>
                  </a:cubicBezTo>
                  <a:cubicBezTo>
                    <a:pt x="306" y="329"/>
                    <a:pt x="306" y="329"/>
                    <a:pt x="306" y="330"/>
                  </a:cubicBezTo>
                  <a:cubicBezTo>
                    <a:pt x="305" y="330"/>
                    <a:pt x="305" y="330"/>
                    <a:pt x="306" y="330"/>
                  </a:cubicBezTo>
                  <a:cubicBezTo>
                    <a:pt x="306" y="330"/>
                    <a:pt x="306" y="330"/>
                    <a:pt x="306" y="330"/>
                  </a:cubicBezTo>
                  <a:cubicBezTo>
                    <a:pt x="306" y="330"/>
                    <a:pt x="306" y="330"/>
                    <a:pt x="307" y="330"/>
                  </a:cubicBezTo>
                  <a:cubicBezTo>
                    <a:pt x="307" y="330"/>
                    <a:pt x="307" y="330"/>
                    <a:pt x="307" y="330"/>
                  </a:cubicBezTo>
                  <a:cubicBezTo>
                    <a:pt x="308" y="330"/>
                    <a:pt x="308" y="329"/>
                    <a:pt x="308" y="329"/>
                  </a:cubicBezTo>
                  <a:cubicBezTo>
                    <a:pt x="308" y="329"/>
                    <a:pt x="308" y="329"/>
                    <a:pt x="308" y="329"/>
                  </a:cubicBezTo>
                  <a:cubicBezTo>
                    <a:pt x="307" y="328"/>
                    <a:pt x="307" y="328"/>
                    <a:pt x="307" y="328"/>
                  </a:cubicBezTo>
                  <a:close/>
                  <a:moveTo>
                    <a:pt x="296" y="315"/>
                  </a:moveTo>
                  <a:cubicBezTo>
                    <a:pt x="296" y="315"/>
                    <a:pt x="296" y="316"/>
                    <a:pt x="296" y="316"/>
                  </a:cubicBezTo>
                  <a:cubicBezTo>
                    <a:pt x="296" y="316"/>
                    <a:pt x="296" y="316"/>
                    <a:pt x="296" y="316"/>
                  </a:cubicBezTo>
                  <a:cubicBezTo>
                    <a:pt x="296" y="317"/>
                    <a:pt x="296" y="317"/>
                    <a:pt x="296" y="318"/>
                  </a:cubicBezTo>
                  <a:cubicBezTo>
                    <a:pt x="296" y="318"/>
                    <a:pt x="296" y="319"/>
                    <a:pt x="296" y="319"/>
                  </a:cubicBezTo>
                  <a:cubicBezTo>
                    <a:pt x="296" y="319"/>
                    <a:pt x="296" y="319"/>
                    <a:pt x="296" y="319"/>
                  </a:cubicBezTo>
                  <a:cubicBezTo>
                    <a:pt x="296" y="320"/>
                    <a:pt x="296" y="320"/>
                    <a:pt x="296" y="320"/>
                  </a:cubicBezTo>
                  <a:cubicBezTo>
                    <a:pt x="296" y="320"/>
                    <a:pt x="296" y="321"/>
                    <a:pt x="296" y="321"/>
                  </a:cubicBezTo>
                  <a:cubicBezTo>
                    <a:pt x="296" y="321"/>
                    <a:pt x="296" y="321"/>
                    <a:pt x="296" y="322"/>
                  </a:cubicBezTo>
                  <a:cubicBezTo>
                    <a:pt x="296" y="322"/>
                    <a:pt x="297" y="322"/>
                    <a:pt x="297" y="323"/>
                  </a:cubicBezTo>
                  <a:cubicBezTo>
                    <a:pt x="297" y="323"/>
                    <a:pt x="297" y="323"/>
                    <a:pt x="297" y="323"/>
                  </a:cubicBezTo>
                  <a:cubicBezTo>
                    <a:pt x="297" y="323"/>
                    <a:pt x="297" y="323"/>
                    <a:pt x="297" y="323"/>
                  </a:cubicBezTo>
                  <a:cubicBezTo>
                    <a:pt x="297" y="323"/>
                    <a:pt x="298" y="323"/>
                    <a:pt x="298" y="323"/>
                  </a:cubicBezTo>
                  <a:cubicBezTo>
                    <a:pt x="298" y="323"/>
                    <a:pt x="299" y="323"/>
                    <a:pt x="299" y="322"/>
                  </a:cubicBezTo>
                  <a:cubicBezTo>
                    <a:pt x="299" y="322"/>
                    <a:pt x="300" y="322"/>
                    <a:pt x="300" y="322"/>
                  </a:cubicBezTo>
                  <a:cubicBezTo>
                    <a:pt x="300" y="322"/>
                    <a:pt x="300" y="322"/>
                    <a:pt x="301" y="322"/>
                  </a:cubicBezTo>
                  <a:cubicBezTo>
                    <a:pt x="301" y="322"/>
                    <a:pt x="301" y="322"/>
                    <a:pt x="301" y="322"/>
                  </a:cubicBezTo>
                  <a:cubicBezTo>
                    <a:pt x="301" y="322"/>
                    <a:pt x="302" y="322"/>
                    <a:pt x="302" y="322"/>
                  </a:cubicBezTo>
                  <a:cubicBezTo>
                    <a:pt x="302" y="322"/>
                    <a:pt x="302" y="322"/>
                    <a:pt x="302" y="322"/>
                  </a:cubicBezTo>
                  <a:cubicBezTo>
                    <a:pt x="303" y="322"/>
                    <a:pt x="303" y="322"/>
                    <a:pt x="303" y="322"/>
                  </a:cubicBezTo>
                  <a:cubicBezTo>
                    <a:pt x="303" y="322"/>
                    <a:pt x="304" y="321"/>
                    <a:pt x="304" y="321"/>
                  </a:cubicBezTo>
                  <a:cubicBezTo>
                    <a:pt x="304" y="320"/>
                    <a:pt x="304" y="319"/>
                    <a:pt x="304" y="319"/>
                  </a:cubicBezTo>
                  <a:cubicBezTo>
                    <a:pt x="304" y="319"/>
                    <a:pt x="304" y="319"/>
                    <a:pt x="304" y="319"/>
                  </a:cubicBezTo>
                  <a:cubicBezTo>
                    <a:pt x="304" y="318"/>
                    <a:pt x="304" y="318"/>
                    <a:pt x="304" y="317"/>
                  </a:cubicBezTo>
                  <a:cubicBezTo>
                    <a:pt x="304" y="317"/>
                    <a:pt x="304" y="316"/>
                    <a:pt x="305" y="315"/>
                  </a:cubicBezTo>
                  <a:cubicBezTo>
                    <a:pt x="305" y="315"/>
                    <a:pt x="305" y="315"/>
                    <a:pt x="305" y="315"/>
                  </a:cubicBezTo>
                  <a:cubicBezTo>
                    <a:pt x="305" y="314"/>
                    <a:pt x="305" y="314"/>
                    <a:pt x="305" y="313"/>
                  </a:cubicBezTo>
                  <a:cubicBezTo>
                    <a:pt x="305" y="313"/>
                    <a:pt x="305" y="313"/>
                    <a:pt x="305" y="312"/>
                  </a:cubicBezTo>
                  <a:cubicBezTo>
                    <a:pt x="305" y="312"/>
                    <a:pt x="304" y="312"/>
                    <a:pt x="304" y="312"/>
                  </a:cubicBezTo>
                  <a:cubicBezTo>
                    <a:pt x="304" y="311"/>
                    <a:pt x="304" y="311"/>
                    <a:pt x="303" y="311"/>
                  </a:cubicBezTo>
                  <a:cubicBezTo>
                    <a:pt x="303" y="311"/>
                    <a:pt x="302" y="311"/>
                    <a:pt x="302" y="312"/>
                  </a:cubicBezTo>
                  <a:cubicBezTo>
                    <a:pt x="302" y="312"/>
                    <a:pt x="302" y="312"/>
                    <a:pt x="302" y="312"/>
                  </a:cubicBezTo>
                  <a:cubicBezTo>
                    <a:pt x="301" y="312"/>
                    <a:pt x="301" y="313"/>
                    <a:pt x="301" y="313"/>
                  </a:cubicBezTo>
                  <a:cubicBezTo>
                    <a:pt x="300" y="313"/>
                    <a:pt x="300" y="313"/>
                    <a:pt x="300" y="313"/>
                  </a:cubicBezTo>
                  <a:cubicBezTo>
                    <a:pt x="300" y="313"/>
                    <a:pt x="299" y="314"/>
                    <a:pt x="300" y="314"/>
                  </a:cubicBezTo>
                  <a:cubicBezTo>
                    <a:pt x="300" y="314"/>
                    <a:pt x="300" y="314"/>
                    <a:pt x="300" y="314"/>
                  </a:cubicBezTo>
                  <a:cubicBezTo>
                    <a:pt x="301" y="314"/>
                    <a:pt x="301" y="314"/>
                    <a:pt x="301" y="314"/>
                  </a:cubicBezTo>
                  <a:cubicBezTo>
                    <a:pt x="302" y="314"/>
                    <a:pt x="302" y="314"/>
                    <a:pt x="302" y="314"/>
                  </a:cubicBezTo>
                  <a:cubicBezTo>
                    <a:pt x="302" y="314"/>
                    <a:pt x="302" y="315"/>
                    <a:pt x="302" y="315"/>
                  </a:cubicBezTo>
                  <a:cubicBezTo>
                    <a:pt x="302" y="316"/>
                    <a:pt x="302" y="316"/>
                    <a:pt x="302" y="316"/>
                  </a:cubicBezTo>
                  <a:cubicBezTo>
                    <a:pt x="302" y="317"/>
                    <a:pt x="302" y="317"/>
                    <a:pt x="302" y="318"/>
                  </a:cubicBezTo>
                  <a:cubicBezTo>
                    <a:pt x="302" y="319"/>
                    <a:pt x="302" y="319"/>
                    <a:pt x="301" y="319"/>
                  </a:cubicBezTo>
                  <a:cubicBezTo>
                    <a:pt x="301" y="319"/>
                    <a:pt x="301" y="319"/>
                    <a:pt x="301" y="319"/>
                  </a:cubicBezTo>
                  <a:cubicBezTo>
                    <a:pt x="301" y="319"/>
                    <a:pt x="300" y="319"/>
                    <a:pt x="300" y="320"/>
                  </a:cubicBezTo>
                  <a:cubicBezTo>
                    <a:pt x="300" y="320"/>
                    <a:pt x="299" y="320"/>
                    <a:pt x="299" y="319"/>
                  </a:cubicBezTo>
                  <a:cubicBezTo>
                    <a:pt x="299" y="319"/>
                    <a:pt x="299" y="319"/>
                    <a:pt x="299" y="319"/>
                  </a:cubicBezTo>
                  <a:cubicBezTo>
                    <a:pt x="299" y="319"/>
                    <a:pt x="299" y="318"/>
                    <a:pt x="299" y="318"/>
                  </a:cubicBezTo>
                  <a:cubicBezTo>
                    <a:pt x="300" y="318"/>
                    <a:pt x="300" y="318"/>
                    <a:pt x="300" y="318"/>
                  </a:cubicBezTo>
                  <a:cubicBezTo>
                    <a:pt x="301" y="318"/>
                    <a:pt x="301" y="318"/>
                    <a:pt x="301" y="318"/>
                  </a:cubicBezTo>
                  <a:cubicBezTo>
                    <a:pt x="301" y="318"/>
                    <a:pt x="301" y="318"/>
                    <a:pt x="301" y="317"/>
                  </a:cubicBezTo>
                  <a:cubicBezTo>
                    <a:pt x="301" y="317"/>
                    <a:pt x="301" y="316"/>
                    <a:pt x="301" y="316"/>
                  </a:cubicBezTo>
                  <a:cubicBezTo>
                    <a:pt x="301" y="315"/>
                    <a:pt x="301" y="315"/>
                    <a:pt x="300" y="315"/>
                  </a:cubicBezTo>
                  <a:cubicBezTo>
                    <a:pt x="300" y="315"/>
                    <a:pt x="300" y="315"/>
                    <a:pt x="300" y="315"/>
                  </a:cubicBezTo>
                  <a:cubicBezTo>
                    <a:pt x="300" y="316"/>
                    <a:pt x="300" y="316"/>
                    <a:pt x="299" y="316"/>
                  </a:cubicBezTo>
                  <a:cubicBezTo>
                    <a:pt x="299" y="316"/>
                    <a:pt x="299" y="315"/>
                    <a:pt x="299" y="315"/>
                  </a:cubicBezTo>
                  <a:cubicBezTo>
                    <a:pt x="299" y="315"/>
                    <a:pt x="299" y="315"/>
                    <a:pt x="299" y="315"/>
                  </a:cubicBezTo>
                  <a:cubicBezTo>
                    <a:pt x="299" y="315"/>
                    <a:pt x="299" y="314"/>
                    <a:pt x="299" y="314"/>
                  </a:cubicBezTo>
                  <a:cubicBezTo>
                    <a:pt x="299" y="314"/>
                    <a:pt x="299" y="314"/>
                    <a:pt x="299" y="314"/>
                  </a:cubicBezTo>
                  <a:cubicBezTo>
                    <a:pt x="299" y="314"/>
                    <a:pt x="298" y="314"/>
                    <a:pt x="298" y="314"/>
                  </a:cubicBezTo>
                  <a:cubicBezTo>
                    <a:pt x="298" y="313"/>
                    <a:pt x="298" y="313"/>
                    <a:pt x="297" y="313"/>
                  </a:cubicBezTo>
                  <a:cubicBezTo>
                    <a:pt x="297" y="313"/>
                    <a:pt x="297" y="313"/>
                    <a:pt x="297" y="313"/>
                  </a:cubicBezTo>
                  <a:cubicBezTo>
                    <a:pt x="296" y="313"/>
                    <a:pt x="296" y="314"/>
                    <a:pt x="296" y="314"/>
                  </a:cubicBezTo>
                  <a:cubicBezTo>
                    <a:pt x="296" y="314"/>
                    <a:pt x="296" y="315"/>
                    <a:pt x="296" y="315"/>
                  </a:cubicBezTo>
                  <a:cubicBezTo>
                    <a:pt x="295" y="315"/>
                    <a:pt x="295" y="315"/>
                    <a:pt x="296" y="315"/>
                  </a:cubicBezTo>
                  <a:close/>
                  <a:moveTo>
                    <a:pt x="272" y="311"/>
                  </a:moveTo>
                  <a:cubicBezTo>
                    <a:pt x="272" y="311"/>
                    <a:pt x="272" y="312"/>
                    <a:pt x="272" y="312"/>
                  </a:cubicBezTo>
                  <a:cubicBezTo>
                    <a:pt x="273" y="312"/>
                    <a:pt x="273" y="312"/>
                    <a:pt x="273" y="312"/>
                  </a:cubicBezTo>
                  <a:cubicBezTo>
                    <a:pt x="273" y="313"/>
                    <a:pt x="273" y="313"/>
                    <a:pt x="273" y="313"/>
                  </a:cubicBezTo>
                  <a:cubicBezTo>
                    <a:pt x="274" y="314"/>
                    <a:pt x="274" y="314"/>
                    <a:pt x="274" y="314"/>
                  </a:cubicBezTo>
                  <a:cubicBezTo>
                    <a:pt x="275" y="314"/>
                    <a:pt x="275" y="314"/>
                    <a:pt x="275" y="314"/>
                  </a:cubicBezTo>
                  <a:cubicBezTo>
                    <a:pt x="275" y="314"/>
                    <a:pt x="276" y="314"/>
                    <a:pt x="276" y="313"/>
                  </a:cubicBezTo>
                  <a:cubicBezTo>
                    <a:pt x="276" y="313"/>
                    <a:pt x="276" y="313"/>
                    <a:pt x="276" y="312"/>
                  </a:cubicBezTo>
                  <a:cubicBezTo>
                    <a:pt x="275" y="312"/>
                    <a:pt x="275" y="312"/>
                    <a:pt x="275" y="312"/>
                  </a:cubicBezTo>
                  <a:cubicBezTo>
                    <a:pt x="275" y="311"/>
                    <a:pt x="275" y="311"/>
                    <a:pt x="274" y="311"/>
                  </a:cubicBezTo>
                  <a:cubicBezTo>
                    <a:pt x="274" y="310"/>
                    <a:pt x="273" y="310"/>
                    <a:pt x="273" y="310"/>
                  </a:cubicBezTo>
                  <a:cubicBezTo>
                    <a:pt x="273" y="310"/>
                    <a:pt x="273" y="310"/>
                    <a:pt x="273" y="310"/>
                  </a:cubicBezTo>
                  <a:cubicBezTo>
                    <a:pt x="272" y="310"/>
                    <a:pt x="272" y="310"/>
                    <a:pt x="272" y="311"/>
                  </a:cubicBezTo>
                  <a:cubicBezTo>
                    <a:pt x="272" y="311"/>
                    <a:pt x="272" y="311"/>
                    <a:pt x="272" y="311"/>
                  </a:cubicBezTo>
                  <a:close/>
                  <a:moveTo>
                    <a:pt x="276" y="322"/>
                  </a:moveTo>
                  <a:cubicBezTo>
                    <a:pt x="275" y="322"/>
                    <a:pt x="275" y="322"/>
                    <a:pt x="274" y="322"/>
                  </a:cubicBezTo>
                  <a:cubicBezTo>
                    <a:pt x="274" y="321"/>
                    <a:pt x="274" y="322"/>
                    <a:pt x="274" y="322"/>
                  </a:cubicBezTo>
                  <a:cubicBezTo>
                    <a:pt x="274" y="322"/>
                    <a:pt x="273" y="323"/>
                    <a:pt x="273" y="323"/>
                  </a:cubicBezTo>
                  <a:cubicBezTo>
                    <a:pt x="273" y="323"/>
                    <a:pt x="272" y="324"/>
                    <a:pt x="272" y="324"/>
                  </a:cubicBezTo>
                  <a:cubicBezTo>
                    <a:pt x="272" y="324"/>
                    <a:pt x="271" y="324"/>
                    <a:pt x="271" y="325"/>
                  </a:cubicBezTo>
                  <a:cubicBezTo>
                    <a:pt x="271" y="325"/>
                    <a:pt x="271" y="325"/>
                    <a:pt x="271" y="325"/>
                  </a:cubicBezTo>
                  <a:cubicBezTo>
                    <a:pt x="271" y="325"/>
                    <a:pt x="272" y="326"/>
                    <a:pt x="272" y="325"/>
                  </a:cubicBezTo>
                  <a:cubicBezTo>
                    <a:pt x="272" y="325"/>
                    <a:pt x="272" y="325"/>
                    <a:pt x="272" y="325"/>
                  </a:cubicBezTo>
                  <a:cubicBezTo>
                    <a:pt x="272" y="325"/>
                    <a:pt x="273" y="325"/>
                    <a:pt x="274" y="325"/>
                  </a:cubicBezTo>
                  <a:cubicBezTo>
                    <a:pt x="274" y="325"/>
                    <a:pt x="274" y="325"/>
                    <a:pt x="274" y="325"/>
                  </a:cubicBezTo>
                  <a:cubicBezTo>
                    <a:pt x="274" y="324"/>
                    <a:pt x="275" y="324"/>
                    <a:pt x="275" y="323"/>
                  </a:cubicBezTo>
                  <a:cubicBezTo>
                    <a:pt x="275" y="323"/>
                    <a:pt x="275" y="323"/>
                    <a:pt x="276" y="323"/>
                  </a:cubicBezTo>
                  <a:cubicBezTo>
                    <a:pt x="276" y="323"/>
                    <a:pt x="276" y="322"/>
                    <a:pt x="276" y="322"/>
                  </a:cubicBezTo>
                  <a:close/>
                  <a:moveTo>
                    <a:pt x="221" y="310"/>
                  </a:moveTo>
                  <a:cubicBezTo>
                    <a:pt x="221" y="310"/>
                    <a:pt x="221" y="310"/>
                    <a:pt x="221" y="311"/>
                  </a:cubicBezTo>
                  <a:cubicBezTo>
                    <a:pt x="221" y="311"/>
                    <a:pt x="222" y="312"/>
                    <a:pt x="222" y="312"/>
                  </a:cubicBezTo>
                  <a:cubicBezTo>
                    <a:pt x="222" y="312"/>
                    <a:pt x="222" y="313"/>
                    <a:pt x="222" y="313"/>
                  </a:cubicBezTo>
                  <a:cubicBezTo>
                    <a:pt x="222" y="313"/>
                    <a:pt x="222" y="313"/>
                    <a:pt x="222" y="313"/>
                  </a:cubicBezTo>
                  <a:cubicBezTo>
                    <a:pt x="222" y="314"/>
                    <a:pt x="223" y="314"/>
                    <a:pt x="223" y="314"/>
                  </a:cubicBezTo>
                  <a:cubicBezTo>
                    <a:pt x="223" y="314"/>
                    <a:pt x="223" y="314"/>
                    <a:pt x="223" y="314"/>
                  </a:cubicBezTo>
                  <a:cubicBezTo>
                    <a:pt x="223" y="314"/>
                    <a:pt x="223" y="314"/>
                    <a:pt x="223" y="314"/>
                  </a:cubicBezTo>
                  <a:cubicBezTo>
                    <a:pt x="223" y="314"/>
                    <a:pt x="223" y="314"/>
                    <a:pt x="223" y="314"/>
                  </a:cubicBezTo>
                  <a:cubicBezTo>
                    <a:pt x="224" y="314"/>
                    <a:pt x="224" y="314"/>
                    <a:pt x="224" y="314"/>
                  </a:cubicBezTo>
                  <a:cubicBezTo>
                    <a:pt x="224" y="313"/>
                    <a:pt x="224" y="313"/>
                    <a:pt x="225" y="314"/>
                  </a:cubicBezTo>
                  <a:cubicBezTo>
                    <a:pt x="225" y="314"/>
                    <a:pt x="225" y="314"/>
                    <a:pt x="226" y="314"/>
                  </a:cubicBezTo>
                  <a:cubicBezTo>
                    <a:pt x="226" y="314"/>
                    <a:pt x="226" y="315"/>
                    <a:pt x="227" y="315"/>
                  </a:cubicBezTo>
                  <a:cubicBezTo>
                    <a:pt x="227" y="315"/>
                    <a:pt x="227" y="315"/>
                    <a:pt x="227" y="315"/>
                  </a:cubicBezTo>
                  <a:cubicBezTo>
                    <a:pt x="227" y="315"/>
                    <a:pt x="228" y="314"/>
                    <a:pt x="227" y="314"/>
                  </a:cubicBezTo>
                  <a:cubicBezTo>
                    <a:pt x="227" y="314"/>
                    <a:pt x="227" y="314"/>
                    <a:pt x="227" y="314"/>
                  </a:cubicBezTo>
                  <a:cubicBezTo>
                    <a:pt x="227" y="313"/>
                    <a:pt x="227" y="313"/>
                    <a:pt x="228" y="312"/>
                  </a:cubicBezTo>
                  <a:cubicBezTo>
                    <a:pt x="228" y="312"/>
                    <a:pt x="228" y="312"/>
                    <a:pt x="227" y="312"/>
                  </a:cubicBezTo>
                  <a:cubicBezTo>
                    <a:pt x="227" y="312"/>
                    <a:pt x="227" y="312"/>
                    <a:pt x="227" y="312"/>
                  </a:cubicBezTo>
                  <a:cubicBezTo>
                    <a:pt x="227" y="312"/>
                    <a:pt x="227" y="311"/>
                    <a:pt x="226" y="311"/>
                  </a:cubicBezTo>
                  <a:cubicBezTo>
                    <a:pt x="226" y="311"/>
                    <a:pt x="226" y="311"/>
                    <a:pt x="226" y="311"/>
                  </a:cubicBezTo>
                  <a:cubicBezTo>
                    <a:pt x="226" y="311"/>
                    <a:pt x="226" y="311"/>
                    <a:pt x="225" y="310"/>
                  </a:cubicBezTo>
                  <a:cubicBezTo>
                    <a:pt x="225" y="310"/>
                    <a:pt x="225" y="310"/>
                    <a:pt x="225" y="310"/>
                  </a:cubicBezTo>
                  <a:cubicBezTo>
                    <a:pt x="225" y="310"/>
                    <a:pt x="225" y="310"/>
                    <a:pt x="225" y="310"/>
                  </a:cubicBezTo>
                  <a:cubicBezTo>
                    <a:pt x="225" y="310"/>
                    <a:pt x="224" y="310"/>
                    <a:pt x="224" y="310"/>
                  </a:cubicBezTo>
                  <a:cubicBezTo>
                    <a:pt x="224" y="310"/>
                    <a:pt x="224" y="309"/>
                    <a:pt x="223" y="309"/>
                  </a:cubicBezTo>
                  <a:cubicBezTo>
                    <a:pt x="223" y="309"/>
                    <a:pt x="223" y="309"/>
                    <a:pt x="222" y="309"/>
                  </a:cubicBezTo>
                  <a:cubicBezTo>
                    <a:pt x="222" y="309"/>
                    <a:pt x="222" y="309"/>
                    <a:pt x="222" y="309"/>
                  </a:cubicBezTo>
                  <a:cubicBezTo>
                    <a:pt x="222" y="309"/>
                    <a:pt x="222" y="309"/>
                    <a:pt x="221" y="309"/>
                  </a:cubicBezTo>
                  <a:cubicBezTo>
                    <a:pt x="221" y="310"/>
                    <a:pt x="221" y="310"/>
                    <a:pt x="221" y="310"/>
                  </a:cubicBezTo>
                  <a:close/>
                  <a:moveTo>
                    <a:pt x="203" y="317"/>
                  </a:moveTo>
                  <a:cubicBezTo>
                    <a:pt x="203" y="318"/>
                    <a:pt x="203" y="318"/>
                    <a:pt x="203" y="319"/>
                  </a:cubicBezTo>
                  <a:cubicBezTo>
                    <a:pt x="203" y="319"/>
                    <a:pt x="203" y="319"/>
                    <a:pt x="203" y="319"/>
                  </a:cubicBezTo>
                  <a:cubicBezTo>
                    <a:pt x="203" y="319"/>
                    <a:pt x="203" y="320"/>
                    <a:pt x="203" y="320"/>
                  </a:cubicBezTo>
                  <a:cubicBezTo>
                    <a:pt x="204" y="320"/>
                    <a:pt x="204" y="320"/>
                    <a:pt x="204" y="320"/>
                  </a:cubicBezTo>
                  <a:cubicBezTo>
                    <a:pt x="204" y="320"/>
                    <a:pt x="204" y="319"/>
                    <a:pt x="204" y="319"/>
                  </a:cubicBezTo>
                  <a:cubicBezTo>
                    <a:pt x="205" y="319"/>
                    <a:pt x="205" y="319"/>
                    <a:pt x="205" y="318"/>
                  </a:cubicBezTo>
                  <a:cubicBezTo>
                    <a:pt x="204" y="318"/>
                    <a:pt x="204" y="317"/>
                    <a:pt x="204" y="317"/>
                  </a:cubicBezTo>
                  <a:cubicBezTo>
                    <a:pt x="204" y="317"/>
                    <a:pt x="203" y="317"/>
                    <a:pt x="203" y="317"/>
                  </a:cubicBezTo>
                  <a:cubicBezTo>
                    <a:pt x="203" y="317"/>
                    <a:pt x="203" y="317"/>
                    <a:pt x="203" y="317"/>
                  </a:cubicBezTo>
                  <a:close/>
                  <a:moveTo>
                    <a:pt x="124" y="320"/>
                  </a:moveTo>
                  <a:cubicBezTo>
                    <a:pt x="124" y="320"/>
                    <a:pt x="124" y="319"/>
                    <a:pt x="124" y="319"/>
                  </a:cubicBezTo>
                  <a:cubicBezTo>
                    <a:pt x="124" y="318"/>
                    <a:pt x="124" y="318"/>
                    <a:pt x="124" y="318"/>
                  </a:cubicBezTo>
                  <a:cubicBezTo>
                    <a:pt x="124" y="317"/>
                    <a:pt x="124" y="317"/>
                    <a:pt x="124" y="317"/>
                  </a:cubicBezTo>
                  <a:cubicBezTo>
                    <a:pt x="124" y="317"/>
                    <a:pt x="124" y="317"/>
                    <a:pt x="124" y="317"/>
                  </a:cubicBezTo>
                  <a:cubicBezTo>
                    <a:pt x="124" y="317"/>
                    <a:pt x="124" y="316"/>
                    <a:pt x="124" y="316"/>
                  </a:cubicBezTo>
                  <a:cubicBezTo>
                    <a:pt x="123" y="316"/>
                    <a:pt x="123" y="316"/>
                    <a:pt x="123" y="316"/>
                  </a:cubicBezTo>
                  <a:cubicBezTo>
                    <a:pt x="123" y="316"/>
                    <a:pt x="123" y="316"/>
                    <a:pt x="123" y="316"/>
                  </a:cubicBezTo>
                  <a:cubicBezTo>
                    <a:pt x="123" y="315"/>
                    <a:pt x="123" y="315"/>
                    <a:pt x="122" y="315"/>
                  </a:cubicBezTo>
                  <a:cubicBezTo>
                    <a:pt x="122" y="315"/>
                    <a:pt x="122" y="315"/>
                    <a:pt x="122" y="315"/>
                  </a:cubicBezTo>
                  <a:cubicBezTo>
                    <a:pt x="122" y="315"/>
                    <a:pt x="121" y="315"/>
                    <a:pt x="121" y="315"/>
                  </a:cubicBezTo>
                  <a:cubicBezTo>
                    <a:pt x="121" y="315"/>
                    <a:pt x="121" y="315"/>
                    <a:pt x="121" y="315"/>
                  </a:cubicBezTo>
                  <a:cubicBezTo>
                    <a:pt x="121" y="315"/>
                    <a:pt x="120" y="315"/>
                    <a:pt x="120" y="315"/>
                  </a:cubicBezTo>
                  <a:cubicBezTo>
                    <a:pt x="120" y="315"/>
                    <a:pt x="120" y="315"/>
                    <a:pt x="119" y="315"/>
                  </a:cubicBezTo>
                  <a:cubicBezTo>
                    <a:pt x="119" y="315"/>
                    <a:pt x="119" y="315"/>
                    <a:pt x="118" y="315"/>
                  </a:cubicBezTo>
                  <a:cubicBezTo>
                    <a:pt x="118" y="315"/>
                    <a:pt x="118" y="315"/>
                    <a:pt x="118" y="315"/>
                  </a:cubicBezTo>
                  <a:cubicBezTo>
                    <a:pt x="117" y="315"/>
                    <a:pt x="117" y="315"/>
                    <a:pt x="116" y="315"/>
                  </a:cubicBezTo>
                  <a:cubicBezTo>
                    <a:pt x="116" y="315"/>
                    <a:pt x="116" y="315"/>
                    <a:pt x="116" y="315"/>
                  </a:cubicBezTo>
                  <a:cubicBezTo>
                    <a:pt x="116" y="315"/>
                    <a:pt x="115" y="315"/>
                    <a:pt x="115" y="315"/>
                  </a:cubicBezTo>
                  <a:cubicBezTo>
                    <a:pt x="115" y="315"/>
                    <a:pt x="115" y="315"/>
                    <a:pt x="114" y="315"/>
                  </a:cubicBezTo>
                  <a:cubicBezTo>
                    <a:pt x="114" y="315"/>
                    <a:pt x="114" y="315"/>
                    <a:pt x="114" y="315"/>
                  </a:cubicBezTo>
                  <a:cubicBezTo>
                    <a:pt x="114" y="315"/>
                    <a:pt x="113" y="315"/>
                    <a:pt x="113" y="315"/>
                  </a:cubicBezTo>
                  <a:cubicBezTo>
                    <a:pt x="113" y="315"/>
                    <a:pt x="113" y="315"/>
                    <a:pt x="113" y="315"/>
                  </a:cubicBezTo>
                  <a:cubicBezTo>
                    <a:pt x="112" y="315"/>
                    <a:pt x="112" y="316"/>
                    <a:pt x="111" y="316"/>
                  </a:cubicBezTo>
                  <a:cubicBezTo>
                    <a:pt x="111" y="316"/>
                    <a:pt x="111" y="316"/>
                    <a:pt x="111" y="316"/>
                  </a:cubicBezTo>
                  <a:cubicBezTo>
                    <a:pt x="111" y="316"/>
                    <a:pt x="111" y="316"/>
                    <a:pt x="110" y="316"/>
                  </a:cubicBezTo>
                  <a:cubicBezTo>
                    <a:pt x="110" y="316"/>
                    <a:pt x="110" y="316"/>
                    <a:pt x="110" y="316"/>
                  </a:cubicBezTo>
                  <a:cubicBezTo>
                    <a:pt x="110" y="316"/>
                    <a:pt x="109" y="316"/>
                    <a:pt x="109" y="316"/>
                  </a:cubicBezTo>
                  <a:cubicBezTo>
                    <a:pt x="109" y="316"/>
                    <a:pt x="109" y="316"/>
                    <a:pt x="109" y="316"/>
                  </a:cubicBezTo>
                  <a:cubicBezTo>
                    <a:pt x="109" y="316"/>
                    <a:pt x="108" y="317"/>
                    <a:pt x="108" y="317"/>
                  </a:cubicBezTo>
                  <a:cubicBezTo>
                    <a:pt x="108" y="317"/>
                    <a:pt x="108" y="317"/>
                    <a:pt x="108" y="317"/>
                  </a:cubicBezTo>
                  <a:cubicBezTo>
                    <a:pt x="108" y="317"/>
                    <a:pt x="108" y="317"/>
                    <a:pt x="108" y="317"/>
                  </a:cubicBezTo>
                  <a:cubicBezTo>
                    <a:pt x="108" y="317"/>
                    <a:pt x="109" y="317"/>
                    <a:pt x="109" y="317"/>
                  </a:cubicBezTo>
                  <a:cubicBezTo>
                    <a:pt x="109" y="317"/>
                    <a:pt x="109" y="317"/>
                    <a:pt x="110" y="317"/>
                  </a:cubicBezTo>
                  <a:cubicBezTo>
                    <a:pt x="110" y="317"/>
                    <a:pt x="110" y="317"/>
                    <a:pt x="110" y="317"/>
                  </a:cubicBezTo>
                  <a:cubicBezTo>
                    <a:pt x="111" y="317"/>
                    <a:pt x="111" y="317"/>
                    <a:pt x="111" y="317"/>
                  </a:cubicBezTo>
                  <a:cubicBezTo>
                    <a:pt x="111" y="317"/>
                    <a:pt x="112" y="317"/>
                    <a:pt x="112" y="318"/>
                  </a:cubicBezTo>
                  <a:cubicBezTo>
                    <a:pt x="112" y="318"/>
                    <a:pt x="112" y="318"/>
                    <a:pt x="112" y="318"/>
                  </a:cubicBezTo>
                  <a:cubicBezTo>
                    <a:pt x="112" y="318"/>
                    <a:pt x="112" y="318"/>
                    <a:pt x="112" y="318"/>
                  </a:cubicBezTo>
                  <a:cubicBezTo>
                    <a:pt x="112" y="319"/>
                    <a:pt x="112" y="319"/>
                    <a:pt x="112" y="319"/>
                  </a:cubicBezTo>
                  <a:cubicBezTo>
                    <a:pt x="112" y="319"/>
                    <a:pt x="111" y="319"/>
                    <a:pt x="111" y="319"/>
                  </a:cubicBezTo>
                  <a:cubicBezTo>
                    <a:pt x="111" y="319"/>
                    <a:pt x="111" y="319"/>
                    <a:pt x="110" y="319"/>
                  </a:cubicBezTo>
                  <a:cubicBezTo>
                    <a:pt x="110" y="319"/>
                    <a:pt x="110" y="319"/>
                    <a:pt x="110" y="319"/>
                  </a:cubicBezTo>
                  <a:cubicBezTo>
                    <a:pt x="109" y="320"/>
                    <a:pt x="109" y="320"/>
                    <a:pt x="109" y="320"/>
                  </a:cubicBezTo>
                  <a:cubicBezTo>
                    <a:pt x="109" y="320"/>
                    <a:pt x="109" y="320"/>
                    <a:pt x="109" y="320"/>
                  </a:cubicBezTo>
                  <a:cubicBezTo>
                    <a:pt x="110" y="321"/>
                    <a:pt x="110" y="321"/>
                    <a:pt x="110" y="321"/>
                  </a:cubicBezTo>
                  <a:cubicBezTo>
                    <a:pt x="111" y="321"/>
                    <a:pt x="111" y="321"/>
                    <a:pt x="112" y="321"/>
                  </a:cubicBezTo>
                  <a:cubicBezTo>
                    <a:pt x="112" y="321"/>
                    <a:pt x="112" y="321"/>
                    <a:pt x="113" y="321"/>
                  </a:cubicBezTo>
                  <a:cubicBezTo>
                    <a:pt x="113" y="321"/>
                    <a:pt x="113" y="321"/>
                    <a:pt x="113" y="321"/>
                  </a:cubicBezTo>
                  <a:cubicBezTo>
                    <a:pt x="113" y="321"/>
                    <a:pt x="113" y="322"/>
                    <a:pt x="113" y="322"/>
                  </a:cubicBezTo>
                  <a:cubicBezTo>
                    <a:pt x="113" y="322"/>
                    <a:pt x="112" y="322"/>
                    <a:pt x="112" y="322"/>
                  </a:cubicBezTo>
                  <a:cubicBezTo>
                    <a:pt x="112" y="322"/>
                    <a:pt x="112" y="322"/>
                    <a:pt x="111" y="322"/>
                  </a:cubicBezTo>
                  <a:cubicBezTo>
                    <a:pt x="111" y="322"/>
                    <a:pt x="111" y="322"/>
                    <a:pt x="111" y="322"/>
                  </a:cubicBezTo>
                  <a:cubicBezTo>
                    <a:pt x="111" y="322"/>
                    <a:pt x="110" y="322"/>
                    <a:pt x="110" y="322"/>
                  </a:cubicBezTo>
                  <a:cubicBezTo>
                    <a:pt x="110" y="322"/>
                    <a:pt x="110" y="322"/>
                    <a:pt x="110" y="322"/>
                  </a:cubicBezTo>
                  <a:cubicBezTo>
                    <a:pt x="109" y="323"/>
                    <a:pt x="108" y="323"/>
                    <a:pt x="107" y="323"/>
                  </a:cubicBezTo>
                  <a:cubicBezTo>
                    <a:pt x="107" y="323"/>
                    <a:pt x="107" y="323"/>
                    <a:pt x="107" y="323"/>
                  </a:cubicBezTo>
                  <a:cubicBezTo>
                    <a:pt x="107" y="322"/>
                    <a:pt x="106" y="322"/>
                    <a:pt x="106" y="322"/>
                  </a:cubicBezTo>
                  <a:cubicBezTo>
                    <a:pt x="106" y="322"/>
                    <a:pt x="106" y="321"/>
                    <a:pt x="106" y="321"/>
                  </a:cubicBezTo>
                  <a:cubicBezTo>
                    <a:pt x="106" y="321"/>
                    <a:pt x="106" y="321"/>
                    <a:pt x="106" y="321"/>
                  </a:cubicBezTo>
                  <a:cubicBezTo>
                    <a:pt x="105" y="320"/>
                    <a:pt x="105" y="320"/>
                    <a:pt x="105" y="320"/>
                  </a:cubicBezTo>
                  <a:cubicBezTo>
                    <a:pt x="105" y="320"/>
                    <a:pt x="105" y="319"/>
                    <a:pt x="104" y="320"/>
                  </a:cubicBezTo>
                  <a:cubicBezTo>
                    <a:pt x="104" y="320"/>
                    <a:pt x="103" y="320"/>
                    <a:pt x="103" y="321"/>
                  </a:cubicBezTo>
                  <a:cubicBezTo>
                    <a:pt x="103" y="321"/>
                    <a:pt x="103" y="321"/>
                    <a:pt x="103" y="321"/>
                  </a:cubicBezTo>
                  <a:cubicBezTo>
                    <a:pt x="103" y="321"/>
                    <a:pt x="103" y="321"/>
                    <a:pt x="103" y="322"/>
                  </a:cubicBezTo>
                  <a:cubicBezTo>
                    <a:pt x="103" y="322"/>
                    <a:pt x="103" y="322"/>
                    <a:pt x="103" y="322"/>
                  </a:cubicBezTo>
                  <a:cubicBezTo>
                    <a:pt x="103" y="322"/>
                    <a:pt x="104" y="322"/>
                    <a:pt x="104" y="322"/>
                  </a:cubicBezTo>
                  <a:cubicBezTo>
                    <a:pt x="104" y="323"/>
                    <a:pt x="104" y="323"/>
                    <a:pt x="104" y="323"/>
                  </a:cubicBezTo>
                  <a:cubicBezTo>
                    <a:pt x="104" y="323"/>
                    <a:pt x="104" y="324"/>
                    <a:pt x="104" y="324"/>
                  </a:cubicBezTo>
                  <a:cubicBezTo>
                    <a:pt x="104" y="324"/>
                    <a:pt x="104" y="324"/>
                    <a:pt x="104" y="324"/>
                  </a:cubicBezTo>
                  <a:cubicBezTo>
                    <a:pt x="104" y="325"/>
                    <a:pt x="104" y="326"/>
                    <a:pt x="104" y="326"/>
                  </a:cubicBezTo>
                  <a:cubicBezTo>
                    <a:pt x="105" y="327"/>
                    <a:pt x="105" y="329"/>
                    <a:pt x="105" y="330"/>
                  </a:cubicBezTo>
                  <a:cubicBezTo>
                    <a:pt x="105" y="330"/>
                    <a:pt x="105" y="331"/>
                    <a:pt x="105" y="331"/>
                  </a:cubicBezTo>
                  <a:cubicBezTo>
                    <a:pt x="105" y="332"/>
                    <a:pt x="105" y="333"/>
                    <a:pt x="105" y="333"/>
                  </a:cubicBezTo>
                  <a:cubicBezTo>
                    <a:pt x="105" y="334"/>
                    <a:pt x="104" y="335"/>
                    <a:pt x="104" y="335"/>
                  </a:cubicBezTo>
                  <a:cubicBezTo>
                    <a:pt x="104" y="336"/>
                    <a:pt x="104" y="336"/>
                    <a:pt x="105" y="337"/>
                  </a:cubicBezTo>
                  <a:cubicBezTo>
                    <a:pt x="105" y="337"/>
                    <a:pt x="106" y="337"/>
                    <a:pt x="107" y="337"/>
                  </a:cubicBezTo>
                  <a:cubicBezTo>
                    <a:pt x="107" y="337"/>
                    <a:pt x="107" y="337"/>
                    <a:pt x="107" y="337"/>
                  </a:cubicBezTo>
                  <a:cubicBezTo>
                    <a:pt x="108" y="337"/>
                    <a:pt x="108" y="337"/>
                    <a:pt x="108" y="337"/>
                  </a:cubicBezTo>
                  <a:cubicBezTo>
                    <a:pt x="109" y="337"/>
                    <a:pt x="109" y="337"/>
                    <a:pt x="110" y="338"/>
                  </a:cubicBezTo>
                  <a:cubicBezTo>
                    <a:pt x="110" y="338"/>
                    <a:pt x="111" y="338"/>
                    <a:pt x="111" y="338"/>
                  </a:cubicBezTo>
                  <a:cubicBezTo>
                    <a:pt x="112" y="337"/>
                    <a:pt x="112" y="337"/>
                    <a:pt x="113" y="337"/>
                  </a:cubicBezTo>
                  <a:cubicBezTo>
                    <a:pt x="114" y="337"/>
                    <a:pt x="114" y="337"/>
                    <a:pt x="115" y="337"/>
                  </a:cubicBezTo>
                  <a:cubicBezTo>
                    <a:pt x="115" y="337"/>
                    <a:pt x="116" y="337"/>
                    <a:pt x="116" y="337"/>
                  </a:cubicBezTo>
                  <a:cubicBezTo>
                    <a:pt x="116" y="337"/>
                    <a:pt x="117" y="337"/>
                    <a:pt x="117" y="337"/>
                  </a:cubicBezTo>
                  <a:cubicBezTo>
                    <a:pt x="117" y="337"/>
                    <a:pt x="117" y="337"/>
                    <a:pt x="117" y="337"/>
                  </a:cubicBezTo>
                  <a:cubicBezTo>
                    <a:pt x="118" y="337"/>
                    <a:pt x="118" y="337"/>
                    <a:pt x="118" y="337"/>
                  </a:cubicBezTo>
                  <a:cubicBezTo>
                    <a:pt x="118" y="337"/>
                    <a:pt x="119" y="337"/>
                    <a:pt x="119" y="337"/>
                  </a:cubicBezTo>
                  <a:cubicBezTo>
                    <a:pt x="119" y="337"/>
                    <a:pt x="119" y="337"/>
                    <a:pt x="119" y="336"/>
                  </a:cubicBezTo>
                  <a:cubicBezTo>
                    <a:pt x="119" y="336"/>
                    <a:pt x="119" y="336"/>
                    <a:pt x="119" y="336"/>
                  </a:cubicBezTo>
                  <a:cubicBezTo>
                    <a:pt x="120" y="335"/>
                    <a:pt x="119" y="335"/>
                    <a:pt x="119" y="335"/>
                  </a:cubicBezTo>
                  <a:cubicBezTo>
                    <a:pt x="119" y="335"/>
                    <a:pt x="119" y="335"/>
                    <a:pt x="119" y="335"/>
                  </a:cubicBezTo>
                  <a:cubicBezTo>
                    <a:pt x="119" y="335"/>
                    <a:pt x="118" y="335"/>
                    <a:pt x="118" y="335"/>
                  </a:cubicBezTo>
                  <a:cubicBezTo>
                    <a:pt x="118" y="335"/>
                    <a:pt x="118" y="335"/>
                    <a:pt x="118" y="334"/>
                  </a:cubicBezTo>
                  <a:cubicBezTo>
                    <a:pt x="118" y="334"/>
                    <a:pt x="118" y="334"/>
                    <a:pt x="118" y="334"/>
                  </a:cubicBezTo>
                  <a:cubicBezTo>
                    <a:pt x="118" y="334"/>
                    <a:pt x="119" y="333"/>
                    <a:pt x="119" y="332"/>
                  </a:cubicBezTo>
                  <a:cubicBezTo>
                    <a:pt x="119" y="332"/>
                    <a:pt x="119" y="332"/>
                    <a:pt x="119" y="332"/>
                  </a:cubicBezTo>
                  <a:cubicBezTo>
                    <a:pt x="119" y="332"/>
                    <a:pt x="119" y="332"/>
                    <a:pt x="119" y="332"/>
                  </a:cubicBezTo>
                  <a:cubicBezTo>
                    <a:pt x="119" y="332"/>
                    <a:pt x="120" y="332"/>
                    <a:pt x="120" y="332"/>
                  </a:cubicBezTo>
                  <a:cubicBezTo>
                    <a:pt x="120" y="332"/>
                    <a:pt x="120" y="332"/>
                    <a:pt x="120" y="331"/>
                  </a:cubicBezTo>
                  <a:cubicBezTo>
                    <a:pt x="120" y="331"/>
                    <a:pt x="120" y="331"/>
                    <a:pt x="121" y="331"/>
                  </a:cubicBezTo>
                  <a:cubicBezTo>
                    <a:pt x="121" y="331"/>
                    <a:pt x="121" y="331"/>
                    <a:pt x="121" y="332"/>
                  </a:cubicBezTo>
                  <a:cubicBezTo>
                    <a:pt x="121" y="332"/>
                    <a:pt x="122" y="332"/>
                    <a:pt x="122" y="332"/>
                  </a:cubicBezTo>
                  <a:cubicBezTo>
                    <a:pt x="122" y="332"/>
                    <a:pt x="122" y="332"/>
                    <a:pt x="122" y="333"/>
                  </a:cubicBezTo>
                  <a:cubicBezTo>
                    <a:pt x="122" y="333"/>
                    <a:pt x="122" y="334"/>
                    <a:pt x="122" y="334"/>
                  </a:cubicBezTo>
                  <a:cubicBezTo>
                    <a:pt x="122" y="335"/>
                    <a:pt x="122" y="336"/>
                    <a:pt x="122" y="337"/>
                  </a:cubicBezTo>
                  <a:cubicBezTo>
                    <a:pt x="122" y="337"/>
                    <a:pt x="122" y="338"/>
                    <a:pt x="122" y="338"/>
                  </a:cubicBezTo>
                  <a:cubicBezTo>
                    <a:pt x="122" y="339"/>
                    <a:pt x="122" y="339"/>
                    <a:pt x="121" y="340"/>
                  </a:cubicBezTo>
                  <a:cubicBezTo>
                    <a:pt x="121" y="340"/>
                    <a:pt x="121" y="340"/>
                    <a:pt x="120" y="340"/>
                  </a:cubicBezTo>
                  <a:cubicBezTo>
                    <a:pt x="120" y="339"/>
                    <a:pt x="120" y="339"/>
                    <a:pt x="119" y="339"/>
                  </a:cubicBezTo>
                  <a:cubicBezTo>
                    <a:pt x="119" y="339"/>
                    <a:pt x="119" y="339"/>
                    <a:pt x="119" y="339"/>
                  </a:cubicBezTo>
                  <a:cubicBezTo>
                    <a:pt x="118" y="339"/>
                    <a:pt x="118" y="338"/>
                    <a:pt x="118" y="338"/>
                  </a:cubicBezTo>
                  <a:cubicBezTo>
                    <a:pt x="117" y="338"/>
                    <a:pt x="117" y="338"/>
                    <a:pt x="117" y="338"/>
                  </a:cubicBezTo>
                  <a:cubicBezTo>
                    <a:pt x="117" y="338"/>
                    <a:pt x="117" y="338"/>
                    <a:pt x="117" y="338"/>
                  </a:cubicBezTo>
                  <a:cubicBezTo>
                    <a:pt x="116" y="338"/>
                    <a:pt x="116" y="338"/>
                    <a:pt x="116" y="339"/>
                  </a:cubicBezTo>
                  <a:cubicBezTo>
                    <a:pt x="117" y="339"/>
                    <a:pt x="117" y="339"/>
                    <a:pt x="117" y="339"/>
                  </a:cubicBezTo>
                  <a:cubicBezTo>
                    <a:pt x="117" y="340"/>
                    <a:pt x="117" y="340"/>
                    <a:pt x="117" y="340"/>
                  </a:cubicBezTo>
                  <a:cubicBezTo>
                    <a:pt x="117" y="340"/>
                    <a:pt x="117" y="340"/>
                    <a:pt x="117" y="340"/>
                  </a:cubicBezTo>
                  <a:cubicBezTo>
                    <a:pt x="118" y="340"/>
                    <a:pt x="118" y="340"/>
                    <a:pt x="118" y="340"/>
                  </a:cubicBezTo>
                  <a:cubicBezTo>
                    <a:pt x="118" y="340"/>
                    <a:pt x="119" y="340"/>
                    <a:pt x="119" y="341"/>
                  </a:cubicBezTo>
                  <a:cubicBezTo>
                    <a:pt x="119" y="341"/>
                    <a:pt x="120" y="341"/>
                    <a:pt x="121" y="341"/>
                  </a:cubicBezTo>
                  <a:cubicBezTo>
                    <a:pt x="121" y="341"/>
                    <a:pt x="121" y="341"/>
                    <a:pt x="121" y="341"/>
                  </a:cubicBezTo>
                  <a:cubicBezTo>
                    <a:pt x="121" y="341"/>
                    <a:pt x="122" y="341"/>
                    <a:pt x="122" y="340"/>
                  </a:cubicBezTo>
                  <a:cubicBezTo>
                    <a:pt x="122" y="340"/>
                    <a:pt x="123" y="340"/>
                    <a:pt x="123" y="340"/>
                  </a:cubicBezTo>
                  <a:cubicBezTo>
                    <a:pt x="123" y="339"/>
                    <a:pt x="123" y="339"/>
                    <a:pt x="123" y="338"/>
                  </a:cubicBezTo>
                  <a:cubicBezTo>
                    <a:pt x="123" y="338"/>
                    <a:pt x="123" y="338"/>
                    <a:pt x="124" y="337"/>
                  </a:cubicBezTo>
                  <a:cubicBezTo>
                    <a:pt x="124" y="337"/>
                    <a:pt x="124" y="337"/>
                    <a:pt x="124" y="337"/>
                  </a:cubicBezTo>
                  <a:cubicBezTo>
                    <a:pt x="124" y="337"/>
                    <a:pt x="124" y="336"/>
                    <a:pt x="123" y="336"/>
                  </a:cubicBezTo>
                  <a:cubicBezTo>
                    <a:pt x="123" y="335"/>
                    <a:pt x="123" y="334"/>
                    <a:pt x="123" y="333"/>
                  </a:cubicBezTo>
                  <a:cubicBezTo>
                    <a:pt x="123" y="333"/>
                    <a:pt x="123" y="333"/>
                    <a:pt x="124" y="333"/>
                  </a:cubicBezTo>
                  <a:cubicBezTo>
                    <a:pt x="124" y="332"/>
                    <a:pt x="124" y="332"/>
                    <a:pt x="124" y="331"/>
                  </a:cubicBezTo>
                  <a:cubicBezTo>
                    <a:pt x="124" y="331"/>
                    <a:pt x="124" y="330"/>
                    <a:pt x="124" y="329"/>
                  </a:cubicBezTo>
                  <a:cubicBezTo>
                    <a:pt x="124" y="329"/>
                    <a:pt x="124" y="329"/>
                    <a:pt x="124" y="328"/>
                  </a:cubicBezTo>
                  <a:cubicBezTo>
                    <a:pt x="124" y="328"/>
                    <a:pt x="124" y="328"/>
                    <a:pt x="124" y="327"/>
                  </a:cubicBezTo>
                  <a:cubicBezTo>
                    <a:pt x="124" y="326"/>
                    <a:pt x="124" y="325"/>
                    <a:pt x="124" y="324"/>
                  </a:cubicBezTo>
                  <a:cubicBezTo>
                    <a:pt x="124" y="323"/>
                    <a:pt x="124" y="323"/>
                    <a:pt x="124" y="323"/>
                  </a:cubicBezTo>
                  <a:cubicBezTo>
                    <a:pt x="124" y="323"/>
                    <a:pt x="124" y="322"/>
                    <a:pt x="124" y="322"/>
                  </a:cubicBezTo>
                  <a:cubicBezTo>
                    <a:pt x="124" y="321"/>
                    <a:pt x="124" y="321"/>
                    <a:pt x="124" y="320"/>
                  </a:cubicBezTo>
                  <a:close/>
                  <a:moveTo>
                    <a:pt x="156" y="326"/>
                  </a:moveTo>
                  <a:cubicBezTo>
                    <a:pt x="156" y="325"/>
                    <a:pt x="156" y="325"/>
                    <a:pt x="155" y="325"/>
                  </a:cubicBezTo>
                  <a:cubicBezTo>
                    <a:pt x="155" y="325"/>
                    <a:pt x="154" y="325"/>
                    <a:pt x="154" y="325"/>
                  </a:cubicBezTo>
                  <a:cubicBezTo>
                    <a:pt x="153" y="325"/>
                    <a:pt x="152" y="325"/>
                    <a:pt x="152" y="325"/>
                  </a:cubicBezTo>
                  <a:cubicBezTo>
                    <a:pt x="152" y="325"/>
                    <a:pt x="151" y="325"/>
                    <a:pt x="151" y="325"/>
                  </a:cubicBezTo>
                  <a:cubicBezTo>
                    <a:pt x="151" y="325"/>
                    <a:pt x="151" y="325"/>
                    <a:pt x="151" y="325"/>
                  </a:cubicBezTo>
                  <a:cubicBezTo>
                    <a:pt x="151" y="324"/>
                    <a:pt x="151" y="324"/>
                    <a:pt x="151" y="324"/>
                  </a:cubicBezTo>
                  <a:cubicBezTo>
                    <a:pt x="151" y="323"/>
                    <a:pt x="151" y="323"/>
                    <a:pt x="151" y="323"/>
                  </a:cubicBezTo>
                  <a:cubicBezTo>
                    <a:pt x="151" y="323"/>
                    <a:pt x="152" y="323"/>
                    <a:pt x="152" y="323"/>
                  </a:cubicBezTo>
                  <a:cubicBezTo>
                    <a:pt x="152" y="323"/>
                    <a:pt x="152" y="323"/>
                    <a:pt x="152" y="323"/>
                  </a:cubicBezTo>
                  <a:cubicBezTo>
                    <a:pt x="153" y="323"/>
                    <a:pt x="153" y="323"/>
                    <a:pt x="153" y="323"/>
                  </a:cubicBezTo>
                  <a:cubicBezTo>
                    <a:pt x="153" y="323"/>
                    <a:pt x="154" y="323"/>
                    <a:pt x="154" y="323"/>
                  </a:cubicBezTo>
                  <a:cubicBezTo>
                    <a:pt x="154" y="323"/>
                    <a:pt x="154" y="323"/>
                    <a:pt x="155" y="323"/>
                  </a:cubicBezTo>
                  <a:cubicBezTo>
                    <a:pt x="155" y="323"/>
                    <a:pt x="155" y="322"/>
                    <a:pt x="155" y="322"/>
                  </a:cubicBezTo>
                  <a:cubicBezTo>
                    <a:pt x="155" y="322"/>
                    <a:pt x="155" y="322"/>
                    <a:pt x="155" y="321"/>
                  </a:cubicBezTo>
                  <a:cubicBezTo>
                    <a:pt x="155" y="321"/>
                    <a:pt x="155" y="321"/>
                    <a:pt x="154" y="321"/>
                  </a:cubicBezTo>
                  <a:cubicBezTo>
                    <a:pt x="154" y="321"/>
                    <a:pt x="154" y="321"/>
                    <a:pt x="153" y="321"/>
                  </a:cubicBezTo>
                  <a:cubicBezTo>
                    <a:pt x="153" y="321"/>
                    <a:pt x="153" y="321"/>
                    <a:pt x="153" y="321"/>
                  </a:cubicBezTo>
                  <a:cubicBezTo>
                    <a:pt x="153" y="321"/>
                    <a:pt x="152" y="321"/>
                    <a:pt x="152" y="321"/>
                  </a:cubicBezTo>
                  <a:cubicBezTo>
                    <a:pt x="152" y="321"/>
                    <a:pt x="151" y="321"/>
                    <a:pt x="151" y="320"/>
                  </a:cubicBezTo>
                  <a:cubicBezTo>
                    <a:pt x="151" y="320"/>
                    <a:pt x="151" y="320"/>
                    <a:pt x="151" y="319"/>
                  </a:cubicBezTo>
                  <a:cubicBezTo>
                    <a:pt x="152" y="319"/>
                    <a:pt x="152" y="318"/>
                    <a:pt x="152" y="318"/>
                  </a:cubicBezTo>
                  <a:cubicBezTo>
                    <a:pt x="152" y="317"/>
                    <a:pt x="151" y="317"/>
                    <a:pt x="151" y="317"/>
                  </a:cubicBezTo>
                  <a:cubicBezTo>
                    <a:pt x="152" y="316"/>
                    <a:pt x="152" y="316"/>
                    <a:pt x="152" y="315"/>
                  </a:cubicBezTo>
                  <a:cubicBezTo>
                    <a:pt x="152" y="315"/>
                    <a:pt x="152" y="314"/>
                    <a:pt x="151" y="314"/>
                  </a:cubicBezTo>
                  <a:cubicBezTo>
                    <a:pt x="151" y="314"/>
                    <a:pt x="151" y="314"/>
                    <a:pt x="151" y="314"/>
                  </a:cubicBezTo>
                  <a:cubicBezTo>
                    <a:pt x="151" y="314"/>
                    <a:pt x="150" y="313"/>
                    <a:pt x="150" y="314"/>
                  </a:cubicBezTo>
                  <a:cubicBezTo>
                    <a:pt x="150" y="314"/>
                    <a:pt x="150" y="314"/>
                    <a:pt x="150" y="314"/>
                  </a:cubicBezTo>
                  <a:cubicBezTo>
                    <a:pt x="149" y="314"/>
                    <a:pt x="149" y="315"/>
                    <a:pt x="149" y="315"/>
                  </a:cubicBezTo>
                  <a:cubicBezTo>
                    <a:pt x="149" y="316"/>
                    <a:pt x="149" y="316"/>
                    <a:pt x="150" y="317"/>
                  </a:cubicBezTo>
                  <a:cubicBezTo>
                    <a:pt x="150" y="317"/>
                    <a:pt x="150" y="317"/>
                    <a:pt x="150" y="317"/>
                  </a:cubicBezTo>
                  <a:cubicBezTo>
                    <a:pt x="150" y="317"/>
                    <a:pt x="150" y="317"/>
                    <a:pt x="150" y="317"/>
                  </a:cubicBezTo>
                  <a:cubicBezTo>
                    <a:pt x="149" y="317"/>
                    <a:pt x="149" y="318"/>
                    <a:pt x="149" y="318"/>
                  </a:cubicBezTo>
                  <a:cubicBezTo>
                    <a:pt x="149" y="318"/>
                    <a:pt x="149" y="319"/>
                    <a:pt x="149" y="319"/>
                  </a:cubicBezTo>
                  <a:cubicBezTo>
                    <a:pt x="149" y="319"/>
                    <a:pt x="149" y="319"/>
                    <a:pt x="149" y="320"/>
                  </a:cubicBezTo>
                  <a:cubicBezTo>
                    <a:pt x="149" y="320"/>
                    <a:pt x="149" y="320"/>
                    <a:pt x="149" y="321"/>
                  </a:cubicBezTo>
                  <a:cubicBezTo>
                    <a:pt x="149" y="321"/>
                    <a:pt x="149" y="321"/>
                    <a:pt x="148" y="321"/>
                  </a:cubicBezTo>
                  <a:cubicBezTo>
                    <a:pt x="148" y="321"/>
                    <a:pt x="148" y="321"/>
                    <a:pt x="147" y="321"/>
                  </a:cubicBezTo>
                  <a:cubicBezTo>
                    <a:pt x="147" y="321"/>
                    <a:pt x="147" y="321"/>
                    <a:pt x="147" y="321"/>
                  </a:cubicBezTo>
                  <a:cubicBezTo>
                    <a:pt x="147" y="321"/>
                    <a:pt x="146" y="321"/>
                    <a:pt x="146" y="321"/>
                  </a:cubicBezTo>
                  <a:cubicBezTo>
                    <a:pt x="145" y="321"/>
                    <a:pt x="145" y="321"/>
                    <a:pt x="145" y="322"/>
                  </a:cubicBezTo>
                  <a:cubicBezTo>
                    <a:pt x="144" y="322"/>
                    <a:pt x="144" y="322"/>
                    <a:pt x="144" y="323"/>
                  </a:cubicBezTo>
                  <a:cubicBezTo>
                    <a:pt x="144" y="323"/>
                    <a:pt x="144" y="323"/>
                    <a:pt x="144" y="323"/>
                  </a:cubicBezTo>
                  <a:cubicBezTo>
                    <a:pt x="144" y="324"/>
                    <a:pt x="144" y="324"/>
                    <a:pt x="145" y="324"/>
                  </a:cubicBezTo>
                  <a:cubicBezTo>
                    <a:pt x="145" y="324"/>
                    <a:pt x="145" y="324"/>
                    <a:pt x="145" y="324"/>
                  </a:cubicBezTo>
                  <a:cubicBezTo>
                    <a:pt x="146" y="324"/>
                    <a:pt x="146" y="324"/>
                    <a:pt x="146" y="324"/>
                  </a:cubicBezTo>
                  <a:cubicBezTo>
                    <a:pt x="146" y="323"/>
                    <a:pt x="147" y="323"/>
                    <a:pt x="148" y="324"/>
                  </a:cubicBezTo>
                  <a:cubicBezTo>
                    <a:pt x="148" y="324"/>
                    <a:pt x="148" y="324"/>
                    <a:pt x="148" y="325"/>
                  </a:cubicBezTo>
                  <a:cubicBezTo>
                    <a:pt x="148" y="325"/>
                    <a:pt x="148" y="326"/>
                    <a:pt x="148" y="326"/>
                  </a:cubicBezTo>
                  <a:cubicBezTo>
                    <a:pt x="147" y="326"/>
                    <a:pt x="147" y="326"/>
                    <a:pt x="147" y="326"/>
                  </a:cubicBezTo>
                  <a:cubicBezTo>
                    <a:pt x="147" y="326"/>
                    <a:pt x="147" y="326"/>
                    <a:pt x="146" y="326"/>
                  </a:cubicBezTo>
                  <a:cubicBezTo>
                    <a:pt x="146" y="326"/>
                    <a:pt x="145" y="326"/>
                    <a:pt x="144" y="326"/>
                  </a:cubicBezTo>
                  <a:cubicBezTo>
                    <a:pt x="144" y="326"/>
                    <a:pt x="144" y="326"/>
                    <a:pt x="144" y="326"/>
                  </a:cubicBezTo>
                  <a:cubicBezTo>
                    <a:pt x="144" y="326"/>
                    <a:pt x="144" y="326"/>
                    <a:pt x="144" y="327"/>
                  </a:cubicBezTo>
                  <a:cubicBezTo>
                    <a:pt x="144" y="327"/>
                    <a:pt x="144" y="327"/>
                    <a:pt x="144" y="327"/>
                  </a:cubicBezTo>
                  <a:cubicBezTo>
                    <a:pt x="144" y="327"/>
                    <a:pt x="144" y="327"/>
                    <a:pt x="144" y="327"/>
                  </a:cubicBezTo>
                  <a:cubicBezTo>
                    <a:pt x="144" y="328"/>
                    <a:pt x="144" y="328"/>
                    <a:pt x="144" y="328"/>
                  </a:cubicBezTo>
                  <a:cubicBezTo>
                    <a:pt x="143" y="328"/>
                    <a:pt x="143" y="328"/>
                    <a:pt x="143" y="329"/>
                  </a:cubicBezTo>
                  <a:cubicBezTo>
                    <a:pt x="143" y="329"/>
                    <a:pt x="143" y="329"/>
                    <a:pt x="143" y="329"/>
                  </a:cubicBezTo>
                  <a:cubicBezTo>
                    <a:pt x="143" y="329"/>
                    <a:pt x="142" y="329"/>
                    <a:pt x="142" y="329"/>
                  </a:cubicBezTo>
                  <a:cubicBezTo>
                    <a:pt x="142" y="330"/>
                    <a:pt x="142" y="330"/>
                    <a:pt x="142" y="330"/>
                  </a:cubicBezTo>
                  <a:cubicBezTo>
                    <a:pt x="142" y="330"/>
                    <a:pt x="142" y="330"/>
                    <a:pt x="141" y="330"/>
                  </a:cubicBezTo>
                  <a:cubicBezTo>
                    <a:pt x="141" y="330"/>
                    <a:pt x="141" y="330"/>
                    <a:pt x="141" y="329"/>
                  </a:cubicBezTo>
                  <a:cubicBezTo>
                    <a:pt x="141" y="329"/>
                    <a:pt x="141" y="329"/>
                    <a:pt x="141" y="329"/>
                  </a:cubicBezTo>
                  <a:cubicBezTo>
                    <a:pt x="141" y="328"/>
                    <a:pt x="141" y="328"/>
                    <a:pt x="141" y="328"/>
                  </a:cubicBezTo>
                  <a:cubicBezTo>
                    <a:pt x="142" y="328"/>
                    <a:pt x="142" y="327"/>
                    <a:pt x="143" y="326"/>
                  </a:cubicBezTo>
                  <a:cubicBezTo>
                    <a:pt x="143" y="326"/>
                    <a:pt x="143" y="325"/>
                    <a:pt x="143" y="325"/>
                  </a:cubicBezTo>
                  <a:cubicBezTo>
                    <a:pt x="143" y="325"/>
                    <a:pt x="142" y="325"/>
                    <a:pt x="142" y="325"/>
                  </a:cubicBezTo>
                  <a:cubicBezTo>
                    <a:pt x="142" y="324"/>
                    <a:pt x="142" y="324"/>
                    <a:pt x="141" y="324"/>
                  </a:cubicBezTo>
                  <a:cubicBezTo>
                    <a:pt x="141" y="323"/>
                    <a:pt x="141" y="323"/>
                    <a:pt x="141" y="323"/>
                  </a:cubicBezTo>
                  <a:cubicBezTo>
                    <a:pt x="141" y="323"/>
                    <a:pt x="141" y="323"/>
                    <a:pt x="141" y="322"/>
                  </a:cubicBezTo>
                  <a:cubicBezTo>
                    <a:pt x="141" y="322"/>
                    <a:pt x="141" y="322"/>
                    <a:pt x="141" y="322"/>
                  </a:cubicBezTo>
                  <a:cubicBezTo>
                    <a:pt x="141" y="322"/>
                    <a:pt x="142" y="322"/>
                    <a:pt x="142" y="321"/>
                  </a:cubicBezTo>
                  <a:cubicBezTo>
                    <a:pt x="142" y="321"/>
                    <a:pt x="142" y="321"/>
                    <a:pt x="142" y="320"/>
                  </a:cubicBezTo>
                  <a:cubicBezTo>
                    <a:pt x="142" y="320"/>
                    <a:pt x="143" y="320"/>
                    <a:pt x="143" y="320"/>
                  </a:cubicBezTo>
                  <a:cubicBezTo>
                    <a:pt x="143" y="319"/>
                    <a:pt x="143" y="319"/>
                    <a:pt x="143" y="319"/>
                  </a:cubicBezTo>
                  <a:cubicBezTo>
                    <a:pt x="144" y="319"/>
                    <a:pt x="144" y="319"/>
                    <a:pt x="144" y="319"/>
                  </a:cubicBezTo>
                  <a:cubicBezTo>
                    <a:pt x="144" y="318"/>
                    <a:pt x="144" y="318"/>
                    <a:pt x="144" y="318"/>
                  </a:cubicBezTo>
                  <a:cubicBezTo>
                    <a:pt x="145" y="318"/>
                    <a:pt x="145" y="318"/>
                    <a:pt x="145" y="318"/>
                  </a:cubicBezTo>
                  <a:cubicBezTo>
                    <a:pt x="145" y="317"/>
                    <a:pt x="145" y="317"/>
                    <a:pt x="145" y="317"/>
                  </a:cubicBezTo>
                  <a:cubicBezTo>
                    <a:pt x="145" y="316"/>
                    <a:pt x="145" y="316"/>
                    <a:pt x="144" y="315"/>
                  </a:cubicBezTo>
                  <a:cubicBezTo>
                    <a:pt x="144" y="315"/>
                    <a:pt x="144" y="315"/>
                    <a:pt x="144" y="315"/>
                  </a:cubicBezTo>
                  <a:cubicBezTo>
                    <a:pt x="143" y="315"/>
                    <a:pt x="143" y="315"/>
                    <a:pt x="143" y="315"/>
                  </a:cubicBezTo>
                  <a:cubicBezTo>
                    <a:pt x="143" y="315"/>
                    <a:pt x="143" y="315"/>
                    <a:pt x="143" y="315"/>
                  </a:cubicBezTo>
                  <a:cubicBezTo>
                    <a:pt x="142" y="315"/>
                    <a:pt x="142" y="315"/>
                    <a:pt x="142" y="315"/>
                  </a:cubicBezTo>
                  <a:cubicBezTo>
                    <a:pt x="142" y="316"/>
                    <a:pt x="142" y="316"/>
                    <a:pt x="142" y="316"/>
                  </a:cubicBezTo>
                  <a:cubicBezTo>
                    <a:pt x="141" y="316"/>
                    <a:pt x="141" y="316"/>
                    <a:pt x="141" y="317"/>
                  </a:cubicBezTo>
                  <a:cubicBezTo>
                    <a:pt x="141" y="317"/>
                    <a:pt x="140" y="317"/>
                    <a:pt x="140" y="318"/>
                  </a:cubicBezTo>
                  <a:cubicBezTo>
                    <a:pt x="139" y="318"/>
                    <a:pt x="139" y="319"/>
                    <a:pt x="138" y="319"/>
                  </a:cubicBezTo>
                  <a:cubicBezTo>
                    <a:pt x="138" y="319"/>
                    <a:pt x="138" y="319"/>
                    <a:pt x="138" y="320"/>
                  </a:cubicBezTo>
                  <a:cubicBezTo>
                    <a:pt x="138" y="320"/>
                    <a:pt x="138" y="320"/>
                    <a:pt x="138" y="320"/>
                  </a:cubicBezTo>
                  <a:cubicBezTo>
                    <a:pt x="137" y="321"/>
                    <a:pt x="137" y="321"/>
                    <a:pt x="136" y="322"/>
                  </a:cubicBezTo>
                  <a:cubicBezTo>
                    <a:pt x="136" y="322"/>
                    <a:pt x="136" y="322"/>
                    <a:pt x="136" y="323"/>
                  </a:cubicBezTo>
                  <a:cubicBezTo>
                    <a:pt x="136" y="323"/>
                    <a:pt x="136" y="323"/>
                    <a:pt x="136" y="323"/>
                  </a:cubicBezTo>
                  <a:cubicBezTo>
                    <a:pt x="136" y="324"/>
                    <a:pt x="136" y="325"/>
                    <a:pt x="137" y="325"/>
                  </a:cubicBezTo>
                  <a:cubicBezTo>
                    <a:pt x="137" y="325"/>
                    <a:pt x="138" y="325"/>
                    <a:pt x="138" y="325"/>
                  </a:cubicBezTo>
                  <a:cubicBezTo>
                    <a:pt x="138" y="326"/>
                    <a:pt x="138" y="326"/>
                    <a:pt x="138" y="326"/>
                  </a:cubicBezTo>
                  <a:cubicBezTo>
                    <a:pt x="139" y="326"/>
                    <a:pt x="139" y="326"/>
                    <a:pt x="138" y="327"/>
                  </a:cubicBezTo>
                  <a:cubicBezTo>
                    <a:pt x="138" y="327"/>
                    <a:pt x="138" y="327"/>
                    <a:pt x="138" y="327"/>
                  </a:cubicBezTo>
                  <a:cubicBezTo>
                    <a:pt x="138" y="327"/>
                    <a:pt x="138" y="327"/>
                    <a:pt x="137" y="327"/>
                  </a:cubicBezTo>
                  <a:cubicBezTo>
                    <a:pt x="137" y="328"/>
                    <a:pt x="137" y="328"/>
                    <a:pt x="137" y="328"/>
                  </a:cubicBezTo>
                  <a:cubicBezTo>
                    <a:pt x="137" y="328"/>
                    <a:pt x="137" y="329"/>
                    <a:pt x="137" y="329"/>
                  </a:cubicBezTo>
                  <a:cubicBezTo>
                    <a:pt x="137" y="329"/>
                    <a:pt x="137" y="329"/>
                    <a:pt x="137" y="330"/>
                  </a:cubicBezTo>
                  <a:cubicBezTo>
                    <a:pt x="137" y="330"/>
                    <a:pt x="137" y="330"/>
                    <a:pt x="137" y="330"/>
                  </a:cubicBezTo>
                  <a:cubicBezTo>
                    <a:pt x="137" y="330"/>
                    <a:pt x="137" y="331"/>
                    <a:pt x="138" y="331"/>
                  </a:cubicBezTo>
                  <a:cubicBezTo>
                    <a:pt x="138" y="331"/>
                    <a:pt x="139" y="331"/>
                    <a:pt x="139" y="331"/>
                  </a:cubicBezTo>
                  <a:cubicBezTo>
                    <a:pt x="139" y="331"/>
                    <a:pt x="139" y="331"/>
                    <a:pt x="139" y="331"/>
                  </a:cubicBezTo>
                  <a:cubicBezTo>
                    <a:pt x="139" y="331"/>
                    <a:pt x="139" y="332"/>
                    <a:pt x="139" y="332"/>
                  </a:cubicBezTo>
                  <a:cubicBezTo>
                    <a:pt x="139" y="332"/>
                    <a:pt x="139" y="332"/>
                    <a:pt x="139" y="333"/>
                  </a:cubicBezTo>
                  <a:cubicBezTo>
                    <a:pt x="139" y="333"/>
                    <a:pt x="138" y="334"/>
                    <a:pt x="138" y="335"/>
                  </a:cubicBezTo>
                  <a:cubicBezTo>
                    <a:pt x="138" y="335"/>
                    <a:pt x="138" y="335"/>
                    <a:pt x="138" y="335"/>
                  </a:cubicBezTo>
                  <a:cubicBezTo>
                    <a:pt x="138" y="335"/>
                    <a:pt x="138" y="335"/>
                    <a:pt x="137" y="336"/>
                  </a:cubicBezTo>
                  <a:cubicBezTo>
                    <a:pt x="137" y="336"/>
                    <a:pt x="137" y="336"/>
                    <a:pt x="137" y="336"/>
                  </a:cubicBezTo>
                  <a:cubicBezTo>
                    <a:pt x="137" y="337"/>
                    <a:pt x="136" y="337"/>
                    <a:pt x="137" y="337"/>
                  </a:cubicBezTo>
                  <a:cubicBezTo>
                    <a:pt x="137" y="337"/>
                    <a:pt x="137" y="337"/>
                    <a:pt x="137" y="338"/>
                  </a:cubicBezTo>
                  <a:cubicBezTo>
                    <a:pt x="137" y="338"/>
                    <a:pt x="137" y="338"/>
                    <a:pt x="137" y="338"/>
                  </a:cubicBezTo>
                  <a:cubicBezTo>
                    <a:pt x="136" y="338"/>
                    <a:pt x="137" y="338"/>
                    <a:pt x="137" y="338"/>
                  </a:cubicBezTo>
                  <a:cubicBezTo>
                    <a:pt x="137" y="338"/>
                    <a:pt x="138" y="338"/>
                    <a:pt x="138" y="338"/>
                  </a:cubicBezTo>
                  <a:cubicBezTo>
                    <a:pt x="138" y="338"/>
                    <a:pt x="139" y="338"/>
                    <a:pt x="139" y="338"/>
                  </a:cubicBezTo>
                  <a:cubicBezTo>
                    <a:pt x="139" y="338"/>
                    <a:pt x="139" y="337"/>
                    <a:pt x="139" y="337"/>
                  </a:cubicBezTo>
                  <a:cubicBezTo>
                    <a:pt x="140" y="337"/>
                    <a:pt x="140" y="337"/>
                    <a:pt x="140" y="337"/>
                  </a:cubicBezTo>
                  <a:cubicBezTo>
                    <a:pt x="141" y="336"/>
                    <a:pt x="141" y="336"/>
                    <a:pt x="141" y="335"/>
                  </a:cubicBezTo>
                  <a:cubicBezTo>
                    <a:pt x="141" y="335"/>
                    <a:pt x="141" y="335"/>
                    <a:pt x="141" y="335"/>
                  </a:cubicBezTo>
                  <a:cubicBezTo>
                    <a:pt x="141" y="335"/>
                    <a:pt x="141" y="335"/>
                    <a:pt x="141" y="335"/>
                  </a:cubicBezTo>
                  <a:cubicBezTo>
                    <a:pt x="141" y="334"/>
                    <a:pt x="142" y="334"/>
                    <a:pt x="142" y="333"/>
                  </a:cubicBezTo>
                  <a:cubicBezTo>
                    <a:pt x="142" y="333"/>
                    <a:pt x="142" y="333"/>
                    <a:pt x="143" y="333"/>
                  </a:cubicBezTo>
                  <a:cubicBezTo>
                    <a:pt x="143" y="333"/>
                    <a:pt x="143" y="333"/>
                    <a:pt x="144" y="333"/>
                  </a:cubicBezTo>
                  <a:cubicBezTo>
                    <a:pt x="144" y="333"/>
                    <a:pt x="144" y="334"/>
                    <a:pt x="144" y="334"/>
                  </a:cubicBezTo>
                  <a:cubicBezTo>
                    <a:pt x="144" y="334"/>
                    <a:pt x="144" y="334"/>
                    <a:pt x="144" y="335"/>
                  </a:cubicBezTo>
                  <a:cubicBezTo>
                    <a:pt x="144" y="335"/>
                    <a:pt x="144" y="335"/>
                    <a:pt x="144" y="335"/>
                  </a:cubicBezTo>
                  <a:cubicBezTo>
                    <a:pt x="144" y="335"/>
                    <a:pt x="144" y="336"/>
                    <a:pt x="144" y="336"/>
                  </a:cubicBezTo>
                  <a:cubicBezTo>
                    <a:pt x="144" y="336"/>
                    <a:pt x="144" y="337"/>
                    <a:pt x="144" y="337"/>
                  </a:cubicBezTo>
                  <a:cubicBezTo>
                    <a:pt x="144" y="337"/>
                    <a:pt x="145" y="337"/>
                    <a:pt x="145" y="337"/>
                  </a:cubicBezTo>
                  <a:cubicBezTo>
                    <a:pt x="145" y="337"/>
                    <a:pt x="145" y="337"/>
                    <a:pt x="146" y="337"/>
                  </a:cubicBezTo>
                  <a:cubicBezTo>
                    <a:pt x="146" y="337"/>
                    <a:pt x="146" y="337"/>
                    <a:pt x="146" y="337"/>
                  </a:cubicBezTo>
                  <a:cubicBezTo>
                    <a:pt x="146" y="337"/>
                    <a:pt x="146" y="336"/>
                    <a:pt x="147" y="337"/>
                  </a:cubicBezTo>
                  <a:cubicBezTo>
                    <a:pt x="147" y="337"/>
                    <a:pt x="147" y="337"/>
                    <a:pt x="148" y="337"/>
                  </a:cubicBezTo>
                  <a:cubicBezTo>
                    <a:pt x="148" y="337"/>
                    <a:pt x="148" y="337"/>
                    <a:pt x="148" y="337"/>
                  </a:cubicBezTo>
                  <a:cubicBezTo>
                    <a:pt x="148" y="337"/>
                    <a:pt x="149" y="337"/>
                    <a:pt x="149" y="337"/>
                  </a:cubicBezTo>
                  <a:cubicBezTo>
                    <a:pt x="149" y="337"/>
                    <a:pt x="150" y="337"/>
                    <a:pt x="150" y="337"/>
                  </a:cubicBezTo>
                  <a:cubicBezTo>
                    <a:pt x="151" y="337"/>
                    <a:pt x="151" y="337"/>
                    <a:pt x="151" y="337"/>
                  </a:cubicBezTo>
                  <a:cubicBezTo>
                    <a:pt x="152" y="337"/>
                    <a:pt x="152" y="337"/>
                    <a:pt x="152" y="337"/>
                  </a:cubicBezTo>
                  <a:cubicBezTo>
                    <a:pt x="152" y="337"/>
                    <a:pt x="153" y="337"/>
                    <a:pt x="153" y="337"/>
                  </a:cubicBezTo>
                  <a:cubicBezTo>
                    <a:pt x="154" y="337"/>
                    <a:pt x="154" y="337"/>
                    <a:pt x="154" y="337"/>
                  </a:cubicBezTo>
                  <a:cubicBezTo>
                    <a:pt x="154" y="336"/>
                    <a:pt x="154" y="336"/>
                    <a:pt x="155" y="336"/>
                  </a:cubicBezTo>
                  <a:cubicBezTo>
                    <a:pt x="155" y="336"/>
                    <a:pt x="155" y="336"/>
                    <a:pt x="155" y="335"/>
                  </a:cubicBezTo>
                  <a:cubicBezTo>
                    <a:pt x="155" y="335"/>
                    <a:pt x="155" y="335"/>
                    <a:pt x="155" y="335"/>
                  </a:cubicBezTo>
                  <a:cubicBezTo>
                    <a:pt x="155" y="334"/>
                    <a:pt x="155" y="332"/>
                    <a:pt x="155" y="331"/>
                  </a:cubicBezTo>
                  <a:cubicBezTo>
                    <a:pt x="155" y="331"/>
                    <a:pt x="155" y="331"/>
                    <a:pt x="155" y="331"/>
                  </a:cubicBezTo>
                  <a:cubicBezTo>
                    <a:pt x="156" y="331"/>
                    <a:pt x="155" y="330"/>
                    <a:pt x="155" y="330"/>
                  </a:cubicBezTo>
                  <a:cubicBezTo>
                    <a:pt x="155" y="330"/>
                    <a:pt x="154" y="330"/>
                    <a:pt x="154" y="330"/>
                  </a:cubicBezTo>
                  <a:cubicBezTo>
                    <a:pt x="153" y="330"/>
                    <a:pt x="152" y="330"/>
                    <a:pt x="152" y="330"/>
                  </a:cubicBezTo>
                  <a:cubicBezTo>
                    <a:pt x="151" y="330"/>
                    <a:pt x="151" y="330"/>
                    <a:pt x="151" y="330"/>
                  </a:cubicBezTo>
                  <a:cubicBezTo>
                    <a:pt x="151" y="330"/>
                    <a:pt x="150" y="329"/>
                    <a:pt x="151" y="329"/>
                  </a:cubicBezTo>
                  <a:cubicBezTo>
                    <a:pt x="151" y="329"/>
                    <a:pt x="151" y="329"/>
                    <a:pt x="151" y="328"/>
                  </a:cubicBezTo>
                  <a:cubicBezTo>
                    <a:pt x="151" y="328"/>
                    <a:pt x="151" y="328"/>
                    <a:pt x="152" y="328"/>
                  </a:cubicBezTo>
                  <a:cubicBezTo>
                    <a:pt x="152" y="328"/>
                    <a:pt x="152" y="328"/>
                    <a:pt x="152" y="328"/>
                  </a:cubicBezTo>
                  <a:cubicBezTo>
                    <a:pt x="153" y="327"/>
                    <a:pt x="153" y="327"/>
                    <a:pt x="154" y="327"/>
                  </a:cubicBezTo>
                  <a:cubicBezTo>
                    <a:pt x="154" y="327"/>
                    <a:pt x="154" y="327"/>
                    <a:pt x="155" y="327"/>
                  </a:cubicBezTo>
                  <a:cubicBezTo>
                    <a:pt x="155" y="327"/>
                    <a:pt x="155" y="327"/>
                    <a:pt x="155" y="327"/>
                  </a:cubicBezTo>
                  <a:cubicBezTo>
                    <a:pt x="155" y="327"/>
                    <a:pt x="156" y="327"/>
                    <a:pt x="156" y="327"/>
                  </a:cubicBezTo>
                  <a:cubicBezTo>
                    <a:pt x="156" y="326"/>
                    <a:pt x="156" y="326"/>
                    <a:pt x="156" y="326"/>
                  </a:cubicBezTo>
                  <a:close/>
                  <a:moveTo>
                    <a:pt x="205" y="335"/>
                  </a:moveTo>
                  <a:cubicBezTo>
                    <a:pt x="205" y="335"/>
                    <a:pt x="204" y="334"/>
                    <a:pt x="204" y="334"/>
                  </a:cubicBezTo>
                  <a:cubicBezTo>
                    <a:pt x="203" y="334"/>
                    <a:pt x="203" y="333"/>
                    <a:pt x="202" y="333"/>
                  </a:cubicBezTo>
                  <a:cubicBezTo>
                    <a:pt x="202" y="333"/>
                    <a:pt x="202" y="332"/>
                    <a:pt x="201" y="332"/>
                  </a:cubicBezTo>
                  <a:cubicBezTo>
                    <a:pt x="201" y="332"/>
                    <a:pt x="201" y="331"/>
                    <a:pt x="200" y="331"/>
                  </a:cubicBezTo>
                  <a:cubicBezTo>
                    <a:pt x="200" y="331"/>
                    <a:pt x="200" y="331"/>
                    <a:pt x="200" y="331"/>
                  </a:cubicBezTo>
                  <a:cubicBezTo>
                    <a:pt x="200" y="331"/>
                    <a:pt x="200" y="331"/>
                    <a:pt x="200" y="330"/>
                  </a:cubicBezTo>
                  <a:cubicBezTo>
                    <a:pt x="200" y="330"/>
                    <a:pt x="200" y="330"/>
                    <a:pt x="200" y="329"/>
                  </a:cubicBezTo>
                  <a:cubicBezTo>
                    <a:pt x="200" y="329"/>
                    <a:pt x="200" y="329"/>
                    <a:pt x="201" y="328"/>
                  </a:cubicBezTo>
                  <a:cubicBezTo>
                    <a:pt x="201" y="328"/>
                    <a:pt x="201" y="328"/>
                    <a:pt x="201" y="328"/>
                  </a:cubicBezTo>
                  <a:cubicBezTo>
                    <a:pt x="201" y="327"/>
                    <a:pt x="201" y="327"/>
                    <a:pt x="201" y="327"/>
                  </a:cubicBezTo>
                  <a:cubicBezTo>
                    <a:pt x="201" y="327"/>
                    <a:pt x="201" y="326"/>
                    <a:pt x="201" y="326"/>
                  </a:cubicBezTo>
                  <a:cubicBezTo>
                    <a:pt x="201" y="326"/>
                    <a:pt x="201" y="326"/>
                    <a:pt x="201" y="326"/>
                  </a:cubicBezTo>
                  <a:cubicBezTo>
                    <a:pt x="202" y="325"/>
                    <a:pt x="203" y="324"/>
                    <a:pt x="203" y="324"/>
                  </a:cubicBezTo>
                  <a:cubicBezTo>
                    <a:pt x="204" y="324"/>
                    <a:pt x="204" y="324"/>
                    <a:pt x="204" y="323"/>
                  </a:cubicBezTo>
                  <a:cubicBezTo>
                    <a:pt x="203" y="323"/>
                    <a:pt x="203" y="323"/>
                    <a:pt x="203" y="322"/>
                  </a:cubicBezTo>
                  <a:cubicBezTo>
                    <a:pt x="203" y="322"/>
                    <a:pt x="202" y="322"/>
                    <a:pt x="202" y="322"/>
                  </a:cubicBezTo>
                  <a:cubicBezTo>
                    <a:pt x="202" y="322"/>
                    <a:pt x="202" y="322"/>
                    <a:pt x="202" y="322"/>
                  </a:cubicBezTo>
                  <a:cubicBezTo>
                    <a:pt x="201" y="322"/>
                    <a:pt x="201" y="322"/>
                    <a:pt x="201" y="322"/>
                  </a:cubicBezTo>
                  <a:cubicBezTo>
                    <a:pt x="201" y="321"/>
                    <a:pt x="201" y="321"/>
                    <a:pt x="201" y="320"/>
                  </a:cubicBezTo>
                  <a:cubicBezTo>
                    <a:pt x="201" y="320"/>
                    <a:pt x="201" y="320"/>
                    <a:pt x="201" y="319"/>
                  </a:cubicBezTo>
                  <a:cubicBezTo>
                    <a:pt x="201" y="319"/>
                    <a:pt x="201" y="318"/>
                    <a:pt x="201" y="318"/>
                  </a:cubicBezTo>
                  <a:cubicBezTo>
                    <a:pt x="201" y="318"/>
                    <a:pt x="201" y="317"/>
                    <a:pt x="201" y="317"/>
                  </a:cubicBezTo>
                  <a:cubicBezTo>
                    <a:pt x="201" y="316"/>
                    <a:pt x="201" y="316"/>
                    <a:pt x="201" y="315"/>
                  </a:cubicBezTo>
                  <a:cubicBezTo>
                    <a:pt x="201" y="315"/>
                    <a:pt x="201" y="315"/>
                    <a:pt x="201" y="314"/>
                  </a:cubicBezTo>
                  <a:cubicBezTo>
                    <a:pt x="201" y="314"/>
                    <a:pt x="201" y="314"/>
                    <a:pt x="201" y="314"/>
                  </a:cubicBezTo>
                  <a:cubicBezTo>
                    <a:pt x="201" y="314"/>
                    <a:pt x="201" y="314"/>
                    <a:pt x="200" y="314"/>
                  </a:cubicBezTo>
                  <a:cubicBezTo>
                    <a:pt x="200" y="314"/>
                    <a:pt x="200" y="314"/>
                    <a:pt x="200" y="314"/>
                  </a:cubicBezTo>
                  <a:cubicBezTo>
                    <a:pt x="200" y="314"/>
                    <a:pt x="199" y="314"/>
                    <a:pt x="199" y="315"/>
                  </a:cubicBezTo>
                  <a:cubicBezTo>
                    <a:pt x="199" y="315"/>
                    <a:pt x="199" y="315"/>
                    <a:pt x="199" y="315"/>
                  </a:cubicBezTo>
                  <a:cubicBezTo>
                    <a:pt x="199" y="315"/>
                    <a:pt x="199" y="315"/>
                    <a:pt x="199" y="316"/>
                  </a:cubicBezTo>
                  <a:cubicBezTo>
                    <a:pt x="199" y="316"/>
                    <a:pt x="199" y="316"/>
                    <a:pt x="199" y="316"/>
                  </a:cubicBezTo>
                  <a:cubicBezTo>
                    <a:pt x="199" y="317"/>
                    <a:pt x="199" y="317"/>
                    <a:pt x="199" y="317"/>
                  </a:cubicBezTo>
                  <a:cubicBezTo>
                    <a:pt x="199" y="317"/>
                    <a:pt x="199" y="317"/>
                    <a:pt x="199" y="318"/>
                  </a:cubicBezTo>
                  <a:cubicBezTo>
                    <a:pt x="199" y="318"/>
                    <a:pt x="199" y="318"/>
                    <a:pt x="199" y="319"/>
                  </a:cubicBezTo>
                  <a:cubicBezTo>
                    <a:pt x="199" y="319"/>
                    <a:pt x="199" y="319"/>
                    <a:pt x="199" y="319"/>
                  </a:cubicBezTo>
                  <a:cubicBezTo>
                    <a:pt x="199" y="320"/>
                    <a:pt x="199" y="320"/>
                    <a:pt x="199" y="321"/>
                  </a:cubicBezTo>
                  <a:cubicBezTo>
                    <a:pt x="199" y="321"/>
                    <a:pt x="199" y="322"/>
                    <a:pt x="199" y="322"/>
                  </a:cubicBezTo>
                  <a:cubicBezTo>
                    <a:pt x="199" y="323"/>
                    <a:pt x="199" y="323"/>
                    <a:pt x="198" y="324"/>
                  </a:cubicBezTo>
                  <a:cubicBezTo>
                    <a:pt x="198" y="324"/>
                    <a:pt x="198" y="324"/>
                    <a:pt x="198" y="324"/>
                  </a:cubicBezTo>
                  <a:cubicBezTo>
                    <a:pt x="197" y="325"/>
                    <a:pt x="197" y="325"/>
                    <a:pt x="196" y="325"/>
                  </a:cubicBezTo>
                  <a:cubicBezTo>
                    <a:pt x="196" y="325"/>
                    <a:pt x="196" y="325"/>
                    <a:pt x="196" y="325"/>
                  </a:cubicBezTo>
                  <a:cubicBezTo>
                    <a:pt x="196" y="325"/>
                    <a:pt x="195" y="325"/>
                    <a:pt x="195" y="325"/>
                  </a:cubicBezTo>
                  <a:cubicBezTo>
                    <a:pt x="194" y="325"/>
                    <a:pt x="194" y="325"/>
                    <a:pt x="194" y="325"/>
                  </a:cubicBezTo>
                  <a:cubicBezTo>
                    <a:pt x="194" y="325"/>
                    <a:pt x="194" y="325"/>
                    <a:pt x="194" y="325"/>
                  </a:cubicBezTo>
                  <a:cubicBezTo>
                    <a:pt x="194" y="326"/>
                    <a:pt x="194" y="326"/>
                    <a:pt x="194" y="326"/>
                  </a:cubicBezTo>
                  <a:cubicBezTo>
                    <a:pt x="194" y="326"/>
                    <a:pt x="194" y="327"/>
                    <a:pt x="194" y="327"/>
                  </a:cubicBezTo>
                  <a:cubicBezTo>
                    <a:pt x="195" y="327"/>
                    <a:pt x="195" y="327"/>
                    <a:pt x="195" y="327"/>
                  </a:cubicBezTo>
                  <a:cubicBezTo>
                    <a:pt x="196" y="327"/>
                    <a:pt x="196" y="327"/>
                    <a:pt x="196" y="327"/>
                  </a:cubicBezTo>
                  <a:cubicBezTo>
                    <a:pt x="196" y="327"/>
                    <a:pt x="196" y="327"/>
                    <a:pt x="196" y="327"/>
                  </a:cubicBezTo>
                  <a:cubicBezTo>
                    <a:pt x="197" y="327"/>
                    <a:pt x="197" y="327"/>
                    <a:pt x="197" y="327"/>
                  </a:cubicBezTo>
                  <a:cubicBezTo>
                    <a:pt x="198" y="328"/>
                    <a:pt x="198" y="328"/>
                    <a:pt x="198" y="328"/>
                  </a:cubicBezTo>
                  <a:cubicBezTo>
                    <a:pt x="198" y="328"/>
                    <a:pt x="198" y="329"/>
                    <a:pt x="198" y="329"/>
                  </a:cubicBezTo>
                  <a:cubicBezTo>
                    <a:pt x="198" y="329"/>
                    <a:pt x="198" y="329"/>
                    <a:pt x="198" y="329"/>
                  </a:cubicBezTo>
                  <a:cubicBezTo>
                    <a:pt x="198" y="330"/>
                    <a:pt x="198" y="330"/>
                    <a:pt x="197" y="330"/>
                  </a:cubicBezTo>
                  <a:cubicBezTo>
                    <a:pt x="197" y="330"/>
                    <a:pt x="197" y="330"/>
                    <a:pt x="197" y="330"/>
                  </a:cubicBezTo>
                  <a:cubicBezTo>
                    <a:pt x="197" y="330"/>
                    <a:pt x="196" y="329"/>
                    <a:pt x="196" y="329"/>
                  </a:cubicBezTo>
                  <a:cubicBezTo>
                    <a:pt x="196" y="329"/>
                    <a:pt x="196" y="329"/>
                    <a:pt x="195" y="329"/>
                  </a:cubicBezTo>
                  <a:cubicBezTo>
                    <a:pt x="195" y="328"/>
                    <a:pt x="195" y="328"/>
                    <a:pt x="194" y="328"/>
                  </a:cubicBezTo>
                  <a:cubicBezTo>
                    <a:pt x="194" y="328"/>
                    <a:pt x="194" y="328"/>
                    <a:pt x="194" y="328"/>
                  </a:cubicBezTo>
                  <a:cubicBezTo>
                    <a:pt x="193" y="328"/>
                    <a:pt x="193" y="328"/>
                    <a:pt x="192" y="328"/>
                  </a:cubicBezTo>
                  <a:cubicBezTo>
                    <a:pt x="192" y="328"/>
                    <a:pt x="192" y="328"/>
                    <a:pt x="192" y="328"/>
                  </a:cubicBezTo>
                  <a:cubicBezTo>
                    <a:pt x="192" y="328"/>
                    <a:pt x="192" y="328"/>
                    <a:pt x="192" y="328"/>
                  </a:cubicBezTo>
                  <a:cubicBezTo>
                    <a:pt x="191" y="328"/>
                    <a:pt x="191" y="328"/>
                    <a:pt x="191" y="328"/>
                  </a:cubicBezTo>
                  <a:cubicBezTo>
                    <a:pt x="190" y="329"/>
                    <a:pt x="190" y="329"/>
                    <a:pt x="189" y="329"/>
                  </a:cubicBezTo>
                  <a:cubicBezTo>
                    <a:pt x="189" y="329"/>
                    <a:pt x="189" y="329"/>
                    <a:pt x="189" y="329"/>
                  </a:cubicBezTo>
                  <a:cubicBezTo>
                    <a:pt x="189" y="329"/>
                    <a:pt x="188" y="329"/>
                    <a:pt x="188" y="329"/>
                  </a:cubicBezTo>
                  <a:cubicBezTo>
                    <a:pt x="188" y="329"/>
                    <a:pt x="187" y="329"/>
                    <a:pt x="187" y="329"/>
                  </a:cubicBezTo>
                  <a:cubicBezTo>
                    <a:pt x="187" y="329"/>
                    <a:pt x="187" y="329"/>
                    <a:pt x="188" y="329"/>
                  </a:cubicBezTo>
                  <a:cubicBezTo>
                    <a:pt x="188" y="329"/>
                    <a:pt x="188" y="328"/>
                    <a:pt x="189" y="328"/>
                  </a:cubicBezTo>
                  <a:cubicBezTo>
                    <a:pt x="189" y="328"/>
                    <a:pt x="189" y="328"/>
                    <a:pt x="189" y="328"/>
                  </a:cubicBezTo>
                  <a:cubicBezTo>
                    <a:pt x="189" y="328"/>
                    <a:pt x="189" y="328"/>
                    <a:pt x="189" y="328"/>
                  </a:cubicBezTo>
                  <a:cubicBezTo>
                    <a:pt x="189" y="328"/>
                    <a:pt x="190" y="328"/>
                    <a:pt x="190" y="328"/>
                  </a:cubicBezTo>
                  <a:cubicBezTo>
                    <a:pt x="191" y="328"/>
                    <a:pt x="191" y="327"/>
                    <a:pt x="191" y="327"/>
                  </a:cubicBezTo>
                  <a:cubicBezTo>
                    <a:pt x="191" y="327"/>
                    <a:pt x="192" y="327"/>
                    <a:pt x="192" y="327"/>
                  </a:cubicBezTo>
                  <a:cubicBezTo>
                    <a:pt x="192" y="327"/>
                    <a:pt x="192" y="327"/>
                    <a:pt x="193" y="326"/>
                  </a:cubicBezTo>
                  <a:cubicBezTo>
                    <a:pt x="193" y="326"/>
                    <a:pt x="193" y="326"/>
                    <a:pt x="193" y="326"/>
                  </a:cubicBezTo>
                  <a:cubicBezTo>
                    <a:pt x="193" y="326"/>
                    <a:pt x="193" y="325"/>
                    <a:pt x="193" y="325"/>
                  </a:cubicBezTo>
                  <a:cubicBezTo>
                    <a:pt x="192" y="325"/>
                    <a:pt x="192" y="325"/>
                    <a:pt x="192" y="325"/>
                  </a:cubicBezTo>
                  <a:cubicBezTo>
                    <a:pt x="191" y="325"/>
                    <a:pt x="191" y="325"/>
                    <a:pt x="191" y="325"/>
                  </a:cubicBezTo>
                  <a:cubicBezTo>
                    <a:pt x="191" y="325"/>
                    <a:pt x="191" y="325"/>
                    <a:pt x="191" y="325"/>
                  </a:cubicBezTo>
                  <a:cubicBezTo>
                    <a:pt x="191" y="324"/>
                    <a:pt x="191" y="324"/>
                    <a:pt x="192" y="324"/>
                  </a:cubicBezTo>
                  <a:cubicBezTo>
                    <a:pt x="192" y="324"/>
                    <a:pt x="192" y="324"/>
                    <a:pt x="192" y="324"/>
                  </a:cubicBezTo>
                  <a:cubicBezTo>
                    <a:pt x="192" y="324"/>
                    <a:pt x="192" y="324"/>
                    <a:pt x="192" y="323"/>
                  </a:cubicBezTo>
                  <a:cubicBezTo>
                    <a:pt x="192" y="323"/>
                    <a:pt x="192" y="323"/>
                    <a:pt x="192" y="323"/>
                  </a:cubicBezTo>
                  <a:cubicBezTo>
                    <a:pt x="192" y="323"/>
                    <a:pt x="192" y="322"/>
                    <a:pt x="192" y="322"/>
                  </a:cubicBezTo>
                  <a:cubicBezTo>
                    <a:pt x="192" y="322"/>
                    <a:pt x="192" y="322"/>
                    <a:pt x="191" y="322"/>
                  </a:cubicBezTo>
                  <a:cubicBezTo>
                    <a:pt x="191" y="322"/>
                    <a:pt x="190" y="322"/>
                    <a:pt x="190" y="322"/>
                  </a:cubicBezTo>
                  <a:cubicBezTo>
                    <a:pt x="190" y="322"/>
                    <a:pt x="190" y="322"/>
                    <a:pt x="190" y="322"/>
                  </a:cubicBezTo>
                  <a:cubicBezTo>
                    <a:pt x="190" y="322"/>
                    <a:pt x="190" y="322"/>
                    <a:pt x="190" y="322"/>
                  </a:cubicBezTo>
                  <a:cubicBezTo>
                    <a:pt x="190" y="322"/>
                    <a:pt x="190" y="321"/>
                    <a:pt x="190" y="321"/>
                  </a:cubicBezTo>
                  <a:cubicBezTo>
                    <a:pt x="190" y="321"/>
                    <a:pt x="190" y="321"/>
                    <a:pt x="190" y="321"/>
                  </a:cubicBezTo>
                  <a:cubicBezTo>
                    <a:pt x="190" y="321"/>
                    <a:pt x="191" y="321"/>
                    <a:pt x="191" y="321"/>
                  </a:cubicBezTo>
                  <a:cubicBezTo>
                    <a:pt x="191" y="321"/>
                    <a:pt x="191" y="321"/>
                    <a:pt x="192" y="321"/>
                  </a:cubicBezTo>
                  <a:cubicBezTo>
                    <a:pt x="192" y="321"/>
                    <a:pt x="192" y="320"/>
                    <a:pt x="193" y="320"/>
                  </a:cubicBezTo>
                  <a:cubicBezTo>
                    <a:pt x="193" y="320"/>
                    <a:pt x="193" y="320"/>
                    <a:pt x="194" y="320"/>
                  </a:cubicBezTo>
                  <a:cubicBezTo>
                    <a:pt x="194" y="320"/>
                    <a:pt x="194" y="320"/>
                    <a:pt x="194" y="320"/>
                  </a:cubicBezTo>
                  <a:cubicBezTo>
                    <a:pt x="195" y="320"/>
                    <a:pt x="195" y="320"/>
                    <a:pt x="196" y="320"/>
                  </a:cubicBezTo>
                  <a:cubicBezTo>
                    <a:pt x="196" y="320"/>
                    <a:pt x="196" y="320"/>
                    <a:pt x="196" y="321"/>
                  </a:cubicBezTo>
                  <a:cubicBezTo>
                    <a:pt x="197" y="321"/>
                    <a:pt x="197" y="321"/>
                    <a:pt x="196" y="321"/>
                  </a:cubicBezTo>
                  <a:cubicBezTo>
                    <a:pt x="196" y="322"/>
                    <a:pt x="196" y="322"/>
                    <a:pt x="196" y="322"/>
                  </a:cubicBezTo>
                  <a:cubicBezTo>
                    <a:pt x="195" y="322"/>
                    <a:pt x="195" y="322"/>
                    <a:pt x="195" y="322"/>
                  </a:cubicBezTo>
                  <a:cubicBezTo>
                    <a:pt x="194" y="322"/>
                    <a:pt x="194" y="323"/>
                    <a:pt x="193" y="323"/>
                  </a:cubicBezTo>
                  <a:cubicBezTo>
                    <a:pt x="193" y="323"/>
                    <a:pt x="193" y="323"/>
                    <a:pt x="193" y="323"/>
                  </a:cubicBezTo>
                  <a:cubicBezTo>
                    <a:pt x="193" y="324"/>
                    <a:pt x="193" y="324"/>
                    <a:pt x="193" y="324"/>
                  </a:cubicBezTo>
                  <a:cubicBezTo>
                    <a:pt x="193" y="324"/>
                    <a:pt x="194" y="324"/>
                    <a:pt x="194" y="324"/>
                  </a:cubicBezTo>
                  <a:cubicBezTo>
                    <a:pt x="194" y="324"/>
                    <a:pt x="194" y="324"/>
                    <a:pt x="194" y="324"/>
                  </a:cubicBezTo>
                  <a:cubicBezTo>
                    <a:pt x="195" y="324"/>
                    <a:pt x="195" y="323"/>
                    <a:pt x="195" y="323"/>
                  </a:cubicBezTo>
                  <a:cubicBezTo>
                    <a:pt x="196" y="323"/>
                    <a:pt x="196" y="323"/>
                    <a:pt x="196" y="323"/>
                  </a:cubicBezTo>
                  <a:cubicBezTo>
                    <a:pt x="197" y="323"/>
                    <a:pt x="197" y="322"/>
                    <a:pt x="197" y="322"/>
                  </a:cubicBezTo>
                  <a:cubicBezTo>
                    <a:pt x="197" y="322"/>
                    <a:pt x="198" y="321"/>
                    <a:pt x="197" y="320"/>
                  </a:cubicBezTo>
                  <a:cubicBezTo>
                    <a:pt x="197" y="320"/>
                    <a:pt x="197" y="320"/>
                    <a:pt x="197" y="319"/>
                  </a:cubicBezTo>
                  <a:cubicBezTo>
                    <a:pt x="197" y="319"/>
                    <a:pt x="196" y="319"/>
                    <a:pt x="196" y="319"/>
                  </a:cubicBezTo>
                  <a:cubicBezTo>
                    <a:pt x="195" y="319"/>
                    <a:pt x="195" y="319"/>
                    <a:pt x="195" y="318"/>
                  </a:cubicBezTo>
                  <a:cubicBezTo>
                    <a:pt x="195" y="318"/>
                    <a:pt x="195" y="318"/>
                    <a:pt x="194" y="318"/>
                  </a:cubicBezTo>
                  <a:cubicBezTo>
                    <a:pt x="194" y="318"/>
                    <a:pt x="194" y="318"/>
                    <a:pt x="194" y="318"/>
                  </a:cubicBezTo>
                  <a:cubicBezTo>
                    <a:pt x="194" y="318"/>
                    <a:pt x="193" y="318"/>
                    <a:pt x="193" y="318"/>
                  </a:cubicBezTo>
                  <a:cubicBezTo>
                    <a:pt x="193" y="318"/>
                    <a:pt x="193" y="318"/>
                    <a:pt x="193" y="319"/>
                  </a:cubicBezTo>
                  <a:cubicBezTo>
                    <a:pt x="192" y="319"/>
                    <a:pt x="192" y="319"/>
                    <a:pt x="192" y="319"/>
                  </a:cubicBezTo>
                  <a:cubicBezTo>
                    <a:pt x="191" y="319"/>
                    <a:pt x="191" y="319"/>
                    <a:pt x="191" y="318"/>
                  </a:cubicBezTo>
                  <a:cubicBezTo>
                    <a:pt x="191" y="318"/>
                    <a:pt x="191" y="318"/>
                    <a:pt x="191" y="318"/>
                  </a:cubicBezTo>
                  <a:cubicBezTo>
                    <a:pt x="192" y="318"/>
                    <a:pt x="192" y="318"/>
                    <a:pt x="192" y="318"/>
                  </a:cubicBezTo>
                  <a:cubicBezTo>
                    <a:pt x="192" y="318"/>
                    <a:pt x="192" y="318"/>
                    <a:pt x="192" y="317"/>
                  </a:cubicBezTo>
                  <a:cubicBezTo>
                    <a:pt x="192" y="317"/>
                    <a:pt x="193" y="317"/>
                    <a:pt x="193" y="317"/>
                  </a:cubicBezTo>
                  <a:cubicBezTo>
                    <a:pt x="193" y="317"/>
                    <a:pt x="193" y="317"/>
                    <a:pt x="193" y="316"/>
                  </a:cubicBezTo>
                  <a:cubicBezTo>
                    <a:pt x="193" y="316"/>
                    <a:pt x="193" y="316"/>
                    <a:pt x="193" y="316"/>
                  </a:cubicBezTo>
                  <a:cubicBezTo>
                    <a:pt x="193" y="316"/>
                    <a:pt x="193" y="316"/>
                    <a:pt x="193" y="315"/>
                  </a:cubicBezTo>
                  <a:cubicBezTo>
                    <a:pt x="193" y="315"/>
                    <a:pt x="193" y="315"/>
                    <a:pt x="193" y="315"/>
                  </a:cubicBezTo>
                  <a:cubicBezTo>
                    <a:pt x="193" y="315"/>
                    <a:pt x="193" y="315"/>
                    <a:pt x="193" y="315"/>
                  </a:cubicBezTo>
                  <a:cubicBezTo>
                    <a:pt x="193" y="315"/>
                    <a:pt x="193" y="315"/>
                    <a:pt x="193" y="315"/>
                  </a:cubicBezTo>
                  <a:cubicBezTo>
                    <a:pt x="193" y="314"/>
                    <a:pt x="193" y="314"/>
                    <a:pt x="193" y="314"/>
                  </a:cubicBezTo>
                  <a:cubicBezTo>
                    <a:pt x="193" y="314"/>
                    <a:pt x="193" y="314"/>
                    <a:pt x="193" y="314"/>
                  </a:cubicBezTo>
                  <a:cubicBezTo>
                    <a:pt x="193" y="314"/>
                    <a:pt x="192" y="314"/>
                    <a:pt x="192" y="314"/>
                  </a:cubicBezTo>
                  <a:cubicBezTo>
                    <a:pt x="192" y="314"/>
                    <a:pt x="192" y="314"/>
                    <a:pt x="192" y="314"/>
                  </a:cubicBezTo>
                  <a:cubicBezTo>
                    <a:pt x="191" y="314"/>
                    <a:pt x="190" y="314"/>
                    <a:pt x="190" y="315"/>
                  </a:cubicBezTo>
                  <a:cubicBezTo>
                    <a:pt x="190" y="315"/>
                    <a:pt x="190" y="315"/>
                    <a:pt x="190" y="315"/>
                  </a:cubicBezTo>
                  <a:cubicBezTo>
                    <a:pt x="190" y="315"/>
                    <a:pt x="189" y="314"/>
                    <a:pt x="189" y="314"/>
                  </a:cubicBezTo>
                  <a:cubicBezTo>
                    <a:pt x="189" y="314"/>
                    <a:pt x="189" y="314"/>
                    <a:pt x="189" y="314"/>
                  </a:cubicBezTo>
                  <a:cubicBezTo>
                    <a:pt x="188" y="314"/>
                    <a:pt x="188" y="314"/>
                    <a:pt x="187" y="314"/>
                  </a:cubicBezTo>
                  <a:cubicBezTo>
                    <a:pt x="187" y="314"/>
                    <a:pt x="187" y="314"/>
                    <a:pt x="187" y="314"/>
                  </a:cubicBezTo>
                  <a:cubicBezTo>
                    <a:pt x="186" y="314"/>
                    <a:pt x="186" y="315"/>
                    <a:pt x="186" y="315"/>
                  </a:cubicBezTo>
                  <a:cubicBezTo>
                    <a:pt x="186" y="316"/>
                    <a:pt x="187" y="316"/>
                    <a:pt x="187" y="316"/>
                  </a:cubicBezTo>
                  <a:cubicBezTo>
                    <a:pt x="187" y="316"/>
                    <a:pt x="188" y="317"/>
                    <a:pt x="188" y="317"/>
                  </a:cubicBezTo>
                  <a:cubicBezTo>
                    <a:pt x="188" y="317"/>
                    <a:pt x="188" y="318"/>
                    <a:pt x="189" y="318"/>
                  </a:cubicBezTo>
                  <a:cubicBezTo>
                    <a:pt x="189" y="318"/>
                    <a:pt x="189" y="318"/>
                    <a:pt x="190" y="318"/>
                  </a:cubicBezTo>
                  <a:cubicBezTo>
                    <a:pt x="190" y="318"/>
                    <a:pt x="190" y="318"/>
                    <a:pt x="190" y="318"/>
                  </a:cubicBezTo>
                  <a:cubicBezTo>
                    <a:pt x="190" y="319"/>
                    <a:pt x="190" y="319"/>
                    <a:pt x="190" y="319"/>
                  </a:cubicBezTo>
                  <a:cubicBezTo>
                    <a:pt x="190" y="319"/>
                    <a:pt x="190" y="319"/>
                    <a:pt x="189" y="319"/>
                  </a:cubicBezTo>
                  <a:cubicBezTo>
                    <a:pt x="189" y="319"/>
                    <a:pt x="189" y="320"/>
                    <a:pt x="188" y="320"/>
                  </a:cubicBezTo>
                  <a:cubicBezTo>
                    <a:pt x="188" y="320"/>
                    <a:pt x="188" y="320"/>
                    <a:pt x="188" y="320"/>
                  </a:cubicBezTo>
                  <a:cubicBezTo>
                    <a:pt x="187" y="320"/>
                    <a:pt x="187" y="320"/>
                    <a:pt x="187" y="320"/>
                  </a:cubicBezTo>
                  <a:cubicBezTo>
                    <a:pt x="187" y="320"/>
                    <a:pt x="186" y="320"/>
                    <a:pt x="186" y="320"/>
                  </a:cubicBezTo>
                  <a:cubicBezTo>
                    <a:pt x="186" y="321"/>
                    <a:pt x="185" y="321"/>
                    <a:pt x="185" y="321"/>
                  </a:cubicBezTo>
                  <a:cubicBezTo>
                    <a:pt x="185" y="321"/>
                    <a:pt x="185" y="321"/>
                    <a:pt x="184" y="321"/>
                  </a:cubicBezTo>
                  <a:cubicBezTo>
                    <a:pt x="184" y="321"/>
                    <a:pt x="183" y="321"/>
                    <a:pt x="183" y="322"/>
                  </a:cubicBezTo>
                  <a:cubicBezTo>
                    <a:pt x="182" y="322"/>
                    <a:pt x="182" y="322"/>
                    <a:pt x="182" y="322"/>
                  </a:cubicBezTo>
                  <a:cubicBezTo>
                    <a:pt x="183" y="322"/>
                    <a:pt x="183" y="323"/>
                    <a:pt x="183" y="323"/>
                  </a:cubicBezTo>
                  <a:cubicBezTo>
                    <a:pt x="183" y="323"/>
                    <a:pt x="184" y="323"/>
                    <a:pt x="184" y="323"/>
                  </a:cubicBezTo>
                  <a:cubicBezTo>
                    <a:pt x="184" y="323"/>
                    <a:pt x="185" y="323"/>
                    <a:pt x="185" y="323"/>
                  </a:cubicBezTo>
                  <a:cubicBezTo>
                    <a:pt x="185" y="323"/>
                    <a:pt x="185" y="323"/>
                    <a:pt x="185" y="324"/>
                  </a:cubicBezTo>
                  <a:cubicBezTo>
                    <a:pt x="185" y="324"/>
                    <a:pt x="185" y="324"/>
                    <a:pt x="185" y="324"/>
                  </a:cubicBezTo>
                  <a:cubicBezTo>
                    <a:pt x="185" y="325"/>
                    <a:pt x="185" y="325"/>
                    <a:pt x="185" y="325"/>
                  </a:cubicBezTo>
                  <a:cubicBezTo>
                    <a:pt x="185" y="326"/>
                    <a:pt x="185" y="326"/>
                    <a:pt x="185" y="326"/>
                  </a:cubicBezTo>
                  <a:cubicBezTo>
                    <a:pt x="185" y="327"/>
                    <a:pt x="184" y="327"/>
                    <a:pt x="184" y="328"/>
                  </a:cubicBezTo>
                  <a:cubicBezTo>
                    <a:pt x="184" y="328"/>
                    <a:pt x="184" y="328"/>
                    <a:pt x="184" y="328"/>
                  </a:cubicBezTo>
                  <a:cubicBezTo>
                    <a:pt x="184" y="329"/>
                    <a:pt x="184" y="329"/>
                    <a:pt x="184" y="329"/>
                  </a:cubicBezTo>
                  <a:cubicBezTo>
                    <a:pt x="184" y="330"/>
                    <a:pt x="184" y="330"/>
                    <a:pt x="184" y="331"/>
                  </a:cubicBezTo>
                  <a:cubicBezTo>
                    <a:pt x="184" y="331"/>
                    <a:pt x="183" y="332"/>
                    <a:pt x="183" y="332"/>
                  </a:cubicBezTo>
                  <a:cubicBezTo>
                    <a:pt x="183" y="332"/>
                    <a:pt x="183" y="332"/>
                    <a:pt x="183" y="332"/>
                  </a:cubicBezTo>
                  <a:cubicBezTo>
                    <a:pt x="183" y="333"/>
                    <a:pt x="182" y="334"/>
                    <a:pt x="182" y="335"/>
                  </a:cubicBezTo>
                  <a:cubicBezTo>
                    <a:pt x="182" y="335"/>
                    <a:pt x="182" y="335"/>
                    <a:pt x="182" y="335"/>
                  </a:cubicBezTo>
                  <a:cubicBezTo>
                    <a:pt x="182" y="335"/>
                    <a:pt x="182" y="335"/>
                    <a:pt x="182" y="335"/>
                  </a:cubicBezTo>
                  <a:cubicBezTo>
                    <a:pt x="181" y="336"/>
                    <a:pt x="181" y="336"/>
                    <a:pt x="181" y="336"/>
                  </a:cubicBezTo>
                  <a:cubicBezTo>
                    <a:pt x="182" y="336"/>
                    <a:pt x="182" y="337"/>
                    <a:pt x="182" y="337"/>
                  </a:cubicBezTo>
                  <a:cubicBezTo>
                    <a:pt x="182" y="337"/>
                    <a:pt x="182" y="337"/>
                    <a:pt x="183" y="337"/>
                  </a:cubicBezTo>
                  <a:cubicBezTo>
                    <a:pt x="183" y="337"/>
                    <a:pt x="183" y="336"/>
                    <a:pt x="184" y="336"/>
                  </a:cubicBezTo>
                  <a:cubicBezTo>
                    <a:pt x="184" y="336"/>
                    <a:pt x="184" y="335"/>
                    <a:pt x="184" y="335"/>
                  </a:cubicBezTo>
                  <a:cubicBezTo>
                    <a:pt x="184" y="334"/>
                    <a:pt x="184" y="334"/>
                    <a:pt x="184" y="333"/>
                  </a:cubicBezTo>
                  <a:cubicBezTo>
                    <a:pt x="185" y="333"/>
                    <a:pt x="185" y="333"/>
                    <a:pt x="185" y="332"/>
                  </a:cubicBezTo>
                  <a:cubicBezTo>
                    <a:pt x="185" y="332"/>
                    <a:pt x="185" y="332"/>
                    <a:pt x="185" y="332"/>
                  </a:cubicBezTo>
                  <a:cubicBezTo>
                    <a:pt x="186" y="333"/>
                    <a:pt x="186" y="333"/>
                    <a:pt x="186" y="333"/>
                  </a:cubicBezTo>
                  <a:cubicBezTo>
                    <a:pt x="186" y="334"/>
                    <a:pt x="186" y="334"/>
                    <a:pt x="186" y="334"/>
                  </a:cubicBezTo>
                  <a:cubicBezTo>
                    <a:pt x="186" y="335"/>
                    <a:pt x="186" y="335"/>
                    <a:pt x="186" y="336"/>
                  </a:cubicBezTo>
                  <a:cubicBezTo>
                    <a:pt x="186" y="336"/>
                    <a:pt x="186" y="336"/>
                    <a:pt x="186" y="336"/>
                  </a:cubicBezTo>
                  <a:cubicBezTo>
                    <a:pt x="185" y="336"/>
                    <a:pt x="186" y="337"/>
                    <a:pt x="186" y="337"/>
                  </a:cubicBezTo>
                  <a:cubicBezTo>
                    <a:pt x="186" y="337"/>
                    <a:pt x="186" y="337"/>
                    <a:pt x="186" y="337"/>
                  </a:cubicBezTo>
                  <a:cubicBezTo>
                    <a:pt x="186" y="337"/>
                    <a:pt x="187" y="337"/>
                    <a:pt x="187" y="337"/>
                  </a:cubicBezTo>
                  <a:cubicBezTo>
                    <a:pt x="187" y="336"/>
                    <a:pt x="187" y="336"/>
                    <a:pt x="188" y="336"/>
                  </a:cubicBezTo>
                  <a:cubicBezTo>
                    <a:pt x="188" y="336"/>
                    <a:pt x="188" y="336"/>
                    <a:pt x="188" y="336"/>
                  </a:cubicBezTo>
                  <a:cubicBezTo>
                    <a:pt x="189" y="336"/>
                    <a:pt x="189" y="336"/>
                    <a:pt x="190" y="336"/>
                  </a:cubicBezTo>
                  <a:cubicBezTo>
                    <a:pt x="190" y="336"/>
                    <a:pt x="190" y="336"/>
                    <a:pt x="190" y="337"/>
                  </a:cubicBezTo>
                  <a:cubicBezTo>
                    <a:pt x="190" y="337"/>
                    <a:pt x="190" y="337"/>
                    <a:pt x="190" y="337"/>
                  </a:cubicBezTo>
                  <a:cubicBezTo>
                    <a:pt x="190" y="337"/>
                    <a:pt x="190" y="337"/>
                    <a:pt x="190" y="337"/>
                  </a:cubicBezTo>
                  <a:cubicBezTo>
                    <a:pt x="190" y="337"/>
                    <a:pt x="190" y="337"/>
                    <a:pt x="191" y="337"/>
                  </a:cubicBezTo>
                  <a:cubicBezTo>
                    <a:pt x="191" y="337"/>
                    <a:pt x="191" y="337"/>
                    <a:pt x="191" y="337"/>
                  </a:cubicBezTo>
                  <a:cubicBezTo>
                    <a:pt x="191" y="337"/>
                    <a:pt x="191" y="337"/>
                    <a:pt x="191" y="337"/>
                  </a:cubicBezTo>
                  <a:cubicBezTo>
                    <a:pt x="191" y="337"/>
                    <a:pt x="192" y="336"/>
                    <a:pt x="191" y="336"/>
                  </a:cubicBezTo>
                  <a:cubicBezTo>
                    <a:pt x="191" y="336"/>
                    <a:pt x="192" y="335"/>
                    <a:pt x="192" y="335"/>
                  </a:cubicBezTo>
                  <a:cubicBezTo>
                    <a:pt x="192" y="335"/>
                    <a:pt x="193" y="335"/>
                    <a:pt x="193" y="335"/>
                  </a:cubicBezTo>
                  <a:cubicBezTo>
                    <a:pt x="194" y="335"/>
                    <a:pt x="194" y="335"/>
                    <a:pt x="194" y="336"/>
                  </a:cubicBezTo>
                  <a:cubicBezTo>
                    <a:pt x="194" y="336"/>
                    <a:pt x="194" y="336"/>
                    <a:pt x="194" y="336"/>
                  </a:cubicBezTo>
                  <a:cubicBezTo>
                    <a:pt x="194" y="336"/>
                    <a:pt x="194" y="336"/>
                    <a:pt x="194" y="336"/>
                  </a:cubicBezTo>
                  <a:cubicBezTo>
                    <a:pt x="194" y="337"/>
                    <a:pt x="194" y="337"/>
                    <a:pt x="194" y="337"/>
                  </a:cubicBezTo>
                  <a:cubicBezTo>
                    <a:pt x="194" y="338"/>
                    <a:pt x="194" y="338"/>
                    <a:pt x="195" y="338"/>
                  </a:cubicBezTo>
                  <a:cubicBezTo>
                    <a:pt x="195" y="337"/>
                    <a:pt x="195" y="337"/>
                    <a:pt x="195" y="337"/>
                  </a:cubicBezTo>
                  <a:cubicBezTo>
                    <a:pt x="195" y="337"/>
                    <a:pt x="195" y="337"/>
                    <a:pt x="195" y="336"/>
                  </a:cubicBezTo>
                  <a:cubicBezTo>
                    <a:pt x="195" y="336"/>
                    <a:pt x="195" y="335"/>
                    <a:pt x="195" y="335"/>
                  </a:cubicBezTo>
                  <a:cubicBezTo>
                    <a:pt x="195" y="335"/>
                    <a:pt x="195" y="335"/>
                    <a:pt x="195" y="335"/>
                  </a:cubicBezTo>
                  <a:cubicBezTo>
                    <a:pt x="195" y="334"/>
                    <a:pt x="196" y="334"/>
                    <a:pt x="196" y="334"/>
                  </a:cubicBezTo>
                  <a:cubicBezTo>
                    <a:pt x="196" y="334"/>
                    <a:pt x="196" y="334"/>
                    <a:pt x="197" y="334"/>
                  </a:cubicBezTo>
                  <a:cubicBezTo>
                    <a:pt x="197" y="334"/>
                    <a:pt x="197" y="334"/>
                    <a:pt x="197" y="334"/>
                  </a:cubicBezTo>
                  <a:cubicBezTo>
                    <a:pt x="198" y="334"/>
                    <a:pt x="198" y="334"/>
                    <a:pt x="199" y="333"/>
                  </a:cubicBezTo>
                  <a:cubicBezTo>
                    <a:pt x="199" y="333"/>
                    <a:pt x="199" y="334"/>
                    <a:pt x="199" y="334"/>
                  </a:cubicBezTo>
                  <a:cubicBezTo>
                    <a:pt x="200" y="334"/>
                    <a:pt x="200" y="334"/>
                    <a:pt x="201" y="334"/>
                  </a:cubicBezTo>
                  <a:cubicBezTo>
                    <a:pt x="201" y="335"/>
                    <a:pt x="201" y="335"/>
                    <a:pt x="201" y="335"/>
                  </a:cubicBezTo>
                  <a:cubicBezTo>
                    <a:pt x="201" y="335"/>
                    <a:pt x="201" y="335"/>
                    <a:pt x="202" y="335"/>
                  </a:cubicBezTo>
                  <a:cubicBezTo>
                    <a:pt x="202" y="335"/>
                    <a:pt x="202" y="336"/>
                    <a:pt x="202" y="336"/>
                  </a:cubicBezTo>
                  <a:cubicBezTo>
                    <a:pt x="203" y="336"/>
                    <a:pt x="203" y="337"/>
                    <a:pt x="203" y="337"/>
                  </a:cubicBezTo>
                  <a:cubicBezTo>
                    <a:pt x="203" y="337"/>
                    <a:pt x="203" y="337"/>
                    <a:pt x="203" y="337"/>
                  </a:cubicBezTo>
                  <a:cubicBezTo>
                    <a:pt x="203" y="337"/>
                    <a:pt x="204" y="338"/>
                    <a:pt x="204" y="338"/>
                  </a:cubicBezTo>
                  <a:cubicBezTo>
                    <a:pt x="204" y="338"/>
                    <a:pt x="204" y="338"/>
                    <a:pt x="204" y="338"/>
                  </a:cubicBezTo>
                  <a:cubicBezTo>
                    <a:pt x="205" y="338"/>
                    <a:pt x="205" y="337"/>
                    <a:pt x="205" y="337"/>
                  </a:cubicBezTo>
                  <a:cubicBezTo>
                    <a:pt x="205" y="337"/>
                    <a:pt x="205" y="336"/>
                    <a:pt x="205" y="335"/>
                  </a:cubicBezTo>
                  <a:close/>
                  <a:moveTo>
                    <a:pt x="235" y="321"/>
                  </a:moveTo>
                  <a:cubicBezTo>
                    <a:pt x="235" y="321"/>
                    <a:pt x="235" y="321"/>
                    <a:pt x="235" y="321"/>
                  </a:cubicBezTo>
                  <a:cubicBezTo>
                    <a:pt x="235" y="320"/>
                    <a:pt x="234" y="320"/>
                    <a:pt x="234" y="320"/>
                  </a:cubicBezTo>
                  <a:cubicBezTo>
                    <a:pt x="234" y="320"/>
                    <a:pt x="234" y="321"/>
                    <a:pt x="233" y="321"/>
                  </a:cubicBezTo>
                  <a:cubicBezTo>
                    <a:pt x="233" y="321"/>
                    <a:pt x="233" y="321"/>
                    <a:pt x="233" y="321"/>
                  </a:cubicBezTo>
                  <a:cubicBezTo>
                    <a:pt x="233" y="322"/>
                    <a:pt x="232" y="322"/>
                    <a:pt x="232" y="323"/>
                  </a:cubicBezTo>
                  <a:cubicBezTo>
                    <a:pt x="231" y="323"/>
                    <a:pt x="231" y="324"/>
                    <a:pt x="230" y="324"/>
                  </a:cubicBezTo>
                  <a:cubicBezTo>
                    <a:pt x="230" y="324"/>
                    <a:pt x="230" y="324"/>
                    <a:pt x="230" y="324"/>
                  </a:cubicBezTo>
                  <a:cubicBezTo>
                    <a:pt x="229" y="324"/>
                    <a:pt x="229" y="323"/>
                    <a:pt x="229" y="323"/>
                  </a:cubicBezTo>
                  <a:cubicBezTo>
                    <a:pt x="229" y="323"/>
                    <a:pt x="229" y="323"/>
                    <a:pt x="229" y="322"/>
                  </a:cubicBezTo>
                  <a:cubicBezTo>
                    <a:pt x="229" y="322"/>
                    <a:pt x="229" y="322"/>
                    <a:pt x="229" y="321"/>
                  </a:cubicBezTo>
                  <a:cubicBezTo>
                    <a:pt x="229" y="321"/>
                    <a:pt x="229" y="320"/>
                    <a:pt x="229" y="320"/>
                  </a:cubicBezTo>
                  <a:cubicBezTo>
                    <a:pt x="229" y="319"/>
                    <a:pt x="230" y="319"/>
                    <a:pt x="230" y="318"/>
                  </a:cubicBezTo>
                  <a:cubicBezTo>
                    <a:pt x="230" y="318"/>
                    <a:pt x="230" y="318"/>
                    <a:pt x="230" y="318"/>
                  </a:cubicBezTo>
                  <a:cubicBezTo>
                    <a:pt x="230" y="318"/>
                    <a:pt x="230" y="317"/>
                    <a:pt x="230" y="317"/>
                  </a:cubicBezTo>
                  <a:cubicBezTo>
                    <a:pt x="230" y="317"/>
                    <a:pt x="230" y="317"/>
                    <a:pt x="229" y="317"/>
                  </a:cubicBezTo>
                  <a:cubicBezTo>
                    <a:pt x="229" y="317"/>
                    <a:pt x="228" y="316"/>
                    <a:pt x="228" y="316"/>
                  </a:cubicBezTo>
                  <a:cubicBezTo>
                    <a:pt x="227" y="316"/>
                    <a:pt x="227" y="316"/>
                    <a:pt x="227" y="316"/>
                  </a:cubicBezTo>
                  <a:cubicBezTo>
                    <a:pt x="227" y="316"/>
                    <a:pt x="227" y="316"/>
                    <a:pt x="226" y="316"/>
                  </a:cubicBezTo>
                  <a:cubicBezTo>
                    <a:pt x="226" y="317"/>
                    <a:pt x="226" y="317"/>
                    <a:pt x="226" y="316"/>
                  </a:cubicBezTo>
                  <a:cubicBezTo>
                    <a:pt x="225" y="316"/>
                    <a:pt x="225" y="316"/>
                    <a:pt x="224" y="316"/>
                  </a:cubicBezTo>
                  <a:cubicBezTo>
                    <a:pt x="223" y="317"/>
                    <a:pt x="223" y="317"/>
                    <a:pt x="222" y="317"/>
                  </a:cubicBezTo>
                  <a:cubicBezTo>
                    <a:pt x="222" y="317"/>
                    <a:pt x="222" y="317"/>
                    <a:pt x="222" y="317"/>
                  </a:cubicBezTo>
                  <a:cubicBezTo>
                    <a:pt x="222" y="316"/>
                    <a:pt x="222" y="317"/>
                    <a:pt x="221" y="317"/>
                  </a:cubicBezTo>
                  <a:cubicBezTo>
                    <a:pt x="221" y="317"/>
                    <a:pt x="221" y="317"/>
                    <a:pt x="220" y="318"/>
                  </a:cubicBezTo>
                  <a:cubicBezTo>
                    <a:pt x="220" y="318"/>
                    <a:pt x="220" y="318"/>
                    <a:pt x="220" y="318"/>
                  </a:cubicBezTo>
                  <a:cubicBezTo>
                    <a:pt x="220" y="318"/>
                    <a:pt x="220" y="318"/>
                    <a:pt x="219" y="318"/>
                  </a:cubicBezTo>
                  <a:cubicBezTo>
                    <a:pt x="219" y="318"/>
                    <a:pt x="219" y="319"/>
                    <a:pt x="219" y="319"/>
                  </a:cubicBezTo>
                  <a:cubicBezTo>
                    <a:pt x="219" y="319"/>
                    <a:pt x="219" y="319"/>
                    <a:pt x="219" y="320"/>
                  </a:cubicBezTo>
                  <a:cubicBezTo>
                    <a:pt x="219" y="320"/>
                    <a:pt x="218" y="320"/>
                    <a:pt x="218" y="320"/>
                  </a:cubicBezTo>
                  <a:cubicBezTo>
                    <a:pt x="218" y="320"/>
                    <a:pt x="218" y="321"/>
                    <a:pt x="219" y="321"/>
                  </a:cubicBezTo>
                  <a:cubicBezTo>
                    <a:pt x="219" y="321"/>
                    <a:pt x="219" y="321"/>
                    <a:pt x="219" y="321"/>
                  </a:cubicBezTo>
                  <a:cubicBezTo>
                    <a:pt x="219" y="321"/>
                    <a:pt x="219" y="321"/>
                    <a:pt x="219" y="322"/>
                  </a:cubicBezTo>
                  <a:cubicBezTo>
                    <a:pt x="219" y="322"/>
                    <a:pt x="219" y="322"/>
                    <a:pt x="219" y="322"/>
                  </a:cubicBezTo>
                  <a:cubicBezTo>
                    <a:pt x="219" y="323"/>
                    <a:pt x="219" y="324"/>
                    <a:pt x="219" y="325"/>
                  </a:cubicBezTo>
                  <a:cubicBezTo>
                    <a:pt x="219" y="325"/>
                    <a:pt x="219" y="325"/>
                    <a:pt x="219" y="325"/>
                  </a:cubicBezTo>
                  <a:cubicBezTo>
                    <a:pt x="219" y="326"/>
                    <a:pt x="219" y="326"/>
                    <a:pt x="219" y="327"/>
                  </a:cubicBezTo>
                  <a:cubicBezTo>
                    <a:pt x="219" y="327"/>
                    <a:pt x="218" y="327"/>
                    <a:pt x="218" y="327"/>
                  </a:cubicBezTo>
                  <a:cubicBezTo>
                    <a:pt x="218" y="327"/>
                    <a:pt x="218" y="328"/>
                    <a:pt x="218" y="328"/>
                  </a:cubicBezTo>
                  <a:cubicBezTo>
                    <a:pt x="218" y="328"/>
                    <a:pt x="218" y="329"/>
                    <a:pt x="218" y="329"/>
                  </a:cubicBezTo>
                  <a:cubicBezTo>
                    <a:pt x="218" y="329"/>
                    <a:pt x="218" y="330"/>
                    <a:pt x="219" y="330"/>
                  </a:cubicBezTo>
                  <a:cubicBezTo>
                    <a:pt x="219" y="330"/>
                    <a:pt x="219" y="330"/>
                    <a:pt x="219" y="330"/>
                  </a:cubicBezTo>
                  <a:cubicBezTo>
                    <a:pt x="219" y="330"/>
                    <a:pt x="220" y="329"/>
                    <a:pt x="220" y="329"/>
                  </a:cubicBezTo>
                  <a:cubicBezTo>
                    <a:pt x="220" y="329"/>
                    <a:pt x="221" y="329"/>
                    <a:pt x="221" y="329"/>
                  </a:cubicBezTo>
                  <a:cubicBezTo>
                    <a:pt x="222" y="329"/>
                    <a:pt x="222" y="328"/>
                    <a:pt x="223" y="328"/>
                  </a:cubicBezTo>
                  <a:cubicBezTo>
                    <a:pt x="223" y="328"/>
                    <a:pt x="223" y="328"/>
                    <a:pt x="223" y="328"/>
                  </a:cubicBezTo>
                  <a:cubicBezTo>
                    <a:pt x="223" y="328"/>
                    <a:pt x="224" y="328"/>
                    <a:pt x="224" y="328"/>
                  </a:cubicBezTo>
                  <a:cubicBezTo>
                    <a:pt x="224" y="328"/>
                    <a:pt x="224" y="328"/>
                    <a:pt x="225" y="328"/>
                  </a:cubicBezTo>
                  <a:cubicBezTo>
                    <a:pt x="225" y="328"/>
                    <a:pt x="225" y="328"/>
                    <a:pt x="225" y="329"/>
                  </a:cubicBezTo>
                  <a:cubicBezTo>
                    <a:pt x="225" y="329"/>
                    <a:pt x="224" y="329"/>
                    <a:pt x="224" y="330"/>
                  </a:cubicBezTo>
                  <a:cubicBezTo>
                    <a:pt x="224" y="330"/>
                    <a:pt x="223" y="330"/>
                    <a:pt x="223" y="330"/>
                  </a:cubicBezTo>
                  <a:cubicBezTo>
                    <a:pt x="223" y="331"/>
                    <a:pt x="222" y="331"/>
                    <a:pt x="222" y="331"/>
                  </a:cubicBezTo>
                  <a:cubicBezTo>
                    <a:pt x="222" y="331"/>
                    <a:pt x="222" y="331"/>
                    <a:pt x="222" y="331"/>
                  </a:cubicBezTo>
                  <a:cubicBezTo>
                    <a:pt x="222" y="331"/>
                    <a:pt x="221" y="332"/>
                    <a:pt x="221" y="332"/>
                  </a:cubicBezTo>
                  <a:cubicBezTo>
                    <a:pt x="221" y="332"/>
                    <a:pt x="221" y="332"/>
                    <a:pt x="221" y="332"/>
                  </a:cubicBezTo>
                  <a:cubicBezTo>
                    <a:pt x="220" y="333"/>
                    <a:pt x="220" y="333"/>
                    <a:pt x="220" y="333"/>
                  </a:cubicBezTo>
                  <a:cubicBezTo>
                    <a:pt x="220" y="333"/>
                    <a:pt x="219" y="333"/>
                    <a:pt x="219" y="334"/>
                  </a:cubicBezTo>
                  <a:cubicBezTo>
                    <a:pt x="218" y="334"/>
                    <a:pt x="218" y="335"/>
                    <a:pt x="218" y="335"/>
                  </a:cubicBezTo>
                  <a:cubicBezTo>
                    <a:pt x="217" y="335"/>
                    <a:pt x="217" y="335"/>
                    <a:pt x="217" y="335"/>
                  </a:cubicBezTo>
                  <a:cubicBezTo>
                    <a:pt x="217" y="335"/>
                    <a:pt x="216" y="336"/>
                    <a:pt x="216" y="336"/>
                  </a:cubicBezTo>
                  <a:cubicBezTo>
                    <a:pt x="215" y="336"/>
                    <a:pt x="215" y="337"/>
                    <a:pt x="215" y="337"/>
                  </a:cubicBezTo>
                  <a:cubicBezTo>
                    <a:pt x="215" y="337"/>
                    <a:pt x="215" y="338"/>
                    <a:pt x="215" y="338"/>
                  </a:cubicBezTo>
                  <a:cubicBezTo>
                    <a:pt x="216" y="338"/>
                    <a:pt x="216" y="338"/>
                    <a:pt x="216" y="338"/>
                  </a:cubicBezTo>
                  <a:cubicBezTo>
                    <a:pt x="217" y="338"/>
                    <a:pt x="217" y="338"/>
                    <a:pt x="218" y="338"/>
                  </a:cubicBezTo>
                  <a:cubicBezTo>
                    <a:pt x="218" y="338"/>
                    <a:pt x="218" y="338"/>
                    <a:pt x="218" y="337"/>
                  </a:cubicBezTo>
                  <a:cubicBezTo>
                    <a:pt x="218" y="337"/>
                    <a:pt x="218" y="337"/>
                    <a:pt x="219" y="337"/>
                  </a:cubicBezTo>
                  <a:cubicBezTo>
                    <a:pt x="219" y="337"/>
                    <a:pt x="219" y="337"/>
                    <a:pt x="219" y="336"/>
                  </a:cubicBezTo>
                  <a:cubicBezTo>
                    <a:pt x="220" y="336"/>
                    <a:pt x="220" y="336"/>
                    <a:pt x="220" y="336"/>
                  </a:cubicBezTo>
                  <a:cubicBezTo>
                    <a:pt x="220" y="336"/>
                    <a:pt x="220" y="336"/>
                    <a:pt x="220" y="335"/>
                  </a:cubicBezTo>
                  <a:cubicBezTo>
                    <a:pt x="221" y="335"/>
                    <a:pt x="222" y="335"/>
                    <a:pt x="222" y="334"/>
                  </a:cubicBezTo>
                  <a:cubicBezTo>
                    <a:pt x="223" y="334"/>
                    <a:pt x="223" y="333"/>
                    <a:pt x="224" y="333"/>
                  </a:cubicBezTo>
                  <a:cubicBezTo>
                    <a:pt x="224" y="333"/>
                    <a:pt x="224" y="333"/>
                    <a:pt x="224" y="333"/>
                  </a:cubicBezTo>
                  <a:cubicBezTo>
                    <a:pt x="225" y="332"/>
                    <a:pt x="225" y="332"/>
                    <a:pt x="225" y="332"/>
                  </a:cubicBezTo>
                  <a:cubicBezTo>
                    <a:pt x="225" y="332"/>
                    <a:pt x="225" y="332"/>
                    <a:pt x="225" y="332"/>
                  </a:cubicBezTo>
                  <a:cubicBezTo>
                    <a:pt x="225" y="332"/>
                    <a:pt x="225" y="332"/>
                    <a:pt x="225" y="332"/>
                  </a:cubicBezTo>
                  <a:cubicBezTo>
                    <a:pt x="226" y="332"/>
                    <a:pt x="226" y="332"/>
                    <a:pt x="226" y="331"/>
                  </a:cubicBezTo>
                  <a:cubicBezTo>
                    <a:pt x="226" y="331"/>
                    <a:pt x="226" y="332"/>
                    <a:pt x="227" y="332"/>
                  </a:cubicBezTo>
                  <a:cubicBezTo>
                    <a:pt x="227" y="332"/>
                    <a:pt x="227" y="332"/>
                    <a:pt x="227" y="332"/>
                  </a:cubicBezTo>
                  <a:cubicBezTo>
                    <a:pt x="227" y="333"/>
                    <a:pt x="227" y="333"/>
                    <a:pt x="227" y="333"/>
                  </a:cubicBezTo>
                  <a:cubicBezTo>
                    <a:pt x="227" y="333"/>
                    <a:pt x="227" y="334"/>
                    <a:pt x="227" y="335"/>
                  </a:cubicBezTo>
                  <a:cubicBezTo>
                    <a:pt x="227" y="335"/>
                    <a:pt x="227" y="335"/>
                    <a:pt x="227" y="335"/>
                  </a:cubicBezTo>
                  <a:cubicBezTo>
                    <a:pt x="227" y="336"/>
                    <a:pt x="227" y="336"/>
                    <a:pt x="227" y="336"/>
                  </a:cubicBezTo>
                  <a:cubicBezTo>
                    <a:pt x="227" y="337"/>
                    <a:pt x="227" y="337"/>
                    <a:pt x="227" y="337"/>
                  </a:cubicBezTo>
                  <a:cubicBezTo>
                    <a:pt x="227" y="337"/>
                    <a:pt x="227" y="338"/>
                    <a:pt x="227" y="338"/>
                  </a:cubicBezTo>
                  <a:cubicBezTo>
                    <a:pt x="227" y="338"/>
                    <a:pt x="226" y="338"/>
                    <a:pt x="226" y="338"/>
                  </a:cubicBezTo>
                  <a:cubicBezTo>
                    <a:pt x="226" y="338"/>
                    <a:pt x="226" y="338"/>
                    <a:pt x="226" y="338"/>
                  </a:cubicBezTo>
                  <a:cubicBezTo>
                    <a:pt x="225" y="338"/>
                    <a:pt x="225" y="338"/>
                    <a:pt x="225" y="337"/>
                  </a:cubicBezTo>
                  <a:cubicBezTo>
                    <a:pt x="225" y="337"/>
                    <a:pt x="224" y="337"/>
                    <a:pt x="224" y="337"/>
                  </a:cubicBezTo>
                  <a:cubicBezTo>
                    <a:pt x="224" y="336"/>
                    <a:pt x="224" y="336"/>
                    <a:pt x="224" y="337"/>
                  </a:cubicBezTo>
                  <a:cubicBezTo>
                    <a:pt x="223" y="337"/>
                    <a:pt x="223" y="337"/>
                    <a:pt x="223" y="338"/>
                  </a:cubicBezTo>
                  <a:cubicBezTo>
                    <a:pt x="223" y="338"/>
                    <a:pt x="223" y="338"/>
                    <a:pt x="224" y="338"/>
                  </a:cubicBezTo>
                  <a:cubicBezTo>
                    <a:pt x="224" y="338"/>
                    <a:pt x="224" y="338"/>
                    <a:pt x="224" y="338"/>
                  </a:cubicBezTo>
                  <a:cubicBezTo>
                    <a:pt x="224" y="339"/>
                    <a:pt x="224" y="339"/>
                    <a:pt x="224" y="339"/>
                  </a:cubicBezTo>
                  <a:cubicBezTo>
                    <a:pt x="225" y="339"/>
                    <a:pt x="225" y="340"/>
                    <a:pt x="226" y="340"/>
                  </a:cubicBezTo>
                  <a:cubicBezTo>
                    <a:pt x="226" y="340"/>
                    <a:pt x="226" y="340"/>
                    <a:pt x="226" y="340"/>
                  </a:cubicBezTo>
                  <a:cubicBezTo>
                    <a:pt x="226" y="341"/>
                    <a:pt x="226" y="341"/>
                    <a:pt x="227" y="341"/>
                  </a:cubicBezTo>
                  <a:cubicBezTo>
                    <a:pt x="227" y="341"/>
                    <a:pt x="227" y="341"/>
                    <a:pt x="227" y="341"/>
                  </a:cubicBezTo>
                  <a:cubicBezTo>
                    <a:pt x="227" y="341"/>
                    <a:pt x="228" y="341"/>
                    <a:pt x="228" y="340"/>
                  </a:cubicBezTo>
                  <a:cubicBezTo>
                    <a:pt x="228" y="340"/>
                    <a:pt x="228" y="340"/>
                    <a:pt x="228" y="340"/>
                  </a:cubicBezTo>
                  <a:cubicBezTo>
                    <a:pt x="228" y="339"/>
                    <a:pt x="228" y="339"/>
                    <a:pt x="228" y="338"/>
                  </a:cubicBezTo>
                  <a:cubicBezTo>
                    <a:pt x="228" y="338"/>
                    <a:pt x="228" y="337"/>
                    <a:pt x="228" y="337"/>
                  </a:cubicBezTo>
                  <a:cubicBezTo>
                    <a:pt x="229" y="337"/>
                    <a:pt x="229" y="336"/>
                    <a:pt x="229" y="336"/>
                  </a:cubicBezTo>
                  <a:cubicBezTo>
                    <a:pt x="229" y="336"/>
                    <a:pt x="229" y="336"/>
                    <a:pt x="229" y="335"/>
                  </a:cubicBezTo>
                  <a:cubicBezTo>
                    <a:pt x="229" y="335"/>
                    <a:pt x="229" y="334"/>
                    <a:pt x="229" y="333"/>
                  </a:cubicBezTo>
                  <a:cubicBezTo>
                    <a:pt x="229" y="333"/>
                    <a:pt x="229" y="333"/>
                    <a:pt x="229" y="333"/>
                  </a:cubicBezTo>
                  <a:cubicBezTo>
                    <a:pt x="229" y="332"/>
                    <a:pt x="229" y="332"/>
                    <a:pt x="229" y="332"/>
                  </a:cubicBezTo>
                  <a:cubicBezTo>
                    <a:pt x="229" y="332"/>
                    <a:pt x="229" y="332"/>
                    <a:pt x="229" y="331"/>
                  </a:cubicBezTo>
                  <a:cubicBezTo>
                    <a:pt x="229" y="331"/>
                    <a:pt x="229" y="330"/>
                    <a:pt x="229" y="329"/>
                  </a:cubicBezTo>
                  <a:cubicBezTo>
                    <a:pt x="229" y="329"/>
                    <a:pt x="229" y="329"/>
                    <a:pt x="229" y="329"/>
                  </a:cubicBezTo>
                  <a:cubicBezTo>
                    <a:pt x="229" y="328"/>
                    <a:pt x="229" y="328"/>
                    <a:pt x="229" y="328"/>
                  </a:cubicBezTo>
                  <a:cubicBezTo>
                    <a:pt x="230" y="327"/>
                    <a:pt x="230" y="327"/>
                    <a:pt x="231" y="326"/>
                  </a:cubicBezTo>
                  <a:cubicBezTo>
                    <a:pt x="231" y="326"/>
                    <a:pt x="231" y="326"/>
                    <a:pt x="231" y="326"/>
                  </a:cubicBezTo>
                  <a:cubicBezTo>
                    <a:pt x="232" y="325"/>
                    <a:pt x="233" y="324"/>
                    <a:pt x="234" y="323"/>
                  </a:cubicBezTo>
                  <a:cubicBezTo>
                    <a:pt x="234" y="323"/>
                    <a:pt x="234" y="323"/>
                    <a:pt x="234" y="323"/>
                  </a:cubicBezTo>
                  <a:cubicBezTo>
                    <a:pt x="234" y="323"/>
                    <a:pt x="234" y="322"/>
                    <a:pt x="234" y="322"/>
                  </a:cubicBezTo>
                  <a:cubicBezTo>
                    <a:pt x="235" y="322"/>
                    <a:pt x="235" y="322"/>
                    <a:pt x="235" y="322"/>
                  </a:cubicBezTo>
                  <a:cubicBezTo>
                    <a:pt x="235" y="322"/>
                    <a:pt x="235" y="321"/>
                    <a:pt x="235" y="321"/>
                  </a:cubicBezTo>
                  <a:close/>
                  <a:moveTo>
                    <a:pt x="278" y="332"/>
                  </a:moveTo>
                  <a:cubicBezTo>
                    <a:pt x="278" y="332"/>
                    <a:pt x="278" y="332"/>
                    <a:pt x="278" y="332"/>
                  </a:cubicBezTo>
                  <a:cubicBezTo>
                    <a:pt x="278" y="332"/>
                    <a:pt x="278" y="332"/>
                    <a:pt x="278" y="331"/>
                  </a:cubicBezTo>
                  <a:cubicBezTo>
                    <a:pt x="277" y="331"/>
                    <a:pt x="277" y="331"/>
                    <a:pt x="277" y="331"/>
                  </a:cubicBezTo>
                  <a:cubicBezTo>
                    <a:pt x="277" y="331"/>
                    <a:pt x="277" y="331"/>
                    <a:pt x="276" y="331"/>
                  </a:cubicBezTo>
                  <a:cubicBezTo>
                    <a:pt x="276" y="331"/>
                    <a:pt x="275" y="331"/>
                    <a:pt x="275" y="330"/>
                  </a:cubicBezTo>
                  <a:cubicBezTo>
                    <a:pt x="274" y="330"/>
                    <a:pt x="274" y="329"/>
                    <a:pt x="273" y="329"/>
                  </a:cubicBezTo>
                  <a:cubicBezTo>
                    <a:pt x="272" y="330"/>
                    <a:pt x="272" y="329"/>
                    <a:pt x="272" y="329"/>
                  </a:cubicBezTo>
                  <a:cubicBezTo>
                    <a:pt x="272" y="328"/>
                    <a:pt x="271" y="328"/>
                    <a:pt x="271" y="328"/>
                  </a:cubicBezTo>
                  <a:cubicBezTo>
                    <a:pt x="271" y="328"/>
                    <a:pt x="271" y="328"/>
                    <a:pt x="271" y="328"/>
                  </a:cubicBezTo>
                  <a:cubicBezTo>
                    <a:pt x="270" y="328"/>
                    <a:pt x="270" y="327"/>
                    <a:pt x="270" y="327"/>
                  </a:cubicBezTo>
                  <a:cubicBezTo>
                    <a:pt x="270" y="326"/>
                    <a:pt x="270" y="325"/>
                    <a:pt x="270" y="325"/>
                  </a:cubicBezTo>
                  <a:cubicBezTo>
                    <a:pt x="270" y="325"/>
                    <a:pt x="270" y="325"/>
                    <a:pt x="270" y="325"/>
                  </a:cubicBezTo>
                  <a:cubicBezTo>
                    <a:pt x="270" y="324"/>
                    <a:pt x="270" y="324"/>
                    <a:pt x="270" y="324"/>
                  </a:cubicBezTo>
                  <a:cubicBezTo>
                    <a:pt x="270" y="323"/>
                    <a:pt x="270" y="323"/>
                    <a:pt x="270" y="323"/>
                  </a:cubicBezTo>
                  <a:cubicBezTo>
                    <a:pt x="270" y="323"/>
                    <a:pt x="270" y="322"/>
                    <a:pt x="270" y="322"/>
                  </a:cubicBezTo>
                  <a:cubicBezTo>
                    <a:pt x="270" y="322"/>
                    <a:pt x="270" y="322"/>
                    <a:pt x="271" y="321"/>
                  </a:cubicBezTo>
                  <a:cubicBezTo>
                    <a:pt x="271" y="321"/>
                    <a:pt x="271" y="321"/>
                    <a:pt x="271" y="321"/>
                  </a:cubicBezTo>
                  <a:cubicBezTo>
                    <a:pt x="272" y="321"/>
                    <a:pt x="272" y="320"/>
                    <a:pt x="273" y="320"/>
                  </a:cubicBezTo>
                  <a:cubicBezTo>
                    <a:pt x="273" y="320"/>
                    <a:pt x="273" y="319"/>
                    <a:pt x="274" y="319"/>
                  </a:cubicBezTo>
                  <a:cubicBezTo>
                    <a:pt x="274" y="319"/>
                    <a:pt x="274" y="319"/>
                    <a:pt x="274" y="318"/>
                  </a:cubicBezTo>
                  <a:cubicBezTo>
                    <a:pt x="274" y="318"/>
                    <a:pt x="275" y="318"/>
                    <a:pt x="275" y="317"/>
                  </a:cubicBezTo>
                  <a:cubicBezTo>
                    <a:pt x="274" y="317"/>
                    <a:pt x="274" y="316"/>
                    <a:pt x="274" y="316"/>
                  </a:cubicBezTo>
                  <a:cubicBezTo>
                    <a:pt x="274" y="316"/>
                    <a:pt x="274" y="316"/>
                    <a:pt x="273" y="316"/>
                  </a:cubicBezTo>
                  <a:cubicBezTo>
                    <a:pt x="273" y="316"/>
                    <a:pt x="273" y="316"/>
                    <a:pt x="273" y="316"/>
                  </a:cubicBezTo>
                  <a:cubicBezTo>
                    <a:pt x="272" y="316"/>
                    <a:pt x="272" y="316"/>
                    <a:pt x="272" y="316"/>
                  </a:cubicBezTo>
                  <a:cubicBezTo>
                    <a:pt x="272" y="316"/>
                    <a:pt x="271" y="316"/>
                    <a:pt x="271" y="316"/>
                  </a:cubicBezTo>
                  <a:cubicBezTo>
                    <a:pt x="271" y="317"/>
                    <a:pt x="270" y="317"/>
                    <a:pt x="270" y="317"/>
                  </a:cubicBezTo>
                  <a:cubicBezTo>
                    <a:pt x="270" y="317"/>
                    <a:pt x="270" y="316"/>
                    <a:pt x="270" y="316"/>
                  </a:cubicBezTo>
                  <a:cubicBezTo>
                    <a:pt x="270" y="316"/>
                    <a:pt x="270" y="316"/>
                    <a:pt x="270" y="316"/>
                  </a:cubicBezTo>
                  <a:cubicBezTo>
                    <a:pt x="270" y="316"/>
                    <a:pt x="270" y="315"/>
                    <a:pt x="269" y="315"/>
                  </a:cubicBezTo>
                  <a:cubicBezTo>
                    <a:pt x="269" y="315"/>
                    <a:pt x="269" y="315"/>
                    <a:pt x="269" y="315"/>
                  </a:cubicBezTo>
                  <a:cubicBezTo>
                    <a:pt x="269" y="315"/>
                    <a:pt x="269" y="315"/>
                    <a:pt x="269" y="314"/>
                  </a:cubicBezTo>
                  <a:cubicBezTo>
                    <a:pt x="269" y="314"/>
                    <a:pt x="269" y="314"/>
                    <a:pt x="269" y="313"/>
                  </a:cubicBezTo>
                  <a:cubicBezTo>
                    <a:pt x="268" y="313"/>
                    <a:pt x="268" y="313"/>
                    <a:pt x="268" y="312"/>
                  </a:cubicBezTo>
                  <a:cubicBezTo>
                    <a:pt x="268" y="312"/>
                    <a:pt x="267" y="312"/>
                    <a:pt x="267" y="312"/>
                  </a:cubicBezTo>
                  <a:cubicBezTo>
                    <a:pt x="267" y="311"/>
                    <a:pt x="267" y="311"/>
                    <a:pt x="267" y="311"/>
                  </a:cubicBezTo>
                  <a:cubicBezTo>
                    <a:pt x="266" y="311"/>
                    <a:pt x="266" y="311"/>
                    <a:pt x="266" y="311"/>
                  </a:cubicBezTo>
                  <a:cubicBezTo>
                    <a:pt x="265" y="311"/>
                    <a:pt x="265" y="312"/>
                    <a:pt x="265" y="312"/>
                  </a:cubicBezTo>
                  <a:cubicBezTo>
                    <a:pt x="265" y="312"/>
                    <a:pt x="265" y="312"/>
                    <a:pt x="265" y="312"/>
                  </a:cubicBezTo>
                  <a:cubicBezTo>
                    <a:pt x="266" y="312"/>
                    <a:pt x="266" y="313"/>
                    <a:pt x="266" y="313"/>
                  </a:cubicBezTo>
                  <a:cubicBezTo>
                    <a:pt x="266" y="313"/>
                    <a:pt x="266" y="313"/>
                    <a:pt x="266" y="314"/>
                  </a:cubicBezTo>
                  <a:cubicBezTo>
                    <a:pt x="266" y="314"/>
                    <a:pt x="266" y="314"/>
                    <a:pt x="266" y="315"/>
                  </a:cubicBezTo>
                  <a:cubicBezTo>
                    <a:pt x="267" y="315"/>
                    <a:pt x="267" y="316"/>
                    <a:pt x="266" y="317"/>
                  </a:cubicBezTo>
                  <a:cubicBezTo>
                    <a:pt x="266" y="317"/>
                    <a:pt x="266" y="317"/>
                    <a:pt x="266" y="317"/>
                  </a:cubicBezTo>
                  <a:cubicBezTo>
                    <a:pt x="266" y="317"/>
                    <a:pt x="266" y="318"/>
                    <a:pt x="266" y="318"/>
                  </a:cubicBezTo>
                  <a:cubicBezTo>
                    <a:pt x="266" y="318"/>
                    <a:pt x="266" y="317"/>
                    <a:pt x="266" y="317"/>
                  </a:cubicBezTo>
                  <a:cubicBezTo>
                    <a:pt x="266" y="317"/>
                    <a:pt x="265" y="317"/>
                    <a:pt x="265" y="317"/>
                  </a:cubicBezTo>
                  <a:cubicBezTo>
                    <a:pt x="265" y="317"/>
                    <a:pt x="265" y="317"/>
                    <a:pt x="264" y="317"/>
                  </a:cubicBezTo>
                  <a:cubicBezTo>
                    <a:pt x="264" y="317"/>
                    <a:pt x="264" y="317"/>
                    <a:pt x="263" y="317"/>
                  </a:cubicBezTo>
                  <a:cubicBezTo>
                    <a:pt x="263" y="317"/>
                    <a:pt x="262" y="317"/>
                    <a:pt x="262" y="317"/>
                  </a:cubicBezTo>
                  <a:cubicBezTo>
                    <a:pt x="261" y="317"/>
                    <a:pt x="261" y="317"/>
                    <a:pt x="261" y="317"/>
                  </a:cubicBezTo>
                  <a:cubicBezTo>
                    <a:pt x="260" y="317"/>
                    <a:pt x="260" y="317"/>
                    <a:pt x="260" y="318"/>
                  </a:cubicBezTo>
                  <a:cubicBezTo>
                    <a:pt x="260" y="318"/>
                    <a:pt x="260" y="318"/>
                    <a:pt x="259" y="318"/>
                  </a:cubicBezTo>
                  <a:cubicBezTo>
                    <a:pt x="259" y="319"/>
                    <a:pt x="259" y="319"/>
                    <a:pt x="259" y="319"/>
                  </a:cubicBezTo>
                  <a:cubicBezTo>
                    <a:pt x="259" y="319"/>
                    <a:pt x="259" y="319"/>
                    <a:pt x="259" y="319"/>
                  </a:cubicBezTo>
                  <a:cubicBezTo>
                    <a:pt x="259" y="319"/>
                    <a:pt x="260" y="320"/>
                    <a:pt x="260" y="319"/>
                  </a:cubicBezTo>
                  <a:cubicBezTo>
                    <a:pt x="260" y="319"/>
                    <a:pt x="261" y="320"/>
                    <a:pt x="261" y="320"/>
                  </a:cubicBezTo>
                  <a:cubicBezTo>
                    <a:pt x="262" y="320"/>
                    <a:pt x="262" y="321"/>
                    <a:pt x="263" y="321"/>
                  </a:cubicBezTo>
                  <a:cubicBezTo>
                    <a:pt x="263" y="321"/>
                    <a:pt x="263" y="321"/>
                    <a:pt x="263" y="321"/>
                  </a:cubicBezTo>
                  <a:cubicBezTo>
                    <a:pt x="263" y="321"/>
                    <a:pt x="263" y="321"/>
                    <a:pt x="263" y="321"/>
                  </a:cubicBezTo>
                  <a:cubicBezTo>
                    <a:pt x="264" y="321"/>
                    <a:pt x="264" y="321"/>
                    <a:pt x="265" y="321"/>
                  </a:cubicBezTo>
                  <a:cubicBezTo>
                    <a:pt x="265" y="322"/>
                    <a:pt x="265" y="322"/>
                    <a:pt x="266" y="322"/>
                  </a:cubicBezTo>
                  <a:cubicBezTo>
                    <a:pt x="266" y="322"/>
                    <a:pt x="266" y="322"/>
                    <a:pt x="266" y="322"/>
                  </a:cubicBezTo>
                  <a:cubicBezTo>
                    <a:pt x="266" y="322"/>
                    <a:pt x="266" y="322"/>
                    <a:pt x="266" y="322"/>
                  </a:cubicBezTo>
                  <a:cubicBezTo>
                    <a:pt x="266" y="323"/>
                    <a:pt x="266" y="323"/>
                    <a:pt x="266" y="324"/>
                  </a:cubicBezTo>
                  <a:cubicBezTo>
                    <a:pt x="266" y="324"/>
                    <a:pt x="266" y="325"/>
                    <a:pt x="267" y="325"/>
                  </a:cubicBezTo>
                  <a:cubicBezTo>
                    <a:pt x="267" y="325"/>
                    <a:pt x="267" y="325"/>
                    <a:pt x="267" y="325"/>
                  </a:cubicBezTo>
                  <a:cubicBezTo>
                    <a:pt x="267" y="325"/>
                    <a:pt x="266" y="326"/>
                    <a:pt x="266" y="326"/>
                  </a:cubicBezTo>
                  <a:cubicBezTo>
                    <a:pt x="266" y="326"/>
                    <a:pt x="266" y="326"/>
                    <a:pt x="266" y="326"/>
                  </a:cubicBezTo>
                  <a:cubicBezTo>
                    <a:pt x="266" y="326"/>
                    <a:pt x="266" y="327"/>
                    <a:pt x="266" y="327"/>
                  </a:cubicBezTo>
                  <a:cubicBezTo>
                    <a:pt x="266" y="327"/>
                    <a:pt x="266" y="327"/>
                    <a:pt x="265" y="327"/>
                  </a:cubicBezTo>
                  <a:cubicBezTo>
                    <a:pt x="265" y="328"/>
                    <a:pt x="264" y="329"/>
                    <a:pt x="264" y="330"/>
                  </a:cubicBezTo>
                  <a:cubicBezTo>
                    <a:pt x="264" y="330"/>
                    <a:pt x="264" y="330"/>
                    <a:pt x="264" y="330"/>
                  </a:cubicBezTo>
                  <a:cubicBezTo>
                    <a:pt x="263" y="330"/>
                    <a:pt x="263" y="331"/>
                    <a:pt x="263" y="331"/>
                  </a:cubicBezTo>
                  <a:cubicBezTo>
                    <a:pt x="263" y="331"/>
                    <a:pt x="262" y="331"/>
                    <a:pt x="262" y="331"/>
                  </a:cubicBezTo>
                  <a:cubicBezTo>
                    <a:pt x="262" y="331"/>
                    <a:pt x="262" y="331"/>
                    <a:pt x="262" y="331"/>
                  </a:cubicBezTo>
                  <a:cubicBezTo>
                    <a:pt x="262" y="331"/>
                    <a:pt x="262" y="331"/>
                    <a:pt x="262" y="331"/>
                  </a:cubicBezTo>
                  <a:cubicBezTo>
                    <a:pt x="262" y="330"/>
                    <a:pt x="263" y="329"/>
                    <a:pt x="263" y="329"/>
                  </a:cubicBezTo>
                  <a:cubicBezTo>
                    <a:pt x="263" y="328"/>
                    <a:pt x="263" y="328"/>
                    <a:pt x="263" y="328"/>
                  </a:cubicBezTo>
                  <a:cubicBezTo>
                    <a:pt x="263" y="328"/>
                    <a:pt x="263" y="327"/>
                    <a:pt x="263" y="327"/>
                  </a:cubicBezTo>
                  <a:cubicBezTo>
                    <a:pt x="263" y="327"/>
                    <a:pt x="263" y="327"/>
                    <a:pt x="264" y="327"/>
                  </a:cubicBezTo>
                  <a:cubicBezTo>
                    <a:pt x="264" y="327"/>
                    <a:pt x="264" y="326"/>
                    <a:pt x="264" y="326"/>
                  </a:cubicBezTo>
                  <a:cubicBezTo>
                    <a:pt x="264" y="326"/>
                    <a:pt x="264" y="325"/>
                    <a:pt x="263" y="325"/>
                  </a:cubicBezTo>
                  <a:cubicBezTo>
                    <a:pt x="263" y="325"/>
                    <a:pt x="263" y="325"/>
                    <a:pt x="263" y="325"/>
                  </a:cubicBezTo>
                  <a:cubicBezTo>
                    <a:pt x="263" y="325"/>
                    <a:pt x="262" y="325"/>
                    <a:pt x="262" y="325"/>
                  </a:cubicBezTo>
                  <a:cubicBezTo>
                    <a:pt x="262" y="325"/>
                    <a:pt x="262" y="324"/>
                    <a:pt x="261" y="324"/>
                  </a:cubicBezTo>
                  <a:cubicBezTo>
                    <a:pt x="261" y="324"/>
                    <a:pt x="261" y="324"/>
                    <a:pt x="261" y="324"/>
                  </a:cubicBezTo>
                  <a:cubicBezTo>
                    <a:pt x="261" y="324"/>
                    <a:pt x="261" y="324"/>
                    <a:pt x="260" y="324"/>
                  </a:cubicBezTo>
                  <a:cubicBezTo>
                    <a:pt x="260" y="324"/>
                    <a:pt x="260" y="324"/>
                    <a:pt x="260" y="323"/>
                  </a:cubicBezTo>
                  <a:cubicBezTo>
                    <a:pt x="260" y="323"/>
                    <a:pt x="260" y="323"/>
                    <a:pt x="260" y="323"/>
                  </a:cubicBezTo>
                  <a:cubicBezTo>
                    <a:pt x="260" y="323"/>
                    <a:pt x="260" y="323"/>
                    <a:pt x="260" y="323"/>
                  </a:cubicBezTo>
                  <a:cubicBezTo>
                    <a:pt x="260" y="323"/>
                    <a:pt x="260" y="323"/>
                    <a:pt x="259" y="323"/>
                  </a:cubicBezTo>
                  <a:cubicBezTo>
                    <a:pt x="259" y="323"/>
                    <a:pt x="259" y="324"/>
                    <a:pt x="259" y="324"/>
                  </a:cubicBezTo>
                  <a:cubicBezTo>
                    <a:pt x="259" y="324"/>
                    <a:pt x="259" y="324"/>
                    <a:pt x="259" y="324"/>
                  </a:cubicBezTo>
                  <a:cubicBezTo>
                    <a:pt x="260" y="325"/>
                    <a:pt x="260" y="325"/>
                    <a:pt x="260" y="325"/>
                  </a:cubicBezTo>
                  <a:cubicBezTo>
                    <a:pt x="261" y="326"/>
                    <a:pt x="261" y="326"/>
                    <a:pt x="261" y="326"/>
                  </a:cubicBezTo>
                  <a:cubicBezTo>
                    <a:pt x="261" y="326"/>
                    <a:pt x="261" y="326"/>
                    <a:pt x="261" y="326"/>
                  </a:cubicBezTo>
                  <a:cubicBezTo>
                    <a:pt x="262" y="326"/>
                    <a:pt x="262" y="326"/>
                    <a:pt x="262" y="327"/>
                  </a:cubicBezTo>
                  <a:cubicBezTo>
                    <a:pt x="262" y="327"/>
                    <a:pt x="262" y="327"/>
                    <a:pt x="262" y="327"/>
                  </a:cubicBezTo>
                  <a:cubicBezTo>
                    <a:pt x="262" y="327"/>
                    <a:pt x="262" y="328"/>
                    <a:pt x="262" y="328"/>
                  </a:cubicBezTo>
                  <a:cubicBezTo>
                    <a:pt x="262" y="328"/>
                    <a:pt x="262" y="329"/>
                    <a:pt x="262" y="330"/>
                  </a:cubicBezTo>
                  <a:cubicBezTo>
                    <a:pt x="261" y="330"/>
                    <a:pt x="261" y="331"/>
                    <a:pt x="261" y="331"/>
                  </a:cubicBezTo>
                  <a:cubicBezTo>
                    <a:pt x="261" y="331"/>
                    <a:pt x="260" y="331"/>
                    <a:pt x="260" y="331"/>
                  </a:cubicBezTo>
                  <a:cubicBezTo>
                    <a:pt x="260" y="332"/>
                    <a:pt x="260" y="332"/>
                    <a:pt x="260" y="332"/>
                  </a:cubicBezTo>
                  <a:cubicBezTo>
                    <a:pt x="260" y="332"/>
                    <a:pt x="260" y="333"/>
                    <a:pt x="260" y="333"/>
                  </a:cubicBezTo>
                  <a:cubicBezTo>
                    <a:pt x="260" y="333"/>
                    <a:pt x="260" y="334"/>
                    <a:pt x="260" y="334"/>
                  </a:cubicBezTo>
                  <a:cubicBezTo>
                    <a:pt x="260" y="334"/>
                    <a:pt x="260" y="334"/>
                    <a:pt x="261" y="334"/>
                  </a:cubicBezTo>
                  <a:cubicBezTo>
                    <a:pt x="261" y="335"/>
                    <a:pt x="261" y="335"/>
                    <a:pt x="261" y="335"/>
                  </a:cubicBezTo>
                  <a:cubicBezTo>
                    <a:pt x="261" y="335"/>
                    <a:pt x="261" y="335"/>
                    <a:pt x="261" y="335"/>
                  </a:cubicBezTo>
                  <a:cubicBezTo>
                    <a:pt x="262" y="335"/>
                    <a:pt x="262" y="335"/>
                    <a:pt x="262" y="335"/>
                  </a:cubicBezTo>
                  <a:cubicBezTo>
                    <a:pt x="262" y="335"/>
                    <a:pt x="263" y="335"/>
                    <a:pt x="263" y="334"/>
                  </a:cubicBezTo>
                  <a:cubicBezTo>
                    <a:pt x="263" y="334"/>
                    <a:pt x="264" y="333"/>
                    <a:pt x="264" y="333"/>
                  </a:cubicBezTo>
                  <a:cubicBezTo>
                    <a:pt x="265" y="332"/>
                    <a:pt x="265" y="332"/>
                    <a:pt x="265" y="331"/>
                  </a:cubicBezTo>
                  <a:cubicBezTo>
                    <a:pt x="266" y="331"/>
                    <a:pt x="266" y="331"/>
                    <a:pt x="267" y="331"/>
                  </a:cubicBezTo>
                  <a:cubicBezTo>
                    <a:pt x="267" y="331"/>
                    <a:pt x="267" y="331"/>
                    <a:pt x="267" y="331"/>
                  </a:cubicBezTo>
                  <a:cubicBezTo>
                    <a:pt x="267" y="331"/>
                    <a:pt x="267" y="332"/>
                    <a:pt x="267" y="332"/>
                  </a:cubicBezTo>
                  <a:cubicBezTo>
                    <a:pt x="267" y="332"/>
                    <a:pt x="267" y="332"/>
                    <a:pt x="267" y="332"/>
                  </a:cubicBezTo>
                  <a:cubicBezTo>
                    <a:pt x="267" y="332"/>
                    <a:pt x="267" y="333"/>
                    <a:pt x="267" y="333"/>
                  </a:cubicBezTo>
                  <a:cubicBezTo>
                    <a:pt x="267" y="333"/>
                    <a:pt x="267" y="334"/>
                    <a:pt x="267" y="334"/>
                  </a:cubicBezTo>
                  <a:cubicBezTo>
                    <a:pt x="267" y="335"/>
                    <a:pt x="267" y="335"/>
                    <a:pt x="267" y="336"/>
                  </a:cubicBezTo>
                  <a:cubicBezTo>
                    <a:pt x="267" y="336"/>
                    <a:pt x="267" y="336"/>
                    <a:pt x="267" y="336"/>
                  </a:cubicBezTo>
                  <a:cubicBezTo>
                    <a:pt x="266" y="336"/>
                    <a:pt x="266" y="337"/>
                    <a:pt x="266" y="337"/>
                  </a:cubicBezTo>
                  <a:cubicBezTo>
                    <a:pt x="266" y="337"/>
                    <a:pt x="266" y="337"/>
                    <a:pt x="266" y="337"/>
                  </a:cubicBezTo>
                  <a:cubicBezTo>
                    <a:pt x="267" y="337"/>
                    <a:pt x="267" y="337"/>
                    <a:pt x="266" y="338"/>
                  </a:cubicBezTo>
                  <a:cubicBezTo>
                    <a:pt x="266" y="338"/>
                    <a:pt x="266" y="338"/>
                    <a:pt x="266" y="338"/>
                  </a:cubicBezTo>
                  <a:cubicBezTo>
                    <a:pt x="267" y="338"/>
                    <a:pt x="267" y="338"/>
                    <a:pt x="267" y="338"/>
                  </a:cubicBezTo>
                  <a:cubicBezTo>
                    <a:pt x="267" y="339"/>
                    <a:pt x="267" y="339"/>
                    <a:pt x="268" y="339"/>
                  </a:cubicBezTo>
                  <a:cubicBezTo>
                    <a:pt x="268" y="339"/>
                    <a:pt x="269" y="339"/>
                    <a:pt x="269" y="338"/>
                  </a:cubicBezTo>
                  <a:cubicBezTo>
                    <a:pt x="269" y="338"/>
                    <a:pt x="269" y="338"/>
                    <a:pt x="270" y="338"/>
                  </a:cubicBezTo>
                  <a:cubicBezTo>
                    <a:pt x="270" y="337"/>
                    <a:pt x="270" y="337"/>
                    <a:pt x="270" y="337"/>
                  </a:cubicBezTo>
                  <a:cubicBezTo>
                    <a:pt x="270" y="336"/>
                    <a:pt x="270" y="336"/>
                    <a:pt x="270" y="335"/>
                  </a:cubicBezTo>
                  <a:cubicBezTo>
                    <a:pt x="270" y="335"/>
                    <a:pt x="270" y="335"/>
                    <a:pt x="270" y="335"/>
                  </a:cubicBezTo>
                  <a:cubicBezTo>
                    <a:pt x="270" y="335"/>
                    <a:pt x="270" y="334"/>
                    <a:pt x="270" y="334"/>
                  </a:cubicBezTo>
                  <a:cubicBezTo>
                    <a:pt x="270" y="334"/>
                    <a:pt x="270" y="333"/>
                    <a:pt x="270" y="333"/>
                  </a:cubicBezTo>
                  <a:cubicBezTo>
                    <a:pt x="270" y="333"/>
                    <a:pt x="270" y="332"/>
                    <a:pt x="270" y="332"/>
                  </a:cubicBezTo>
                  <a:cubicBezTo>
                    <a:pt x="270" y="332"/>
                    <a:pt x="270" y="332"/>
                    <a:pt x="270" y="332"/>
                  </a:cubicBezTo>
                  <a:cubicBezTo>
                    <a:pt x="271" y="332"/>
                    <a:pt x="271" y="332"/>
                    <a:pt x="271" y="332"/>
                  </a:cubicBezTo>
                  <a:cubicBezTo>
                    <a:pt x="272" y="332"/>
                    <a:pt x="273" y="333"/>
                    <a:pt x="273" y="333"/>
                  </a:cubicBezTo>
                  <a:cubicBezTo>
                    <a:pt x="274" y="333"/>
                    <a:pt x="274" y="333"/>
                    <a:pt x="274" y="333"/>
                  </a:cubicBezTo>
                  <a:cubicBezTo>
                    <a:pt x="274" y="333"/>
                    <a:pt x="275" y="333"/>
                    <a:pt x="275" y="333"/>
                  </a:cubicBezTo>
                  <a:cubicBezTo>
                    <a:pt x="275" y="334"/>
                    <a:pt x="276" y="334"/>
                    <a:pt x="276" y="334"/>
                  </a:cubicBezTo>
                  <a:cubicBezTo>
                    <a:pt x="277" y="334"/>
                    <a:pt x="277" y="334"/>
                    <a:pt x="277" y="334"/>
                  </a:cubicBezTo>
                  <a:cubicBezTo>
                    <a:pt x="277" y="334"/>
                    <a:pt x="278" y="334"/>
                    <a:pt x="278" y="334"/>
                  </a:cubicBezTo>
                  <a:cubicBezTo>
                    <a:pt x="278" y="333"/>
                    <a:pt x="278" y="333"/>
                    <a:pt x="278" y="333"/>
                  </a:cubicBezTo>
                  <a:cubicBezTo>
                    <a:pt x="278" y="333"/>
                    <a:pt x="278" y="333"/>
                    <a:pt x="278" y="333"/>
                  </a:cubicBezTo>
                  <a:cubicBezTo>
                    <a:pt x="278" y="332"/>
                    <a:pt x="278" y="332"/>
                    <a:pt x="278" y="332"/>
                  </a:cubicBezTo>
                  <a:close/>
                  <a:moveTo>
                    <a:pt x="313" y="335"/>
                  </a:moveTo>
                  <a:cubicBezTo>
                    <a:pt x="313" y="334"/>
                    <a:pt x="312" y="334"/>
                    <a:pt x="312" y="334"/>
                  </a:cubicBezTo>
                  <a:cubicBezTo>
                    <a:pt x="311" y="334"/>
                    <a:pt x="311" y="334"/>
                    <a:pt x="311" y="334"/>
                  </a:cubicBezTo>
                  <a:cubicBezTo>
                    <a:pt x="311" y="334"/>
                    <a:pt x="310" y="334"/>
                    <a:pt x="310" y="334"/>
                  </a:cubicBezTo>
                  <a:cubicBezTo>
                    <a:pt x="309" y="334"/>
                    <a:pt x="309" y="334"/>
                    <a:pt x="308" y="334"/>
                  </a:cubicBezTo>
                  <a:cubicBezTo>
                    <a:pt x="308" y="334"/>
                    <a:pt x="308" y="334"/>
                    <a:pt x="307" y="333"/>
                  </a:cubicBezTo>
                  <a:cubicBezTo>
                    <a:pt x="307" y="333"/>
                    <a:pt x="307" y="333"/>
                    <a:pt x="306" y="333"/>
                  </a:cubicBezTo>
                  <a:cubicBezTo>
                    <a:pt x="305" y="332"/>
                    <a:pt x="305" y="332"/>
                    <a:pt x="304" y="332"/>
                  </a:cubicBezTo>
                  <a:cubicBezTo>
                    <a:pt x="304" y="332"/>
                    <a:pt x="304" y="332"/>
                    <a:pt x="304" y="331"/>
                  </a:cubicBezTo>
                  <a:cubicBezTo>
                    <a:pt x="304" y="331"/>
                    <a:pt x="303" y="331"/>
                    <a:pt x="303" y="331"/>
                  </a:cubicBezTo>
                  <a:cubicBezTo>
                    <a:pt x="303" y="330"/>
                    <a:pt x="303" y="330"/>
                    <a:pt x="303" y="329"/>
                  </a:cubicBezTo>
                  <a:cubicBezTo>
                    <a:pt x="303" y="329"/>
                    <a:pt x="303" y="328"/>
                    <a:pt x="304" y="328"/>
                  </a:cubicBezTo>
                  <a:cubicBezTo>
                    <a:pt x="304" y="327"/>
                    <a:pt x="304" y="327"/>
                    <a:pt x="304" y="327"/>
                  </a:cubicBezTo>
                  <a:cubicBezTo>
                    <a:pt x="304" y="327"/>
                    <a:pt x="304" y="326"/>
                    <a:pt x="304" y="326"/>
                  </a:cubicBezTo>
                  <a:cubicBezTo>
                    <a:pt x="305" y="326"/>
                    <a:pt x="305" y="326"/>
                    <a:pt x="305" y="326"/>
                  </a:cubicBezTo>
                  <a:cubicBezTo>
                    <a:pt x="305" y="326"/>
                    <a:pt x="306" y="325"/>
                    <a:pt x="306" y="325"/>
                  </a:cubicBezTo>
                  <a:cubicBezTo>
                    <a:pt x="306" y="325"/>
                    <a:pt x="306" y="324"/>
                    <a:pt x="306" y="324"/>
                  </a:cubicBezTo>
                  <a:cubicBezTo>
                    <a:pt x="307" y="324"/>
                    <a:pt x="307" y="324"/>
                    <a:pt x="307" y="324"/>
                  </a:cubicBezTo>
                  <a:cubicBezTo>
                    <a:pt x="307" y="323"/>
                    <a:pt x="307" y="323"/>
                    <a:pt x="307" y="323"/>
                  </a:cubicBezTo>
                  <a:cubicBezTo>
                    <a:pt x="306" y="323"/>
                    <a:pt x="306" y="323"/>
                    <a:pt x="306" y="322"/>
                  </a:cubicBezTo>
                  <a:cubicBezTo>
                    <a:pt x="305" y="322"/>
                    <a:pt x="305" y="322"/>
                    <a:pt x="304" y="322"/>
                  </a:cubicBezTo>
                  <a:cubicBezTo>
                    <a:pt x="304" y="323"/>
                    <a:pt x="303" y="323"/>
                    <a:pt x="303" y="323"/>
                  </a:cubicBezTo>
                  <a:cubicBezTo>
                    <a:pt x="302" y="323"/>
                    <a:pt x="302" y="323"/>
                    <a:pt x="301" y="323"/>
                  </a:cubicBezTo>
                  <a:cubicBezTo>
                    <a:pt x="301" y="323"/>
                    <a:pt x="301" y="323"/>
                    <a:pt x="301" y="323"/>
                  </a:cubicBezTo>
                  <a:cubicBezTo>
                    <a:pt x="301" y="324"/>
                    <a:pt x="300" y="324"/>
                    <a:pt x="300" y="324"/>
                  </a:cubicBezTo>
                  <a:cubicBezTo>
                    <a:pt x="300" y="324"/>
                    <a:pt x="300" y="324"/>
                    <a:pt x="299" y="324"/>
                  </a:cubicBezTo>
                  <a:cubicBezTo>
                    <a:pt x="299" y="324"/>
                    <a:pt x="298" y="324"/>
                    <a:pt x="298" y="324"/>
                  </a:cubicBezTo>
                  <a:cubicBezTo>
                    <a:pt x="298" y="324"/>
                    <a:pt x="297" y="324"/>
                    <a:pt x="297" y="324"/>
                  </a:cubicBezTo>
                  <a:cubicBezTo>
                    <a:pt x="297" y="324"/>
                    <a:pt x="297" y="324"/>
                    <a:pt x="297" y="324"/>
                  </a:cubicBezTo>
                  <a:cubicBezTo>
                    <a:pt x="296" y="324"/>
                    <a:pt x="296" y="324"/>
                    <a:pt x="296" y="324"/>
                  </a:cubicBezTo>
                  <a:cubicBezTo>
                    <a:pt x="295" y="324"/>
                    <a:pt x="295" y="324"/>
                    <a:pt x="294" y="324"/>
                  </a:cubicBezTo>
                  <a:cubicBezTo>
                    <a:pt x="294" y="324"/>
                    <a:pt x="294" y="324"/>
                    <a:pt x="294" y="324"/>
                  </a:cubicBezTo>
                  <a:cubicBezTo>
                    <a:pt x="294" y="324"/>
                    <a:pt x="294" y="325"/>
                    <a:pt x="294" y="325"/>
                  </a:cubicBezTo>
                  <a:cubicBezTo>
                    <a:pt x="293" y="325"/>
                    <a:pt x="293" y="325"/>
                    <a:pt x="293" y="325"/>
                  </a:cubicBezTo>
                  <a:cubicBezTo>
                    <a:pt x="292" y="325"/>
                    <a:pt x="292" y="325"/>
                    <a:pt x="292" y="325"/>
                  </a:cubicBezTo>
                  <a:cubicBezTo>
                    <a:pt x="291" y="326"/>
                    <a:pt x="291" y="326"/>
                    <a:pt x="290" y="326"/>
                  </a:cubicBezTo>
                  <a:cubicBezTo>
                    <a:pt x="290" y="326"/>
                    <a:pt x="290" y="326"/>
                    <a:pt x="290" y="327"/>
                  </a:cubicBezTo>
                  <a:cubicBezTo>
                    <a:pt x="290" y="327"/>
                    <a:pt x="290" y="327"/>
                    <a:pt x="290" y="328"/>
                  </a:cubicBezTo>
                  <a:cubicBezTo>
                    <a:pt x="290" y="328"/>
                    <a:pt x="290" y="328"/>
                    <a:pt x="290" y="328"/>
                  </a:cubicBezTo>
                  <a:cubicBezTo>
                    <a:pt x="290" y="328"/>
                    <a:pt x="290" y="328"/>
                    <a:pt x="290" y="328"/>
                  </a:cubicBezTo>
                  <a:cubicBezTo>
                    <a:pt x="290" y="329"/>
                    <a:pt x="290" y="329"/>
                    <a:pt x="290" y="329"/>
                  </a:cubicBezTo>
                  <a:cubicBezTo>
                    <a:pt x="291" y="329"/>
                    <a:pt x="291" y="329"/>
                    <a:pt x="291" y="329"/>
                  </a:cubicBezTo>
                  <a:cubicBezTo>
                    <a:pt x="292" y="329"/>
                    <a:pt x="292" y="329"/>
                    <a:pt x="292" y="329"/>
                  </a:cubicBezTo>
                  <a:cubicBezTo>
                    <a:pt x="292" y="329"/>
                    <a:pt x="292" y="329"/>
                    <a:pt x="292" y="329"/>
                  </a:cubicBezTo>
                  <a:cubicBezTo>
                    <a:pt x="292" y="328"/>
                    <a:pt x="292" y="328"/>
                    <a:pt x="293" y="328"/>
                  </a:cubicBezTo>
                  <a:cubicBezTo>
                    <a:pt x="293" y="328"/>
                    <a:pt x="293" y="327"/>
                    <a:pt x="294" y="327"/>
                  </a:cubicBezTo>
                  <a:cubicBezTo>
                    <a:pt x="294" y="327"/>
                    <a:pt x="294" y="327"/>
                    <a:pt x="294" y="327"/>
                  </a:cubicBezTo>
                  <a:cubicBezTo>
                    <a:pt x="295" y="327"/>
                    <a:pt x="295" y="328"/>
                    <a:pt x="295" y="328"/>
                  </a:cubicBezTo>
                  <a:cubicBezTo>
                    <a:pt x="295" y="328"/>
                    <a:pt x="295" y="328"/>
                    <a:pt x="295" y="328"/>
                  </a:cubicBezTo>
                  <a:cubicBezTo>
                    <a:pt x="295" y="328"/>
                    <a:pt x="295" y="329"/>
                    <a:pt x="295" y="329"/>
                  </a:cubicBezTo>
                  <a:cubicBezTo>
                    <a:pt x="294" y="329"/>
                    <a:pt x="294" y="329"/>
                    <a:pt x="294" y="329"/>
                  </a:cubicBezTo>
                  <a:cubicBezTo>
                    <a:pt x="294" y="329"/>
                    <a:pt x="293" y="329"/>
                    <a:pt x="293" y="329"/>
                  </a:cubicBezTo>
                  <a:cubicBezTo>
                    <a:pt x="293" y="329"/>
                    <a:pt x="293" y="329"/>
                    <a:pt x="292" y="330"/>
                  </a:cubicBezTo>
                  <a:cubicBezTo>
                    <a:pt x="292" y="330"/>
                    <a:pt x="292" y="330"/>
                    <a:pt x="292" y="330"/>
                  </a:cubicBezTo>
                  <a:cubicBezTo>
                    <a:pt x="293" y="330"/>
                    <a:pt x="293" y="330"/>
                    <a:pt x="293" y="331"/>
                  </a:cubicBezTo>
                  <a:cubicBezTo>
                    <a:pt x="293" y="331"/>
                    <a:pt x="293" y="331"/>
                    <a:pt x="293" y="331"/>
                  </a:cubicBezTo>
                  <a:cubicBezTo>
                    <a:pt x="293" y="331"/>
                    <a:pt x="293" y="331"/>
                    <a:pt x="293" y="331"/>
                  </a:cubicBezTo>
                  <a:cubicBezTo>
                    <a:pt x="293" y="331"/>
                    <a:pt x="293" y="331"/>
                    <a:pt x="293" y="331"/>
                  </a:cubicBezTo>
                  <a:cubicBezTo>
                    <a:pt x="293" y="332"/>
                    <a:pt x="293" y="332"/>
                    <a:pt x="293" y="332"/>
                  </a:cubicBezTo>
                  <a:cubicBezTo>
                    <a:pt x="293" y="333"/>
                    <a:pt x="293" y="333"/>
                    <a:pt x="293" y="333"/>
                  </a:cubicBezTo>
                  <a:cubicBezTo>
                    <a:pt x="293" y="333"/>
                    <a:pt x="293" y="333"/>
                    <a:pt x="293" y="333"/>
                  </a:cubicBezTo>
                  <a:cubicBezTo>
                    <a:pt x="293" y="333"/>
                    <a:pt x="292" y="334"/>
                    <a:pt x="292" y="334"/>
                  </a:cubicBezTo>
                  <a:cubicBezTo>
                    <a:pt x="292" y="334"/>
                    <a:pt x="291" y="334"/>
                    <a:pt x="291" y="334"/>
                  </a:cubicBezTo>
                  <a:cubicBezTo>
                    <a:pt x="291" y="334"/>
                    <a:pt x="291" y="334"/>
                    <a:pt x="291" y="334"/>
                  </a:cubicBezTo>
                  <a:cubicBezTo>
                    <a:pt x="291" y="334"/>
                    <a:pt x="290" y="335"/>
                    <a:pt x="290" y="335"/>
                  </a:cubicBezTo>
                  <a:cubicBezTo>
                    <a:pt x="290" y="335"/>
                    <a:pt x="290" y="335"/>
                    <a:pt x="290" y="336"/>
                  </a:cubicBezTo>
                  <a:cubicBezTo>
                    <a:pt x="290" y="336"/>
                    <a:pt x="290" y="336"/>
                    <a:pt x="291" y="336"/>
                  </a:cubicBezTo>
                  <a:cubicBezTo>
                    <a:pt x="291" y="336"/>
                    <a:pt x="291" y="336"/>
                    <a:pt x="291" y="336"/>
                  </a:cubicBezTo>
                  <a:cubicBezTo>
                    <a:pt x="292" y="336"/>
                    <a:pt x="292" y="336"/>
                    <a:pt x="293" y="336"/>
                  </a:cubicBezTo>
                  <a:cubicBezTo>
                    <a:pt x="293" y="336"/>
                    <a:pt x="293" y="336"/>
                    <a:pt x="293" y="336"/>
                  </a:cubicBezTo>
                  <a:cubicBezTo>
                    <a:pt x="293" y="336"/>
                    <a:pt x="293" y="336"/>
                    <a:pt x="294" y="336"/>
                  </a:cubicBezTo>
                  <a:cubicBezTo>
                    <a:pt x="294" y="335"/>
                    <a:pt x="295" y="335"/>
                    <a:pt x="295" y="334"/>
                  </a:cubicBezTo>
                  <a:cubicBezTo>
                    <a:pt x="296" y="334"/>
                    <a:pt x="296" y="333"/>
                    <a:pt x="296" y="333"/>
                  </a:cubicBezTo>
                  <a:cubicBezTo>
                    <a:pt x="297" y="332"/>
                    <a:pt x="297" y="332"/>
                    <a:pt x="297" y="332"/>
                  </a:cubicBezTo>
                  <a:cubicBezTo>
                    <a:pt x="298" y="332"/>
                    <a:pt x="298" y="333"/>
                    <a:pt x="299" y="333"/>
                  </a:cubicBezTo>
                  <a:cubicBezTo>
                    <a:pt x="299" y="333"/>
                    <a:pt x="299" y="333"/>
                    <a:pt x="299" y="333"/>
                  </a:cubicBezTo>
                  <a:cubicBezTo>
                    <a:pt x="299" y="333"/>
                    <a:pt x="300" y="333"/>
                    <a:pt x="300" y="333"/>
                  </a:cubicBezTo>
                  <a:cubicBezTo>
                    <a:pt x="300" y="333"/>
                    <a:pt x="300" y="333"/>
                    <a:pt x="300" y="334"/>
                  </a:cubicBezTo>
                  <a:cubicBezTo>
                    <a:pt x="301" y="334"/>
                    <a:pt x="301" y="334"/>
                    <a:pt x="301" y="334"/>
                  </a:cubicBezTo>
                  <a:cubicBezTo>
                    <a:pt x="301" y="334"/>
                    <a:pt x="302" y="334"/>
                    <a:pt x="302" y="334"/>
                  </a:cubicBezTo>
                  <a:cubicBezTo>
                    <a:pt x="302" y="334"/>
                    <a:pt x="302" y="334"/>
                    <a:pt x="303" y="334"/>
                  </a:cubicBezTo>
                  <a:cubicBezTo>
                    <a:pt x="303" y="334"/>
                    <a:pt x="303" y="335"/>
                    <a:pt x="304" y="335"/>
                  </a:cubicBezTo>
                  <a:cubicBezTo>
                    <a:pt x="304" y="335"/>
                    <a:pt x="305" y="335"/>
                    <a:pt x="305" y="335"/>
                  </a:cubicBezTo>
                  <a:cubicBezTo>
                    <a:pt x="305" y="335"/>
                    <a:pt x="306" y="335"/>
                    <a:pt x="306" y="336"/>
                  </a:cubicBezTo>
                  <a:cubicBezTo>
                    <a:pt x="306" y="336"/>
                    <a:pt x="306" y="336"/>
                    <a:pt x="307" y="336"/>
                  </a:cubicBezTo>
                  <a:cubicBezTo>
                    <a:pt x="307" y="336"/>
                    <a:pt x="307" y="336"/>
                    <a:pt x="308" y="336"/>
                  </a:cubicBezTo>
                  <a:cubicBezTo>
                    <a:pt x="308" y="336"/>
                    <a:pt x="308" y="336"/>
                    <a:pt x="308" y="336"/>
                  </a:cubicBezTo>
                  <a:cubicBezTo>
                    <a:pt x="309" y="336"/>
                    <a:pt x="309" y="336"/>
                    <a:pt x="309" y="336"/>
                  </a:cubicBezTo>
                  <a:cubicBezTo>
                    <a:pt x="310" y="336"/>
                    <a:pt x="311" y="336"/>
                    <a:pt x="311" y="336"/>
                  </a:cubicBezTo>
                  <a:cubicBezTo>
                    <a:pt x="311" y="336"/>
                    <a:pt x="311" y="336"/>
                    <a:pt x="311" y="336"/>
                  </a:cubicBezTo>
                  <a:cubicBezTo>
                    <a:pt x="312" y="336"/>
                    <a:pt x="312" y="336"/>
                    <a:pt x="312" y="336"/>
                  </a:cubicBezTo>
                  <a:cubicBezTo>
                    <a:pt x="313" y="335"/>
                    <a:pt x="313" y="335"/>
                    <a:pt x="313" y="335"/>
                  </a:cubicBezTo>
                  <a:cubicBezTo>
                    <a:pt x="313" y="335"/>
                    <a:pt x="313" y="335"/>
                    <a:pt x="313" y="335"/>
                  </a:cubicBezTo>
                  <a:close/>
                  <a:moveTo>
                    <a:pt x="354" y="327"/>
                  </a:moveTo>
                  <a:cubicBezTo>
                    <a:pt x="354" y="327"/>
                    <a:pt x="354" y="327"/>
                    <a:pt x="354" y="327"/>
                  </a:cubicBezTo>
                  <a:cubicBezTo>
                    <a:pt x="354" y="326"/>
                    <a:pt x="353" y="326"/>
                    <a:pt x="354" y="326"/>
                  </a:cubicBezTo>
                  <a:cubicBezTo>
                    <a:pt x="354" y="326"/>
                    <a:pt x="354" y="325"/>
                    <a:pt x="354" y="325"/>
                  </a:cubicBezTo>
                  <a:cubicBezTo>
                    <a:pt x="354" y="325"/>
                    <a:pt x="354" y="325"/>
                    <a:pt x="354" y="325"/>
                  </a:cubicBezTo>
                  <a:cubicBezTo>
                    <a:pt x="354" y="325"/>
                    <a:pt x="353" y="325"/>
                    <a:pt x="353" y="325"/>
                  </a:cubicBezTo>
                  <a:cubicBezTo>
                    <a:pt x="353" y="325"/>
                    <a:pt x="353" y="325"/>
                    <a:pt x="353" y="325"/>
                  </a:cubicBezTo>
                  <a:cubicBezTo>
                    <a:pt x="353" y="325"/>
                    <a:pt x="353" y="325"/>
                    <a:pt x="353" y="325"/>
                  </a:cubicBezTo>
                  <a:cubicBezTo>
                    <a:pt x="352" y="326"/>
                    <a:pt x="352" y="326"/>
                    <a:pt x="352" y="326"/>
                  </a:cubicBezTo>
                  <a:cubicBezTo>
                    <a:pt x="352" y="326"/>
                    <a:pt x="351" y="326"/>
                    <a:pt x="351" y="326"/>
                  </a:cubicBezTo>
                  <a:cubicBezTo>
                    <a:pt x="351" y="326"/>
                    <a:pt x="350" y="326"/>
                    <a:pt x="350" y="325"/>
                  </a:cubicBezTo>
                  <a:cubicBezTo>
                    <a:pt x="350" y="325"/>
                    <a:pt x="350" y="325"/>
                    <a:pt x="350" y="325"/>
                  </a:cubicBezTo>
                  <a:cubicBezTo>
                    <a:pt x="351" y="325"/>
                    <a:pt x="351" y="325"/>
                    <a:pt x="351" y="325"/>
                  </a:cubicBezTo>
                  <a:cubicBezTo>
                    <a:pt x="351" y="325"/>
                    <a:pt x="351" y="325"/>
                    <a:pt x="351" y="325"/>
                  </a:cubicBezTo>
                  <a:cubicBezTo>
                    <a:pt x="351" y="325"/>
                    <a:pt x="352" y="324"/>
                    <a:pt x="352" y="324"/>
                  </a:cubicBezTo>
                  <a:cubicBezTo>
                    <a:pt x="352" y="324"/>
                    <a:pt x="353" y="323"/>
                    <a:pt x="353" y="323"/>
                  </a:cubicBezTo>
                  <a:cubicBezTo>
                    <a:pt x="353" y="323"/>
                    <a:pt x="353" y="322"/>
                    <a:pt x="353" y="322"/>
                  </a:cubicBezTo>
                  <a:cubicBezTo>
                    <a:pt x="353" y="322"/>
                    <a:pt x="353" y="322"/>
                    <a:pt x="353" y="322"/>
                  </a:cubicBezTo>
                  <a:cubicBezTo>
                    <a:pt x="353" y="322"/>
                    <a:pt x="353" y="322"/>
                    <a:pt x="352" y="321"/>
                  </a:cubicBezTo>
                  <a:cubicBezTo>
                    <a:pt x="352" y="321"/>
                    <a:pt x="352" y="320"/>
                    <a:pt x="352" y="320"/>
                  </a:cubicBezTo>
                  <a:cubicBezTo>
                    <a:pt x="352" y="320"/>
                    <a:pt x="351" y="320"/>
                    <a:pt x="351" y="320"/>
                  </a:cubicBezTo>
                  <a:cubicBezTo>
                    <a:pt x="351" y="320"/>
                    <a:pt x="350" y="320"/>
                    <a:pt x="350" y="320"/>
                  </a:cubicBezTo>
                  <a:cubicBezTo>
                    <a:pt x="350" y="320"/>
                    <a:pt x="350" y="320"/>
                    <a:pt x="350" y="320"/>
                  </a:cubicBezTo>
                  <a:cubicBezTo>
                    <a:pt x="349" y="320"/>
                    <a:pt x="349" y="320"/>
                    <a:pt x="349" y="320"/>
                  </a:cubicBezTo>
                  <a:cubicBezTo>
                    <a:pt x="349" y="320"/>
                    <a:pt x="349" y="320"/>
                    <a:pt x="349" y="320"/>
                  </a:cubicBezTo>
                  <a:cubicBezTo>
                    <a:pt x="349" y="320"/>
                    <a:pt x="349" y="319"/>
                    <a:pt x="349" y="319"/>
                  </a:cubicBezTo>
                  <a:cubicBezTo>
                    <a:pt x="349" y="319"/>
                    <a:pt x="349" y="319"/>
                    <a:pt x="349" y="319"/>
                  </a:cubicBezTo>
                  <a:cubicBezTo>
                    <a:pt x="349" y="319"/>
                    <a:pt x="349" y="318"/>
                    <a:pt x="348" y="318"/>
                  </a:cubicBezTo>
                  <a:cubicBezTo>
                    <a:pt x="348" y="318"/>
                    <a:pt x="348" y="318"/>
                    <a:pt x="347" y="318"/>
                  </a:cubicBezTo>
                  <a:cubicBezTo>
                    <a:pt x="347" y="318"/>
                    <a:pt x="347" y="317"/>
                    <a:pt x="346" y="317"/>
                  </a:cubicBezTo>
                  <a:cubicBezTo>
                    <a:pt x="346" y="317"/>
                    <a:pt x="347" y="317"/>
                    <a:pt x="347" y="317"/>
                  </a:cubicBezTo>
                  <a:cubicBezTo>
                    <a:pt x="347" y="316"/>
                    <a:pt x="348" y="316"/>
                    <a:pt x="348" y="316"/>
                  </a:cubicBezTo>
                  <a:cubicBezTo>
                    <a:pt x="348" y="315"/>
                    <a:pt x="348" y="315"/>
                    <a:pt x="348" y="315"/>
                  </a:cubicBezTo>
                  <a:cubicBezTo>
                    <a:pt x="348" y="314"/>
                    <a:pt x="348" y="314"/>
                    <a:pt x="348" y="314"/>
                  </a:cubicBezTo>
                  <a:cubicBezTo>
                    <a:pt x="348" y="314"/>
                    <a:pt x="348" y="314"/>
                    <a:pt x="348" y="313"/>
                  </a:cubicBezTo>
                  <a:cubicBezTo>
                    <a:pt x="348" y="313"/>
                    <a:pt x="348" y="313"/>
                    <a:pt x="348" y="313"/>
                  </a:cubicBezTo>
                  <a:cubicBezTo>
                    <a:pt x="348" y="313"/>
                    <a:pt x="347" y="313"/>
                    <a:pt x="347" y="313"/>
                  </a:cubicBezTo>
                  <a:cubicBezTo>
                    <a:pt x="347" y="313"/>
                    <a:pt x="346" y="312"/>
                    <a:pt x="346" y="312"/>
                  </a:cubicBezTo>
                  <a:cubicBezTo>
                    <a:pt x="346" y="312"/>
                    <a:pt x="346" y="312"/>
                    <a:pt x="346" y="312"/>
                  </a:cubicBezTo>
                  <a:cubicBezTo>
                    <a:pt x="346" y="313"/>
                    <a:pt x="345" y="313"/>
                    <a:pt x="345" y="313"/>
                  </a:cubicBezTo>
                  <a:cubicBezTo>
                    <a:pt x="345" y="313"/>
                    <a:pt x="345" y="313"/>
                    <a:pt x="345" y="314"/>
                  </a:cubicBezTo>
                  <a:cubicBezTo>
                    <a:pt x="345" y="314"/>
                    <a:pt x="345" y="314"/>
                    <a:pt x="345" y="314"/>
                  </a:cubicBezTo>
                  <a:cubicBezTo>
                    <a:pt x="345" y="314"/>
                    <a:pt x="344" y="314"/>
                    <a:pt x="344" y="315"/>
                  </a:cubicBezTo>
                  <a:cubicBezTo>
                    <a:pt x="344" y="315"/>
                    <a:pt x="344" y="315"/>
                    <a:pt x="344" y="316"/>
                  </a:cubicBezTo>
                  <a:cubicBezTo>
                    <a:pt x="344" y="316"/>
                    <a:pt x="344" y="316"/>
                    <a:pt x="344" y="316"/>
                  </a:cubicBezTo>
                  <a:cubicBezTo>
                    <a:pt x="343" y="317"/>
                    <a:pt x="343" y="317"/>
                    <a:pt x="343" y="318"/>
                  </a:cubicBezTo>
                  <a:cubicBezTo>
                    <a:pt x="342" y="318"/>
                    <a:pt x="342" y="318"/>
                    <a:pt x="342" y="318"/>
                  </a:cubicBezTo>
                  <a:cubicBezTo>
                    <a:pt x="342" y="318"/>
                    <a:pt x="342" y="318"/>
                    <a:pt x="342" y="318"/>
                  </a:cubicBezTo>
                  <a:cubicBezTo>
                    <a:pt x="342" y="319"/>
                    <a:pt x="341" y="319"/>
                    <a:pt x="341" y="319"/>
                  </a:cubicBezTo>
                  <a:cubicBezTo>
                    <a:pt x="341" y="319"/>
                    <a:pt x="341" y="319"/>
                    <a:pt x="341" y="320"/>
                  </a:cubicBezTo>
                  <a:cubicBezTo>
                    <a:pt x="341" y="320"/>
                    <a:pt x="341" y="320"/>
                    <a:pt x="342" y="320"/>
                  </a:cubicBezTo>
                  <a:cubicBezTo>
                    <a:pt x="342" y="321"/>
                    <a:pt x="342" y="321"/>
                    <a:pt x="342" y="321"/>
                  </a:cubicBezTo>
                  <a:cubicBezTo>
                    <a:pt x="343" y="321"/>
                    <a:pt x="343" y="321"/>
                    <a:pt x="343" y="321"/>
                  </a:cubicBezTo>
                  <a:cubicBezTo>
                    <a:pt x="344" y="321"/>
                    <a:pt x="344" y="321"/>
                    <a:pt x="344" y="321"/>
                  </a:cubicBezTo>
                  <a:cubicBezTo>
                    <a:pt x="344" y="320"/>
                    <a:pt x="344" y="320"/>
                    <a:pt x="345" y="320"/>
                  </a:cubicBezTo>
                  <a:cubicBezTo>
                    <a:pt x="345" y="320"/>
                    <a:pt x="345" y="319"/>
                    <a:pt x="345" y="319"/>
                  </a:cubicBezTo>
                  <a:cubicBezTo>
                    <a:pt x="345" y="319"/>
                    <a:pt x="345" y="319"/>
                    <a:pt x="346" y="319"/>
                  </a:cubicBezTo>
                  <a:cubicBezTo>
                    <a:pt x="346" y="319"/>
                    <a:pt x="347" y="319"/>
                    <a:pt x="347" y="320"/>
                  </a:cubicBezTo>
                  <a:cubicBezTo>
                    <a:pt x="347" y="320"/>
                    <a:pt x="347" y="320"/>
                    <a:pt x="347" y="320"/>
                  </a:cubicBezTo>
                  <a:cubicBezTo>
                    <a:pt x="348" y="320"/>
                    <a:pt x="348" y="320"/>
                    <a:pt x="348" y="320"/>
                  </a:cubicBezTo>
                  <a:cubicBezTo>
                    <a:pt x="348" y="320"/>
                    <a:pt x="348" y="320"/>
                    <a:pt x="348" y="320"/>
                  </a:cubicBezTo>
                  <a:cubicBezTo>
                    <a:pt x="348" y="320"/>
                    <a:pt x="348" y="321"/>
                    <a:pt x="348" y="321"/>
                  </a:cubicBezTo>
                  <a:cubicBezTo>
                    <a:pt x="347" y="321"/>
                    <a:pt x="347" y="321"/>
                    <a:pt x="346" y="321"/>
                  </a:cubicBezTo>
                  <a:cubicBezTo>
                    <a:pt x="346" y="321"/>
                    <a:pt x="345" y="321"/>
                    <a:pt x="345" y="321"/>
                  </a:cubicBezTo>
                  <a:cubicBezTo>
                    <a:pt x="344" y="321"/>
                    <a:pt x="344" y="321"/>
                    <a:pt x="344" y="322"/>
                  </a:cubicBezTo>
                  <a:cubicBezTo>
                    <a:pt x="343" y="322"/>
                    <a:pt x="343" y="322"/>
                    <a:pt x="343" y="322"/>
                  </a:cubicBezTo>
                  <a:cubicBezTo>
                    <a:pt x="342" y="323"/>
                    <a:pt x="342" y="323"/>
                    <a:pt x="342" y="323"/>
                  </a:cubicBezTo>
                  <a:cubicBezTo>
                    <a:pt x="342" y="323"/>
                    <a:pt x="341" y="323"/>
                    <a:pt x="341" y="323"/>
                  </a:cubicBezTo>
                  <a:cubicBezTo>
                    <a:pt x="341" y="323"/>
                    <a:pt x="341" y="323"/>
                    <a:pt x="341" y="323"/>
                  </a:cubicBezTo>
                  <a:cubicBezTo>
                    <a:pt x="341" y="324"/>
                    <a:pt x="341" y="324"/>
                    <a:pt x="341" y="325"/>
                  </a:cubicBezTo>
                  <a:cubicBezTo>
                    <a:pt x="341" y="325"/>
                    <a:pt x="341" y="325"/>
                    <a:pt x="342" y="325"/>
                  </a:cubicBezTo>
                  <a:cubicBezTo>
                    <a:pt x="342" y="325"/>
                    <a:pt x="342" y="325"/>
                    <a:pt x="342" y="325"/>
                  </a:cubicBezTo>
                  <a:cubicBezTo>
                    <a:pt x="342" y="325"/>
                    <a:pt x="342" y="325"/>
                    <a:pt x="342" y="325"/>
                  </a:cubicBezTo>
                  <a:cubicBezTo>
                    <a:pt x="343" y="325"/>
                    <a:pt x="343" y="325"/>
                    <a:pt x="343" y="325"/>
                  </a:cubicBezTo>
                  <a:cubicBezTo>
                    <a:pt x="343" y="326"/>
                    <a:pt x="343" y="326"/>
                    <a:pt x="343" y="326"/>
                  </a:cubicBezTo>
                  <a:cubicBezTo>
                    <a:pt x="342" y="326"/>
                    <a:pt x="342" y="326"/>
                    <a:pt x="342" y="326"/>
                  </a:cubicBezTo>
                  <a:cubicBezTo>
                    <a:pt x="342" y="326"/>
                    <a:pt x="341" y="326"/>
                    <a:pt x="341" y="326"/>
                  </a:cubicBezTo>
                  <a:cubicBezTo>
                    <a:pt x="341" y="326"/>
                    <a:pt x="341" y="326"/>
                    <a:pt x="341" y="327"/>
                  </a:cubicBezTo>
                  <a:cubicBezTo>
                    <a:pt x="341" y="327"/>
                    <a:pt x="341" y="327"/>
                    <a:pt x="341" y="327"/>
                  </a:cubicBezTo>
                  <a:cubicBezTo>
                    <a:pt x="341" y="328"/>
                    <a:pt x="341" y="328"/>
                    <a:pt x="342" y="328"/>
                  </a:cubicBezTo>
                  <a:cubicBezTo>
                    <a:pt x="342" y="328"/>
                    <a:pt x="342" y="328"/>
                    <a:pt x="342" y="328"/>
                  </a:cubicBezTo>
                  <a:cubicBezTo>
                    <a:pt x="343" y="328"/>
                    <a:pt x="343" y="328"/>
                    <a:pt x="343" y="328"/>
                  </a:cubicBezTo>
                  <a:cubicBezTo>
                    <a:pt x="343" y="329"/>
                    <a:pt x="343" y="329"/>
                    <a:pt x="342" y="329"/>
                  </a:cubicBezTo>
                  <a:cubicBezTo>
                    <a:pt x="342" y="329"/>
                    <a:pt x="342" y="329"/>
                    <a:pt x="341" y="329"/>
                  </a:cubicBezTo>
                  <a:cubicBezTo>
                    <a:pt x="341" y="330"/>
                    <a:pt x="340" y="330"/>
                    <a:pt x="340" y="330"/>
                  </a:cubicBezTo>
                  <a:cubicBezTo>
                    <a:pt x="339" y="330"/>
                    <a:pt x="339" y="330"/>
                    <a:pt x="339" y="330"/>
                  </a:cubicBezTo>
                  <a:cubicBezTo>
                    <a:pt x="339" y="330"/>
                    <a:pt x="339" y="331"/>
                    <a:pt x="339" y="331"/>
                  </a:cubicBezTo>
                  <a:cubicBezTo>
                    <a:pt x="339" y="331"/>
                    <a:pt x="339" y="332"/>
                    <a:pt x="340" y="332"/>
                  </a:cubicBezTo>
                  <a:cubicBezTo>
                    <a:pt x="340" y="332"/>
                    <a:pt x="340" y="332"/>
                    <a:pt x="341" y="332"/>
                  </a:cubicBezTo>
                  <a:cubicBezTo>
                    <a:pt x="341" y="332"/>
                    <a:pt x="341" y="332"/>
                    <a:pt x="341" y="332"/>
                  </a:cubicBezTo>
                  <a:cubicBezTo>
                    <a:pt x="341" y="332"/>
                    <a:pt x="341" y="333"/>
                    <a:pt x="341" y="333"/>
                  </a:cubicBezTo>
                  <a:cubicBezTo>
                    <a:pt x="341" y="333"/>
                    <a:pt x="340" y="333"/>
                    <a:pt x="340" y="333"/>
                  </a:cubicBezTo>
                  <a:cubicBezTo>
                    <a:pt x="340" y="334"/>
                    <a:pt x="340" y="334"/>
                    <a:pt x="339" y="335"/>
                  </a:cubicBezTo>
                  <a:cubicBezTo>
                    <a:pt x="339" y="335"/>
                    <a:pt x="339" y="335"/>
                    <a:pt x="339" y="335"/>
                  </a:cubicBezTo>
                  <a:cubicBezTo>
                    <a:pt x="339" y="335"/>
                    <a:pt x="338" y="335"/>
                    <a:pt x="338" y="335"/>
                  </a:cubicBezTo>
                  <a:cubicBezTo>
                    <a:pt x="338" y="335"/>
                    <a:pt x="338" y="335"/>
                    <a:pt x="338" y="335"/>
                  </a:cubicBezTo>
                  <a:cubicBezTo>
                    <a:pt x="337" y="336"/>
                    <a:pt x="337" y="336"/>
                    <a:pt x="337" y="336"/>
                  </a:cubicBezTo>
                  <a:cubicBezTo>
                    <a:pt x="336" y="336"/>
                    <a:pt x="336" y="336"/>
                    <a:pt x="336" y="336"/>
                  </a:cubicBezTo>
                  <a:cubicBezTo>
                    <a:pt x="336" y="336"/>
                    <a:pt x="336" y="336"/>
                    <a:pt x="336" y="336"/>
                  </a:cubicBezTo>
                  <a:cubicBezTo>
                    <a:pt x="336" y="337"/>
                    <a:pt x="337" y="337"/>
                    <a:pt x="337" y="337"/>
                  </a:cubicBezTo>
                  <a:cubicBezTo>
                    <a:pt x="337" y="337"/>
                    <a:pt x="337" y="337"/>
                    <a:pt x="338" y="337"/>
                  </a:cubicBezTo>
                  <a:cubicBezTo>
                    <a:pt x="338" y="337"/>
                    <a:pt x="338" y="337"/>
                    <a:pt x="338" y="337"/>
                  </a:cubicBezTo>
                  <a:cubicBezTo>
                    <a:pt x="339" y="337"/>
                    <a:pt x="339" y="337"/>
                    <a:pt x="340" y="336"/>
                  </a:cubicBezTo>
                  <a:cubicBezTo>
                    <a:pt x="340" y="336"/>
                    <a:pt x="340" y="336"/>
                    <a:pt x="340" y="336"/>
                  </a:cubicBezTo>
                  <a:cubicBezTo>
                    <a:pt x="341" y="336"/>
                    <a:pt x="341" y="336"/>
                    <a:pt x="341" y="335"/>
                  </a:cubicBezTo>
                  <a:cubicBezTo>
                    <a:pt x="341" y="335"/>
                    <a:pt x="341" y="335"/>
                    <a:pt x="342" y="335"/>
                  </a:cubicBezTo>
                  <a:cubicBezTo>
                    <a:pt x="342" y="335"/>
                    <a:pt x="342" y="335"/>
                    <a:pt x="342" y="335"/>
                  </a:cubicBezTo>
                  <a:cubicBezTo>
                    <a:pt x="343" y="334"/>
                    <a:pt x="343" y="335"/>
                    <a:pt x="343" y="335"/>
                  </a:cubicBezTo>
                  <a:cubicBezTo>
                    <a:pt x="343" y="335"/>
                    <a:pt x="343" y="335"/>
                    <a:pt x="343" y="335"/>
                  </a:cubicBezTo>
                  <a:cubicBezTo>
                    <a:pt x="343" y="336"/>
                    <a:pt x="343" y="336"/>
                    <a:pt x="343" y="336"/>
                  </a:cubicBezTo>
                  <a:cubicBezTo>
                    <a:pt x="343" y="336"/>
                    <a:pt x="343" y="336"/>
                    <a:pt x="343" y="336"/>
                  </a:cubicBezTo>
                  <a:cubicBezTo>
                    <a:pt x="344" y="336"/>
                    <a:pt x="344" y="336"/>
                    <a:pt x="344" y="336"/>
                  </a:cubicBezTo>
                  <a:cubicBezTo>
                    <a:pt x="344" y="336"/>
                    <a:pt x="344" y="336"/>
                    <a:pt x="345" y="336"/>
                  </a:cubicBezTo>
                  <a:cubicBezTo>
                    <a:pt x="345" y="336"/>
                    <a:pt x="345" y="336"/>
                    <a:pt x="346" y="336"/>
                  </a:cubicBezTo>
                  <a:cubicBezTo>
                    <a:pt x="346" y="336"/>
                    <a:pt x="347" y="336"/>
                    <a:pt x="347" y="336"/>
                  </a:cubicBezTo>
                  <a:cubicBezTo>
                    <a:pt x="347" y="336"/>
                    <a:pt x="347" y="336"/>
                    <a:pt x="348" y="336"/>
                  </a:cubicBezTo>
                  <a:cubicBezTo>
                    <a:pt x="348" y="336"/>
                    <a:pt x="348" y="336"/>
                    <a:pt x="348" y="336"/>
                  </a:cubicBezTo>
                  <a:cubicBezTo>
                    <a:pt x="349" y="336"/>
                    <a:pt x="349" y="336"/>
                    <a:pt x="350" y="336"/>
                  </a:cubicBezTo>
                  <a:cubicBezTo>
                    <a:pt x="350" y="336"/>
                    <a:pt x="351" y="335"/>
                    <a:pt x="351" y="335"/>
                  </a:cubicBezTo>
                  <a:cubicBezTo>
                    <a:pt x="351" y="334"/>
                    <a:pt x="351" y="334"/>
                    <a:pt x="351" y="334"/>
                  </a:cubicBezTo>
                  <a:cubicBezTo>
                    <a:pt x="351" y="334"/>
                    <a:pt x="351" y="334"/>
                    <a:pt x="351" y="333"/>
                  </a:cubicBezTo>
                  <a:cubicBezTo>
                    <a:pt x="351" y="333"/>
                    <a:pt x="351" y="333"/>
                    <a:pt x="351" y="333"/>
                  </a:cubicBezTo>
                  <a:cubicBezTo>
                    <a:pt x="351" y="333"/>
                    <a:pt x="351" y="332"/>
                    <a:pt x="351" y="332"/>
                  </a:cubicBezTo>
                  <a:cubicBezTo>
                    <a:pt x="351" y="332"/>
                    <a:pt x="351" y="332"/>
                    <a:pt x="352" y="331"/>
                  </a:cubicBezTo>
                  <a:cubicBezTo>
                    <a:pt x="352" y="331"/>
                    <a:pt x="352" y="331"/>
                    <a:pt x="352" y="331"/>
                  </a:cubicBezTo>
                  <a:cubicBezTo>
                    <a:pt x="352" y="331"/>
                    <a:pt x="351" y="330"/>
                    <a:pt x="351" y="330"/>
                  </a:cubicBezTo>
                  <a:cubicBezTo>
                    <a:pt x="351" y="330"/>
                    <a:pt x="351" y="330"/>
                    <a:pt x="350" y="330"/>
                  </a:cubicBezTo>
                  <a:cubicBezTo>
                    <a:pt x="350" y="330"/>
                    <a:pt x="350" y="330"/>
                    <a:pt x="349" y="330"/>
                  </a:cubicBezTo>
                  <a:cubicBezTo>
                    <a:pt x="349" y="330"/>
                    <a:pt x="348" y="331"/>
                    <a:pt x="347" y="331"/>
                  </a:cubicBezTo>
                  <a:cubicBezTo>
                    <a:pt x="347" y="331"/>
                    <a:pt x="346" y="331"/>
                    <a:pt x="346" y="331"/>
                  </a:cubicBezTo>
                  <a:cubicBezTo>
                    <a:pt x="345" y="331"/>
                    <a:pt x="345" y="331"/>
                    <a:pt x="344" y="331"/>
                  </a:cubicBezTo>
                  <a:cubicBezTo>
                    <a:pt x="344" y="332"/>
                    <a:pt x="344" y="332"/>
                    <a:pt x="344" y="331"/>
                  </a:cubicBezTo>
                  <a:cubicBezTo>
                    <a:pt x="344" y="331"/>
                    <a:pt x="344" y="331"/>
                    <a:pt x="344" y="331"/>
                  </a:cubicBezTo>
                  <a:cubicBezTo>
                    <a:pt x="344" y="331"/>
                    <a:pt x="344" y="331"/>
                    <a:pt x="344" y="331"/>
                  </a:cubicBezTo>
                  <a:cubicBezTo>
                    <a:pt x="344" y="330"/>
                    <a:pt x="344" y="330"/>
                    <a:pt x="344" y="330"/>
                  </a:cubicBezTo>
                  <a:cubicBezTo>
                    <a:pt x="345" y="330"/>
                    <a:pt x="345" y="330"/>
                    <a:pt x="345" y="330"/>
                  </a:cubicBezTo>
                  <a:cubicBezTo>
                    <a:pt x="346" y="330"/>
                    <a:pt x="346" y="330"/>
                    <a:pt x="347" y="330"/>
                  </a:cubicBezTo>
                  <a:cubicBezTo>
                    <a:pt x="347" y="330"/>
                    <a:pt x="348" y="330"/>
                    <a:pt x="348" y="330"/>
                  </a:cubicBezTo>
                  <a:cubicBezTo>
                    <a:pt x="348" y="329"/>
                    <a:pt x="349" y="329"/>
                    <a:pt x="349" y="329"/>
                  </a:cubicBezTo>
                  <a:cubicBezTo>
                    <a:pt x="349" y="329"/>
                    <a:pt x="349" y="329"/>
                    <a:pt x="349" y="328"/>
                  </a:cubicBezTo>
                  <a:cubicBezTo>
                    <a:pt x="350" y="328"/>
                    <a:pt x="350" y="328"/>
                    <a:pt x="350" y="328"/>
                  </a:cubicBezTo>
                  <a:cubicBezTo>
                    <a:pt x="350" y="328"/>
                    <a:pt x="350" y="328"/>
                    <a:pt x="350" y="328"/>
                  </a:cubicBezTo>
                  <a:cubicBezTo>
                    <a:pt x="350" y="327"/>
                    <a:pt x="350" y="327"/>
                    <a:pt x="351" y="327"/>
                  </a:cubicBezTo>
                  <a:cubicBezTo>
                    <a:pt x="351" y="327"/>
                    <a:pt x="351" y="327"/>
                    <a:pt x="351" y="327"/>
                  </a:cubicBezTo>
                  <a:cubicBezTo>
                    <a:pt x="351" y="328"/>
                    <a:pt x="352" y="328"/>
                    <a:pt x="352" y="328"/>
                  </a:cubicBezTo>
                  <a:cubicBezTo>
                    <a:pt x="352" y="328"/>
                    <a:pt x="352" y="328"/>
                    <a:pt x="353" y="328"/>
                  </a:cubicBezTo>
                  <a:cubicBezTo>
                    <a:pt x="353" y="328"/>
                    <a:pt x="353" y="328"/>
                    <a:pt x="353" y="328"/>
                  </a:cubicBezTo>
                  <a:cubicBezTo>
                    <a:pt x="353" y="328"/>
                    <a:pt x="354" y="327"/>
                    <a:pt x="354" y="327"/>
                  </a:cubicBezTo>
                  <a:cubicBezTo>
                    <a:pt x="354" y="327"/>
                    <a:pt x="354" y="327"/>
                    <a:pt x="354" y="327"/>
                  </a:cubicBezTo>
                  <a:close/>
                  <a:moveTo>
                    <a:pt x="357" y="318"/>
                  </a:moveTo>
                  <a:cubicBezTo>
                    <a:pt x="357" y="317"/>
                    <a:pt x="357" y="315"/>
                    <a:pt x="356" y="314"/>
                  </a:cubicBezTo>
                  <a:cubicBezTo>
                    <a:pt x="356" y="314"/>
                    <a:pt x="356" y="313"/>
                    <a:pt x="356" y="313"/>
                  </a:cubicBezTo>
                  <a:cubicBezTo>
                    <a:pt x="356" y="313"/>
                    <a:pt x="356" y="313"/>
                    <a:pt x="355" y="313"/>
                  </a:cubicBezTo>
                  <a:cubicBezTo>
                    <a:pt x="355" y="313"/>
                    <a:pt x="355" y="313"/>
                    <a:pt x="355" y="313"/>
                  </a:cubicBezTo>
                  <a:cubicBezTo>
                    <a:pt x="355" y="313"/>
                    <a:pt x="355" y="314"/>
                    <a:pt x="355" y="314"/>
                  </a:cubicBezTo>
                  <a:cubicBezTo>
                    <a:pt x="355" y="314"/>
                    <a:pt x="355" y="315"/>
                    <a:pt x="355" y="316"/>
                  </a:cubicBezTo>
                  <a:cubicBezTo>
                    <a:pt x="355" y="316"/>
                    <a:pt x="355" y="316"/>
                    <a:pt x="355" y="316"/>
                  </a:cubicBezTo>
                  <a:cubicBezTo>
                    <a:pt x="355" y="317"/>
                    <a:pt x="355" y="317"/>
                    <a:pt x="355" y="318"/>
                  </a:cubicBezTo>
                  <a:cubicBezTo>
                    <a:pt x="355" y="318"/>
                    <a:pt x="355" y="319"/>
                    <a:pt x="355" y="320"/>
                  </a:cubicBezTo>
                  <a:cubicBezTo>
                    <a:pt x="355" y="320"/>
                    <a:pt x="355" y="320"/>
                    <a:pt x="355" y="320"/>
                  </a:cubicBezTo>
                  <a:cubicBezTo>
                    <a:pt x="355" y="321"/>
                    <a:pt x="354" y="321"/>
                    <a:pt x="355" y="322"/>
                  </a:cubicBezTo>
                  <a:cubicBezTo>
                    <a:pt x="355" y="322"/>
                    <a:pt x="355" y="323"/>
                    <a:pt x="355" y="323"/>
                  </a:cubicBezTo>
                  <a:cubicBezTo>
                    <a:pt x="355" y="324"/>
                    <a:pt x="355" y="325"/>
                    <a:pt x="355" y="325"/>
                  </a:cubicBezTo>
                  <a:cubicBezTo>
                    <a:pt x="355" y="325"/>
                    <a:pt x="355" y="326"/>
                    <a:pt x="355" y="326"/>
                  </a:cubicBezTo>
                  <a:cubicBezTo>
                    <a:pt x="355" y="327"/>
                    <a:pt x="355" y="328"/>
                    <a:pt x="355" y="328"/>
                  </a:cubicBezTo>
                  <a:cubicBezTo>
                    <a:pt x="355" y="329"/>
                    <a:pt x="355" y="329"/>
                    <a:pt x="355" y="329"/>
                  </a:cubicBezTo>
                  <a:cubicBezTo>
                    <a:pt x="355" y="329"/>
                    <a:pt x="355" y="329"/>
                    <a:pt x="355" y="330"/>
                  </a:cubicBezTo>
                  <a:cubicBezTo>
                    <a:pt x="355" y="330"/>
                    <a:pt x="355" y="330"/>
                    <a:pt x="355" y="331"/>
                  </a:cubicBezTo>
                  <a:cubicBezTo>
                    <a:pt x="355" y="331"/>
                    <a:pt x="355" y="332"/>
                    <a:pt x="355" y="332"/>
                  </a:cubicBezTo>
                  <a:cubicBezTo>
                    <a:pt x="355" y="332"/>
                    <a:pt x="355" y="332"/>
                    <a:pt x="355" y="332"/>
                  </a:cubicBezTo>
                  <a:cubicBezTo>
                    <a:pt x="355" y="333"/>
                    <a:pt x="355" y="333"/>
                    <a:pt x="355" y="333"/>
                  </a:cubicBezTo>
                  <a:cubicBezTo>
                    <a:pt x="355" y="334"/>
                    <a:pt x="355" y="334"/>
                    <a:pt x="355" y="335"/>
                  </a:cubicBezTo>
                  <a:cubicBezTo>
                    <a:pt x="355" y="335"/>
                    <a:pt x="355" y="335"/>
                    <a:pt x="355" y="335"/>
                  </a:cubicBezTo>
                  <a:cubicBezTo>
                    <a:pt x="355" y="335"/>
                    <a:pt x="356" y="335"/>
                    <a:pt x="356" y="335"/>
                  </a:cubicBezTo>
                  <a:cubicBezTo>
                    <a:pt x="356" y="334"/>
                    <a:pt x="356" y="334"/>
                    <a:pt x="356" y="334"/>
                  </a:cubicBezTo>
                  <a:cubicBezTo>
                    <a:pt x="356" y="333"/>
                    <a:pt x="356" y="332"/>
                    <a:pt x="356" y="332"/>
                  </a:cubicBezTo>
                  <a:cubicBezTo>
                    <a:pt x="356" y="332"/>
                    <a:pt x="356" y="332"/>
                    <a:pt x="356" y="332"/>
                  </a:cubicBezTo>
                  <a:cubicBezTo>
                    <a:pt x="356" y="331"/>
                    <a:pt x="356" y="330"/>
                    <a:pt x="356" y="330"/>
                  </a:cubicBezTo>
                  <a:cubicBezTo>
                    <a:pt x="356" y="330"/>
                    <a:pt x="356" y="329"/>
                    <a:pt x="356" y="329"/>
                  </a:cubicBezTo>
                  <a:cubicBezTo>
                    <a:pt x="356" y="329"/>
                    <a:pt x="356" y="329"/>
                    <a:pt x="356" y="328"/>
                  </a:cubicBezTo>
                  <a:cubicBezTo>
                    <a:pt x="356" y="328"/>
                    <a:pt x="356" y="328"/>
                    <a:pt x="356" y="327"/>
                  </a:cubicBezTo>
                  <a:cubicBezTo>
                    <a:pt x="356" y="327"/>
                    <a:pt x="356" y="326"/>
                    <a:pt x="356" y="326"/>
                  </a:cubicBezTo>
                  <a:cubicBezTo>
                    <a:pt x="356" y="326"/>
                    <a:pt x="356" y="326"/>
                    <a:pt x="356" y="326"/>
                  </a:cubicBezTo>
                  <a:cubicBezTo>
                    <a:pt x="356" y="325"/>
                    <a:pt x="356" y="325"/>
                    <a:pt x="356" y="325"/>
                  </a:cubicBezTo>
                  <a:cubicBezTo>
                    <a:pt x="356" y="324"/>
                    <a:pt x="356" y="324"/>
                    <a:pt x="357" y="324"/>
                  </a:cubicBezTo>
                  <a:cubicBezTo>
                    <a:pt x="357" y="323"/>
                    <a:pt x="357" y="323"/>
                    <a:pt x="356" y="323"/>
                  </a:cubicBezTo>
                  <a:cubicBezTo>
                    <a:pt x="356" y="322"/>
                    <a:pt x="356" y="322"/>
                    <a:pt x="356" y="321"/>
                  </a:cubicBezTo>
                  <a:cubicBezTo>
                    <a:pt x="356" y="321"/>
                    <a:pt x="356" y="320"/>
                    <a:pt x="357" y="320"/>
                  </a:cubicBezTo>
                  <a:cubicBezTo>
                    <a:pt x="357" y="320"/>
                    <a:pt x="357" y="320"/>
                    <a:pt x="357" y="320"/>
                  </a:cubicBezTo>
                  <a:cubicBezTo>
                    <a:pt x="357" y="319"/>
                    <a:pt x="357" y="319"/>
                    <a:pt x="357" y="319"/>
                  </a:cubicBezTo>
                  <a:cubicBezTo>
                    <a:pt x="357" y="319"/>
                    <a:pt x="357" y="318"/>
                    <a:pt x="357" y="318"/>
                  </a:cubicBezTo>
                  <a:close/>
                  <a:moveTo>
                    <a:pt x="380" y="332"/>
                  </a:moveTo>
                  <a:cubicBezTo>
                    <a:pt x="380" y="332"/>
                    <a:pt x="380" y="332"/>
                    <a:pt x="380" y="332"/>
                  </a:cubicBezTo>
                  <a:cubicBezTo>
                    <a:pt x="379" y="332"/>
                    <a:pt x="379" y="331"/>
                    <a:pt x="379" y="331"/>
                  </a:cubicBezTo>
                  <a:cubicBezTo>
                    <a:pt x="379" y="330"/>
                    <a:pt x="378" y="330"/>
                    <a:pt x="378" y="330"/>
                  </a:cubicBezTo>
                  <a:cubicBezTo>
                    <a:pt x="378" y="330"/>
                    <a:pt x="377" y="331"/>
                    <a:pt x="378" y="331"/>
                  </a:cubicBezTo>
                  <a:cubicBezTo>
                    <a:pt x="378" y="331"/>
                    <a:pt x="378" y="332"/>
                    <a:pt x="378" y="332"/>
                  </a:cubicBezTo>
                  <a:cubicBezTo>
                    <a:pt x="378" y="333"/>
                    <a:pt x="379" y="333"/>
                    <a:pt x="379" y="333"/>
                  </a:cubicBezTo>
                  <a:cubicBezTo>
                    <a:pt x="379" y="333"/>
                    <a:pt x="379" y="333"/>
                    <a:pt x="379" y="333"/>
                  </a:cubicBezTo>
                  <a:cubicBezTo>
                    <a:pt x="379" y="333"/>
                    <a:pt x="379" y="333"/>
                    <a:pt x="380" y="333"/>
                  </a:cubicBezTo>
                  <a:cubicBezTo>
                    <a:pt x="380" y="333"/>
                    <a:pt x="380" y="333"/>
                    <a:pt x="380" y="332"/>
                  </a:cubicBezTo>
                  <a:close/>
                  <a:moveTo>
                    <a:pt x="388" y="321"/>
                  </a:moveTo>
                  <a:cubicBezTo>
                    <a:pt x="388" y="321"/>
                    <a:pt x="388" y="321"/>
                    <a:pt x="387" y="321"/>
                  </a:cubicBezTo>
                  <a:cubicBezTo>
                    <a:pt x="387" y="321"/>
                    <a:pt x="387" y="321"/>
                    <a:pt x="386" y="321"/>
                  </a:cubicBezTo>
                  <a:cubicBezTo>
                    <a:pt x="386" y="321"/>
                    <a:pt x="386" y="321"/>
                    <a:pt x="386" y="321"/>
                  </a:cubicBezTo>
                  <a:cubicBezTo>
                    <a:pt x="386" y="320"/>
                    <a:pt x="386" y="320"/>
                    <a:pt x="386" y="320"/>
                  </a:cubicBezTo>
                  <a:cubicBezTo>
                    <a:pt x="385" y="320"/>
                    <a:pt x="385" y="320"/>
                    <a:pt x="385" y="320"/>
                  </a:cubicBezTo>
                  <a:cubicBezTo>
                    <a:pt x="385" y="320"/>
                    <a:pt x="385" y="320"/>
                    <a:pt x="385" y="320"/>
                  </a:cubicBezTo>
                  <a:cubicBezTo>
                    <a:pt x="384" y="320"/>
                    <a:pt x="384" y="320"/>
                    <a:pt x="384" y="321"/>
                  </a:cubicBezTo>
                  <a:cubicBezTo>
                    <a:pt x="384" y="321"/>
                    <a:pt x="383" y="322"/>
                    <a:pt x="383" y="322"/>
                  </a:cubicBezTo>
                  <a:cubicBezTo>
                    <a:pt x="383" y="322"/>
                    <a:pt x="383" y="322"/>
                    <a:pt x="383" y="322"/>
                  </a:cubicBezTo>
                  <a:cubicBezTo>
                    <a:pt x="382" y="322"/>
                    <a:pt x="382" y="322"/>
                    <a:pt x="382" y="321"/>
                  </a:cubicBezTo>
                  <a:cubicBezTo>
                    <a:pt x="382" y="321"/>
                    <a:pt x="382" y="321"/>
                    <a:pt x="382" y="321"/>
                  </a:cubicBezTo>
                  <a:cubicBezTo>
                    <a:pt x="381" y="321"/>
                    <a:pt x="381" y="321"/>
                    <a:pt x="381" y="322"/>
                  </a:cubicBezTo>
                  <a:cubicBezTo>
                    <a:pt x="381" y="322"/>
                    <a:pt x="381" y="323"/>
                    <a:pt x="381" y="323"/>
                  </a:cubicBezTo>
                  <a:cubicBezTo>
                    <a:pt x="381" y="324"/>
                    <a:pt x="381" y="324"/>
                    <a:pt x="381" y="324"/>
                  </a:cubicBezTo>
                  <a:cubicBezTo>
                    <a:pt x="381" y="324"/>
                    <a:pt x="381" y="324"/>
                    <a:pt x="381" y="324"/>
                  </a:cubicBezTo>
                  <a:cubicBezTo>
                    <a:pt x="380" y="325"/>
                    <a:pt x="380" y="325"/>
                    <a:pt x="380" y="325"/>
                  </a:cubicBezTo>
                  <a:cubicBezTo>
                    <a:pt x="380" y="325"/>
                    <a:pt x="380" y="324"/>
                    <a:pt x="380" y="324"/>
                  </a:cubicBezTo>
                  <a:cubicBezTo>
                    <a:pt x="380" y="324"/>
                    <a:pt x="379" y="324"/>
                    <a:pt x="379" y="323"/>
                  </a:cubicBezTo>
                  <a:cubicBezTo>
                    <a:pt x="379" y="323"/>
                    <a:pt x="379" y="323"/>
                    <a:pt x="379" y="323"/>
                  </a:cubicBezTo>
                  <a:cubicBezTo>
                    <a:pt x="379" y="323"/>
                    <a:pt x="379" y="323"/>
                    <a:pt x="379" y="323"/>
                  </a:cubicBezTo>
                  <a:cubicBezTo>
                    <a:pt x="379" y="323"/>
                    <a:pt x="380" y="322"/>
                    <a:pt x="380" y="322"/>
                  </a:cubicBezTo>
                  <a:cubicBezTo>
                    <a:pt x="380" y="321"/>
                    <a:pt x="380" y="321"/>
                    <a:pt x="380" y="320"/>
                  </a:cubicBezTo>
                  <a:cubicBezTo>
                    <a:pt x="380" y="320"/>
                    <a:pt x="380" y="320"/>
                    <a:pt x="379" y="320"/>
                  </a:cubicBezTo>
                  <a:cubicBezTo>
                    <a:pt x="379" y="319"/>
                    <a:pt x="379" y="319"/>
                    <a:pt x="379" y="319"/>
                  </a:cubicBezTo>
                  <a:cubicBezTo>
                    <a:pt x="379" y="319"/>
                    <a:pt x="378" y="319"/>
                    <a:pt x="378" y="319"/>
                  </a:cubicBezTo>
                  <a:cubicBezTo>
                    <a:pt x="378" y="320"/>
                    <a:pt x="378" y="319"/>
                    <a:pt x="377" y="319"/>
                  </a:cubicBezTo>
                  <a:cubicBezTo>
                    <a:pt x="377" y="319"/>
                    <a:pt x="377" y="319"/>
                    <a:pt x="377" y="319"/>
                  </a:cubicBezTo>
                  <a:cubicBezTo>
                    <a:pt x="378" y="319"/>
                    <a:pt x="378" y="319"/>
                    <a:pt x="378" y="319"/>
                  </a:cubicBezTo>
                  <a:cubicBezTo>
                    <a:pt x="379" y="319"/>
                    <a:pt x="379" y="318"/>
                    <a:pt x="379" y="318"/>
                  </a:cubicBezTo>
                  <a:cubicBezTo>
                    <a:pt x="379" y="318"/>
                    <a:pt x="380" y="318"/>
                    <a:pt x="380" y="318"/>
                  </a:cubicBezTo>
                  <a:cubicBezTo>
                    <a:pt x="380" y="318"/>
                    <a:pt x="380" y="318"/>
                    <a:pt x="381" y="318"/>
                  </a:cubicBezTo>
                  <a:cubicBezTo>
                    <a:pt x="381" y="317"/>
                    <a:pt x="381" y="317"/>
                    <a:pt x="381" y="316"/>
                  </a:cubicBezTo>
                  <a:cubicBezTo>
                    <a:pt x="381" y="316"/>
                    <a:pt x="381" y="315"/>
                    <a:pt x="380" y="315"/>
                  </a:cubicBezTo>
                  <a:cubicBezTo>
                    <a:pt x="380" y="315"/>
                    <a:pt x="380" y="315"/>
                    <a:pt x="380" y="315"/>
                  </a:cubicBezTo>
                  <a:cubicBezTo>
                    <a:pt x="380" y="315"/>
                    <a:pt x="379" y="315"/>
                    <a:pt x="380" y="315"/>
                  </a:cubicBezTo>
                  <a:cubicBezTo>
                    <a:pt x="380" y="315"/>
                    <a:pt x="380" y="315"/>
                    <a:pt x="380" y="315"/>
                  </a:cubicBezTo>
                  <a:cubicBezTo>
                    <a:pt x="380" y="315"/>
                    <a:pt x="380" y="315"/>
                    <a:pt x="380" y="315"/>
                  </a:cubicBezTo>
                  <a:cubicBezTo>
                    <a:pt x="380" y="315"/>
                    <a:pt x="380" y="316"/>
                    <a:pt x="379" y="316"/>
                  </a:cubicBezTo>
                  <a:cubicBezTo>
                    <a:pt x="379" y="316"/>
                    <a:pt x="379" y="316"/>
                    <a:pt x="378" y="316"/>
                  </a:cubicBezTo>
                  <a:cubicBezTo>
                    <a:pt x="377" y="317"/>
                    <a:pt x="377" y="317"/>
                    <a:pt x="376" y="317"/>
                  </a:cubicBezTo>
                  <a:cubicBezTo>
                    <a:pt x="376" y="317"/>
                    <a:pt x="375" y="317"/>
                    <a:pt x="375" y="318"/>
                  </a:cubicBezTo>
                  <a:cubicBezTo>
                    <a:pt x="375" y="318"/>
                    <a:pt x="375" y="318"/>
                    <a:pt x="375" y="318"/>
                  </a:cubicBezTo>
                  <a:cubicBezTo>
                    <a:pt x="375" y="318"/>
                    <a:pt x="374" y="318"/>
                    <a:pt x="374" y="318"/>
                  </a:cubicBezTo>
                  <a:cubicBezTo>
                    <a:pt x="374" y="318"/>
                    <a:pt x="374" y="318"/>
                    <a:pt x="374" y="318"/>
                  </a:cubicBezTo>
                  <a:cubicBezTo>
                    <a:pt x="374" y="318"/>
                    <a:pt x="373" y="318"/>
                    <a:pt x="373" y="318"/>
                  </a:cubicBezTo>
                  <a:cubicBezTo>
                    <a:pt x="373" y="318"/>
                    <a:pt x="373" y="318"/>
                    <a:pt x="373" y="318"/>
                  </a:cubicBezTo>
                  <a:cubicBezTo>
                    <a:pt x="373" y="318"/>
                    <a:pt x="372" y="318"/>
                    <a:pt x="372" y="317"/>
                  </a:cubicBezTo>
                  <a:cubicBezTo>
                    <a:pt x="371" y="317"/>
                    <a:pt x="371" y="317"/>
                    <a:pt x="370" y="317"/>
                  </a:cubicBezTo>
                  <a:cubicBezTo>
                    <a:pt x="370" y="317"/>
                    <a:pt x="370" y="317"/>
                    <a:pt x="370" y="317"/>
                  </a:cubicBezTo>
                  <a:cubicBezTo>
                    <a:pt x="370" y="317"/>
                    <a:pt x="370" y="317"/>
                    <a:pt x="370" y="317"/>
                  </a:cubicBezTo>
                  <a:cubicBezTo>
                    <a:pt x="370" y="318"/>
                    <a:pt x="370" y="318"/>
                    <a:pt x="370" y="318"/>
                  </a:cubicBezTo>
                  <a:cubicBezTo>
                    <a:pt x="370" y="318"/>
                    <a:pt x="370" y="318"/>
                    <a:pt x="370" y="318"/>
                  </a:cubicBezTo>
                  <a:cubicBezTo>
                    <a:pt x="370" y="319"/>
                    <a:pt x="370" y="319"/>
                    <a:pt x="371" y="319"/>
                  </a:cubicBezTo>
                  <a:cubicBezTo>
                    <a:pt x="371" y="319"/>
                    <a:pt x="371" y="319"/>
                    <a:pt x="371" y="319"/>
                  </a:cubicBezTo>
                  <a:cubicBezTo>
                    <a:pt x="371" y="320"/>
                    <a:pt x="371" y="320"/>
                    <a:pt x="372" y="320"/>
                  </a:cubicBezTo>
                  <a:cubicBezTo>
                    <a:pt x="372" y="320"/>
                    <a:pt x="372" y="320"/>
                    <a:pt x="373" y="320"/>
                  </a:cubicBezTo>
                  <a:cubicBezTo>
                    <a:pt x="373" y="320"/>
                    <a:pt x="373" y="321"/>
                    <a:pt x="373" y="321"/>
                  </a:cubicBezTo>
                  <a:cubicBezTo>
                    <a:pt x="373" y="321"/>
                    <a:pt x="373" y="321"/>
                    <a:pt x="373" y="321"/>
                  </a:cubicBezTo>
                  <a:cubicBezTo>
                    <a:pt x="372" y="322"/>
                    <a:pt x="372" y="322"/>
                    <a:pt x="372" y="322"/>
                  </a:cubicBezTo>
                  <a:cubicBezTo>
                    <a:pt x="372" y="322"/>
                    <a:pt x="372" y="323"/>
                    <a:pt x="372" y="323"/>
                  </a:cubicBezTo>
                  <a:cubicBezTo>
                    <a:pt x="372" y="323"/>
                    <a:pt x="372" y="323"/>
                    <a:pt x="372" y="323"/>
                  </a:cubicBezTo>
                  <a:cubicBezTo>
                    <a:pt x="372" y="323"/>
                    <a:pt x="372" y="323"/>
                    <a:pt x="372" y="323"/>
                  </a:cubicBezTo>
                  <a:cubicBezTo>
                    <a:pt x="372" y="323"/>
                    <a:pt x="372" y="323"/>
                    <a:pt x="372" y="323"/>
                  </a:cubicBezTo>
                  <a:cubicBezTo>
                    <a:pt x="373" y="324"/>
                    <a:pt x="373" y="324"/>
                    <a:pt x="373" y="323"/>
                  </a:cubicBezTo>
                  <a:cubicBezTo>
                    <a:pt x="374" y="323"/>
                    <a:pt x="374" y="323"/>
                    <a:pt x="374" y="323"/>
                  </a:cubicBezTo>
                  <a:cubicBezTo>
                    <a:pt x="374" y="323"/>
                    <a:pt x="375" y="323"/>
                    <a:pt x="375" y="324"/>
                  </a:cubicBezTo>
                  <a:cubicBezTo>
                    <a:pt x="375" y="324"/>
                    <a:pt x="375" y="324"/>
                    <a:pt x="375" y="324"/>
                  </a:cubicBezTo>
                  <a:cubicBezTo>
                    <a:pt x="375" y="324"/>
                    <a:pt x="375" y="324"/>
                    <a:pt x="375" y="324"/>
                  </a:cubicBezTo>
                  <a:cubicBezTo>
                    <a:pt x="375" y="324"/>
                    <a:pt x="374" y="324"/>
                    <a:pt x="374" y="325"/>
                  </a:cubicBezTo>
                  <a:cubicBezTo>
                    <a:pt x="374" y="325"/>
                    <a:pt x="374" y="325"/>
                    <a:pt x="374" y="325"/>
                  </a:cubicBezTo>
                  <a:cubicBezTo>
                    <a:pt x="374" y="325"/>
                    <a:pt x="373" y="326"/>
                    <a:pt x="373" y="326"/>
                  </a:cubicBezTo>
                  <a:cubicBezTo>
                    <a:pt x="372" y="326"/>
                    <a:pt x="372" y="326"/>
                    <a:pt x="372" y="326"/>
                  </a:cubicBezTo>
                  <a:cubicBezTo>
                    <a:pt x="371" y="327"/>
                    <a:pt x="370" y="327"/>
                    <a:pt x="370" y="327"/>
                  </a:cubicBezTo>
                  <a:cubicBezTo>
                    <a:pt x="369" y="327"/>
                    <a:pt x="368" y="327"/>
                    <a:pt x="368" y="327"/>
                  </a:cubicBezTo>
                  <a:cubicBezTo>
                    <a:pt x="368" y="327"/>
                    <a:pt x="368" y="327"/>
                    <a:pt x="368" y="327"/>
                  </a:cubicBezTo>
                  <a:cubicBezTo>
                    <a:pt x="368" y="327"/>
                    <a:pt x="368" y="328"/>
                    <a:pt x="368" y="328"/>
                  </a:cubicBezTo>
                  <a:cubicBezTo>
                    <a:pt x="368" y="328"/>
                    <a:pt x="368" y="328"/>
                    <a:pt x="368" y="328"/>
                  </a:cubicBezTo>
                  <a:cubicBezTo>
                    <a:pt x="368" y="328"/>
                    <a:pt x="369" y="328"/>
                    <a:pt x="369" y="328"/>
                  </a:cubicBezTo>
                  <a:cubicBezTo>
                    <a:pt x="369" y="328"/>
                    <a:pt x="370" y="328"/>
                    <a:pt x="370" y="328"/>
                  </a:cubicBezTo>
                  <a:cubicBezTo>
                    <a:pt x="370" y="328"/>
                    <a:pt x="371" y="328"/>
                    <a:pt x="371" y="328"/>
                  </a:cubicBezTo>
                  <a:cubicBezTo>
                    <a:pt x="372" y="328"/>
                    <a:pt x="372" y="328"/>
                    <a:pt x="373" y="328"/>
                  </a:cubicBezTo>
                  <a:cubicBezTo>
                    <a:pt x="373" y="328"/>
                    <a:pt x="373" y="328"/>
                    <a:pt x="374" y="328"/>
                  </a:cubicBezTo>
                  <a:cubicBezTo>
                    <a:pt x="374" y="328"/>
                    <a:pt x="374" y="328"/>
                    <a:pt x="374" y="329"/>
                  </a:cubicBezTo>
                  <a:cubicBezTo>
                    <a:pt x="374" y="329"/>
                    <a:pt x="373" y="329"/>
                    <a:pt x="373" y="329"/>
                  </a:cubicBezTo>
                  <a:cubicBezTo>
                    <a:pt x="372" y="330"/>
                    <a:pt x="371" y="330"/>
                    <a:pt x="370" y="331"/>
                  </a:cubicBezTo>
                  <a:cubicBezTo>
                    <a:pt x="369" y="331"/>
                    <a:pt x="368" y="331"/>
                    <a:pt x="367" y="331"/>
                  </a:cubicBezTo>
                  <a:cubicBezTo>
                    <a:pt x="367" y="331"/>
                    <a:pt x="367" y="331"/>
                    <a:pt x="367" y="332"/>
                  </a:cubicBezTo>
                  <a:cubicBezTo>
                    <a:pt x="367" y="332"/>
                    <a:pt x="367" y="332"/>
                    <a:pt x="367" y="332"/>
                  </a:cubicBezTo>
                  <a:cubicBezTo>
                    <a:pt x="367" y="333"/>
                    <a:pt x="367" y="333"/>
                    <a:pt x="368" y="333"/>
                  </a:cubicBezTo>
                  <a:cubicBezTo>
                    <a:pt x="368" y="333"/>
                    <a:pt x="368" y="333"/>
                    <a:pt x="368" y="333"/>
                  </a:cubicBezTo>
                  <a:cubicBezTo>
                    <a:pt x="369" y="333"/>
                    <a:pt x="369" y="333"/>
                    <a:pt x="369" y="332"/>
                  </a:cubicBezTo>
                  <a:cubicBezTo>
                    <a:pt x="370" y="332"/>
                    <a:pt x="370" y="332"/>
                    <a:pt x="370" y="332"/>
                  </a:cubicBezTo>
                  <a:cubicBezTo>
                    <a:pt x="371" y="332"/>
                    <a:pt x="371" y="333"/>
                    <a:pt x="371" y="333"/>
                  </a:cubicBezTo>
                  <a:cubicBezTo>
                    <a:pt x="371" y="333"/>
                    <a:pt x="371" y="333"/>
                    <a:pt x="371" y="333"/>
                  </a:cubicBezTo>
                  <a:cubicBezTo>
                    <a:pt x="371" y="334"/>
                    <a:pt x="371" y="334"/>
                    <a:pt x="371" y="334"/>
                  </a:cubicBezTo>
                  <a:cubicBezTo>
                    <a:pt x="371" y="335"/>
                    <a:pt x="371" y="335"/>
                    <a:pt x="371" y="335"/>
                  </a:cubicBezTo>
                  <a:cubicBezTo>
                    <a:pt x="371" y="335"/>
                    <a:pt x="372" y="335"/>
                    <a:pt x="372" y="334"/>
                  </a:cubicBezTo>
                  <a:cubicBezTo>
                    <a:pt x="372" y="334"/>
                    <a:pt x="372" y="334"/>
                    <a:pt x="372" y="334"/>
                  </a:cubicBezTo>
                  <a:cubicBezTo>
                    <a:pt x="372" y="334"/>
                    <a:pt x="372" y="334"/>
                    <a:pt x="372" y="333"/>
                  </a:cubicBezTo>
                  <a:cubicBezTo>
                    <a:pt x="372" y="333"/>
                    <a:pt x="372" y="333"/>
                    <a:pt x="372" y="333"/>
                  </a:cubicBezTo>
                  <a:cubicBezTo>
                    <a:pt x="372" y="333"/>
                    <a:pt x="372" y="332"/>
                    <a:pt x="372" y="332"/>
                  </a:cubicBezTo>
                  <a:cubicBezTo>
                    <a:pt x="372" y="332"/>
                    <a:pt x="372" y="332"/>
                    <a:pt x="372" y="332"/>
                  </a:cubicBezTo>
                  <a:cubicBezTo>
                    <a:pt x="373" y="331"/>
                    <a:pt x="373" y="331"/>
                    <a:pt x="374" y="331"/>
                  </a:cubicBezTo>
                  <a:cubicBezTo>
                    <a:pt x="374" y="331"/>
                    <a:pt x="374" y="332"/>
                    <a:pt x="374" y="332"/>
                  </a:cubicBezTo>
                  <a:cubicBezTo>
                    <a:pt x="374" y="332"/>
                    <a:pt x="374" y="332"/>
                    <a:pt x="374" y="332"/>
                  </a:cubicBezTo>
                  <a:cubicBezTo>
                    <a:pt x="374" y="333"/>
                    <a:pt x="374" y="333"/>
                    <a:pt x="374" y="333"/>
                  </a:cubicBezTo>
                  <a:cubicBezTo>
                    <a:pt x="374" y="334"/>
                    <a:pt x="374" y="334"/>
                    <a:pt x="374" y="334"/>
                  </a:cubicBezTo>
                  <a:cubicBezTo>
                    <a:pt x="373" y="334"/>
                    <a:pt x="373" y="335"/>
                    <a:pt x="374" y="335"/>
                  </a:cubicBezTo>
                  <a:cubicBezTo>
                    <a:pt x="374" y="335"/>
                    <a:pt x="374" y="335"/>
                    <a:pt x="374" y="336"/>
                  </a:cubicBezTo>
                  <a:cubicBezTo>
                    <a:pt x="374" y="336"/>
                    <a:pt x="374" y="336"/>
                    <a:pt x="374" y="336"/>
                  </a:cubicBezTo>
                  <a:cubicBezTo>
                    <a:pt x="375" y="336"/>
                    <a:pt x="375" y="335"/>
                    <a:pt x="375" y="335"/>
                  </a:cubicBezTo>
                  <a:cubicBezTo>
                    <a:pt x="375" y="335"/>
                    <a:pt x="375" y="334"/>
                    <a:pt x="376" y="334"/>
                  </a:cubicBezTo>
                  <a:cubicBezTo>
                    <a:pt x="376" y="333"/>
                    <a:pt x="376" y="333"/>
                    <a:pt x="376" y="332"/>
                  </a:cubicBezTo>
                  <a:cubicBezTo>
                    <a:pt x="376" y="332"/>
                    <a:pt x="376" y="332"/>
                    <a:pt x="376" y="332"/>
                  </a:cubicBezTo>
                  <a:cubicBezTo>
                    <a:pt x="376" y="332"/>
                    <a:pt x="376" y="331"/>
                    <a:pt x="376" y="331"/>
                  </a:cubicBezTo>
                  <a:cubicBezTo>
                    <a:pt x="376" y="331"/>
                    <a:pt x="376" y="330"/>
                    <a:pt x="376" y="330"/>
                  </a:cubicBezTo>
                  <a:cubicBezTo>
                    <a:pt x="377" y="330"/>
                    <a:pt x="377" y="330"/>
                    <a:pt x="377" y="330"/>
                  </a:cubicBezTo>
                  <a:cubicBezTo>
                    <a:pt x="377" y="330"/>
                    <a:pt x="377" y="330"/>
                    <a:pt x="378" y="329"/>
                  </a:cubicBezTo>
                  <a:cubicBezTo>
                    <a:pt x="378" y="329"/>
                    <a:pt x="379" y="329"/>
                    <a:pt x="379" y="329"/>
                  </a:cubicBezTo>
                  <a:cubicBezTo>
                    <a:pt x="380" y="329"/>
                    <a:pt x="380" y="329"/>
                    <a:pt x="380" y="329"/>
                  </a:cubicBezTo>
                  <a:cubicBezTo>
                    <a:pt x="380" y="328"/>
                    <a:pt x="380" y="328"/>
                    <a:pt x="380" y="328"/>
                  </a:cubicBezTo>
                  <a:cubicBezTo>
                    <a:pt x="380" y="328"/>
                    <a:pt x="379" y="328"/>
                    <a:pt x="379" y="327"/>
                  </a:cubicBezTo>
                  <a:cubicBezTo>
                    <a:pt x="379" y="327"/>
                    <a:pt x="379" y="327"/>
                    <a:pt x="378" y="327"/>
                  </a:cubicBezTo>
                  <a:cubicBezTo>
                    <a:pt x="378" y="327"/>
                    <a:pt x="378" y="327"/>
                    <a:pt x="377" y="327"/>
                  </a:cubicBezTo>
                  <a:cubicBezTo>
                    <a:pt x="377" y="328"/>
                    <a:pt x="377" y="328"/>
                    <a:pt x="377" y="328"/>
                  </a:cubicBezTo>
                  <a:cubicBezTo>
                    <a:pt x="377" y="328"/>
                    <a:pt x="377" y="328"/>
                    <a:pt x="377" y="328"/>
                  </a:cubicBezTo>
                  <a:cubicBezTo>
                    <a:pt x="376" y="327"/>
                    <a:pt x="376" y="327"/>
                    <a:pt x="376" y="326"/>
                  </a:cubicBezTo>
                  <a:cubicBezTo>
                    <a:pt x="376" y="326"/>
                    <a:pt x="376" y="326"/>
                    <a:pt x="376" y="326"/>
                  </a:cubicBezTo>
                  <a:cubicBezTo>
                    <a:pt x="376" y="326"/>
                    <a:pt x="377" y="326"/>
                    <a:pt x="377" y="326"/>
                  </a:cubicBezTo>
                  <a:cubicBezTo>
                    <a:pt x="377" y="326"/>
                    <a:pt x="377" y="326"/>
                    <a:pt x="377" y="326"/>
                  </a:cubicBezTo>
                  <a:cubicBezTo>
                    <a:pt x="378" y="326"/>
                    <a:pt x="378" y="326"/>
                    <a:pt x="379" y="326"/>
                  </a:cubicBezTo>
                  <a:cubicBezTo>
                    <a:pt x="379" y="325"/>
                    <a:pt x="379" y="325"/>
                    <a:pt x="380" y="325"/>
                  </a:cubicBezTo>
                  <a:cubicBezTo>
                    <a:pt x="380" y="325"/>
                    <a:pt x="380" y="325"/>
                    <a:pt x="380" y="326"/>
                  </a:cubicBezTo>
                  <a:cubicBezTo>
                    <a:pt x="380" y="326"/>
                    <a:pt x="380" y="326"/>
                    <a:pt x="380" y="327"/>
                  </a:cubicBezTo>
                  <a:cubicBezTo>
                    <a:pt x="380" y="327"/>
                    <a:pt x="381" y="328"/>
                    <a:pt x="380" y="328"/>
                  </a:cubicBezTo>
                  <a:cubicBezTo>
                    <a:pt x="380" y="329"/>
                    <a:pt x="380" y="329"/>
                    <a:pt x="380" y="330"/>
                  </a:cubicBezTo>
                  <a:cubicBezTo>
                    <a:pt x="380" y="330"/>
                    <a:pt x="380" y="330"/>
                    <a:pt x="381" y="330"/>
                  </a:cubicBezTo>
                  <a:cubicBezTo>
                    <a:pt x="381" y="330"/>
                    <a:pt x="381" y="330"/>
                    <a:pt x="381" y="330"/>
                  </a:cubicBezTo>
                  <a:cubicBezTo>
                    <a:pt x="382" y="330"/>
                    <a:pt x="382" y="330"/>
                    <a:pt x="382" y="330"/>
                  </a:cubicBezTo>
                  <a:cubicBezTo>
                    <a:pt x="382" y="329"/>
                    <a:pt x="382" y="329"/>
                    <a:pt x="382" y="328"/>
                  </a:cubicBezTo>
                  <a:cubicBezTo>
                    <a:pt x="382" y="328"/>
                    <a:pt x="382" y="327"/>
                    <a:pt x="382" y="327"/>
                  </a:cubicBezTo>
                  <a:cubicBezTo>
                    <a:pt x="382" y="326"/>
                    <a:pt x="383" y="326"/>
                    <a:pt x="383" y="325"/>
                  </a:cubicBezTo>
                  <a:cubicBezTo>
                    <a:pt x="383" y="325"/>
                    <a:pt x="383" y="325"/>
                    <a:pt x="384" y="325"/>
                  </a:cubicBezTo>
                  <a:cubicBezTo>
                    <a:pt x="384" y="325"/>
                    <a:pt x="384" y="325"/>
                    <a:pt x="384" y="325"/>
                  </a:cubicBezTo>
                  <a:cubicBezTo>
                    <a:pt x="384" y="325"/>
                    <a:pt x="384" y="325"/>
                    <a:pt x="384" y="326"/>
                  </a:cubicBezTo>
                  <a:cubicBezTo>
                    <a:pt x="384" y="326"/>
                    <a:pt x="384" y="326"/>
                    <a:pt x="384" y="326"/>
                  </a:cubicBezTo>
                  <a:cubicBezTo>
                    <a:pt x="384" y="327"/>
                    <a:pt x="384" y="327"/>
                    <a:pt x="384" y="327"/>
                  </a:cubicBezTo>
                  <a:cubicBezTo>
                    <a:pt x="384" y="328"/>
                    <a:pt x="384" y="328"/>
                    <a:pt x="384" y="328"/>
                  </a:cubicBezTo>
                  <a:cubicBezTo>
                    <a:pt x="384" y="329"/>
                    <a:pt x="384" y="329"/>
                    <a:pt x="384" y="330"/>
                  </a:cubicBezTo>
                  <a:cubicBezTo>
                    <a:pt x="384" y="330"/>
                    <a:pt x="384" y="330"/>
                    <a:pt x="384" y="330"/>
                  </a:cubicBezTo>
                  <a:cubicBezTo>
                    <a:pt x="385" y="330"/>
                    <a:pt x="385" y="331"/>
                    <a:pt x="385" y="331"/>
                  </a:cubicBezTo>
                  <a:cubicBezTo>
                    <a:pt x="384" y="332"/>
                    <a:pt x="384" y="332"/>
                    <a:pt x="384" y="333"/>
                  </a:cubicBezTo>
                  <a:cubicBezTo>
                    <a:pt x="385" y="333"/>
                    <a:pt x="385" y="333"/>
                    <a:pt x="384" y="333"/>
                  </a:cubicBezTo>
                  <a:cubicBezTo>
                    <a:pt x="384" y="334"/>
                    <a:pt x="384" y="335"/>
                    <a:pt x="384" y="335"/>
                  </a:cubicBezTo>
                  <a:cubicBezTo>
                    <a:pt x="384" y="335"/>
                    <a:pt x="384" y="335"/>
                    <a:pt x="384" y="335"/>
                  </a:cubicBezTo>
                  <a:cubicBezTo>
                    <a:pt x="384" y="336"/>
                    <a:pt x="384" y="336"/>
                    <a:pt x="384" y="336"/>
                  </a:cubicBezTo>
                  <a:cubicBezTo>
                    <a:pt x="384" y="337"/>
                    <a:pt x="384" y="337"/>
                    <a:pt x="384" y="338"/>
                  </a:cubicBezTo>
                  <a:cubicBezTo>
                    <a:pt x="384" y="338"/>
                    <a:pt x="384" y="339"/>
                    <a:pt x="384" y="339"/>
                  </a:cubicBezTo>
                  <a:cubicBezTo>
                    <a:pt x="384" y="339"/>
                    <a:pt x="384" y="340"/>
                    <a:pt x="385" y="340"/>
                  </a:cubicBezTo>
                  <a:cubicBezTo>
                    <a:pt x="385" y="340"/>
                    <a:pt x="385" y="339"/>
                    <a:pt x="385" y="339"/>
                  </a:cubicBezTo>
                  <a:cubicBezTo>
                    <a:pt x="385" y="339"/>
                    <a:pt x="385" y="339"/>
                    <a:pt x="385" y="339"/>
                  </a:cubicBezTo>
                  <a:cubicBezTo>
                    <a:pt x="385" y="339"/>
                    <a:pt x="386" y="338"/>
                    <a:pt x="386" y="338"/>
                  </a:cubicBezTo>
                  <a:cubicBezTo>
                    <a:pt x="386" y="338"/>
                    <a:pt x="386" y="338"/>
                    <a:pt x="386" y="338"/>
                  </a:cubicBezTo>
                  <a:cubicBezTo>
                    <a:pt x="386" y="337"/>
                    <a:pt x="386" y="337"/>
                    <a:pt x="386" y="337"/>
                  </a:cubicBezTo>
                  <a:cubicBezTo>
                    <a:pt x="386" y="336"/>
                    <a:pt x="386" y="336"/>
                    <a:pt x="386" y="336"/>
                  </a:cubicBezTo>
                  <a:cubicBezTo>
                    <a:pt x="386" y="335"/>
                    <a:pt x="386" y="335"/>
                    <a:pt x="386" y="335"/>
                  </a:cubicBezTo>
                  <a:cubicBezTo>
                    <a:pt x="386" y="335"/>
                    <a:pt x="386" y="335"/>
                    <a:pt x="386" y="335"/>
                  </a:cubicBezTo>
                  <a:cubicBezTo>
                    <a:pt x="386" y="334"/>
                    <a:pt x="386" y="334"/>
                    <a:pt x="386" y="334"/>
                  </a:cubicBezTo>
                  <a:cubicBezTo>
                    <a:pt x="386" y="334"/>
                    <a:pt x="386" y="334"/>
                    <a:pt x="386" y="334"/>
                  </a:cubicBezTo>
                  <a:cubicBezTo>
                    <a:pt x="386" y="333"/>
                    <a:pt x="386" y="333"/>
                    <a:pt x="386" y="333"/>
                  </a:cubicBezTo>
                  <a:cubicBezTo>
                    <a:pt x="386" y="332"/>
                    <a:pt x="386" y="331"/>
                    <a:pt x="386" y="330"/>
                  </a:cubicBezTo>
                  <a:cubicBezTo>
                    <a:pt x="386" y="329"/>
                    <a:pt x="386" y="328"/>
                    <a:pt x="386" y="327"/>
                  </a:cubicBezTo>
                  <a:cubicBezTo>
                    <a:pt x="386" y="327"/>
                    <a:pt x="386" y="327"/>
                    <a:pt x="386" y="326"/>
                  </a:cubicBezTo>
                  <a:cubicBezTo>
                    <a:pt x="386" y="326"/>
                    <a:pt x="386" y="325"/>
                    <a:pt x="386" y="324"/>
                  </a:cubicBezTo>
                  <a:cubicBezTo>
                    <a:pt x="386" y="323"/>
                    <a:pt x="387" y="323"/>
                    <a:pt x="387" y="323"/>
                  </a:cubicBezTo>
                  <a:cubicBezTo>
                    <a:pt x="387" y="323"/>
                    <a:pt x="388" y="323"/>
                    <a:pt x="388" y="323"/>
                  </a:cubicBezTo>
                  <a:cubicBezTo>
                    <a:pt x="388" y="322"/>
                    <a:pt x="388" y="322"/>
                    <a:pt x="388" y="321"/>
                  </a:cubicBezTo>
                  <a:close/>
                  <a:moveTo>
                    <a:pt x="377" y="323"/>
                  </a:moveTo>
                  <a:cubicBezTo>
                    <a:pt x="377" y="323"/>
                    <a:pt x="377" y="324"/>
                    <a:pt x="377" y="324"/>
                  </a:cubicBezTo>
                  <a:cubicBezTo>
                    <a:pt x="377" y="324"/>
                    <a:pt x="377" y="324"/>
                    <a:pt x="378" y="324"/>
                  </a:cubicBezTo>
                  <a:cubicBezTo>
                    <a:pt x="378" y="324"/>
                    <a:pt x="378" y="324"/>
                    <a:pt x="378" y="324"/>
                  </a:cubicBezTo>
                  <a:cubicBezTo>
                    <a:pt x="378" y="323"/>
                    <a:pt x="378" y="323"/>
                    <a:pt x="378" y="323"/>
                  </a:cubicBezTo>
                  <a:cubicBezTo>
                    <a:pt x="378" y="323"/>
                    <a:pt x="378" y="323"/>
                    <a:pt x="378" y="323"/>
                  </a:cubicBezTo>
                  <a:cubicBezTo>
                    <a:pt x="378" y="323"/>
                    <a:pt x="377" y="323"/>
                    <a:pt x="377" y="323"/>
                  </a:cubicBezTo>
                  <a:close/>
                  <a:moveTo>
                    <a:pt x="300" y="327"/>
                  </a:moveTo>
                  <a:cubicBezTo>
                    <a:pt x="300" y="327"/>
                    <a:pt x="300" y="327"/>
                    <a:pt x="300" y="327"/>
                  </a:cubicBezTo>
                  <a:cubicBezTo>
                    <a:pt x="300" y="327"/>
                    <a:pt x="300" y="328"/>
                    <a:pt x="300" y="328"/>
                  </a:cubicBezTo>
                  <a:cubicBezTo>
                    <a:pt x="299" y="328"/>
                    <a:pt x="299" y="329"/>
                    <a:pt x="299" y="330"/>
                  </a:cubicBezTo>
                  <a:cubicBezTo>
                    <a:pt x="299" y="330"/>
                    <a:pt x="298" y="330"/>
                    <a:pt x="298" y="330"/>
                  </a:cubicBezTo>
                  <a:cubicBezTo>
                    <a:pt x="298" y="330"/>
                    <a:pt x="298" y="330"/>
                    <a:pt x="299" y="330"/>
                  </a:cubicBezTo>
                  <a:cubicBezTo>
                    <a:pt x="299" y="330"/>
                    <a:pt x="299" y="330"/>
                    <a:pt x="299" y="331"/>
                  </a:cubicBezTo>
                  <a:cubicBezTo>
                    <a:pt x="299" y="331"/>
                    <a:pt x="300" y="331"/>
                    <a:pt x="300" y="331"/>
                  </a:cubicBezTo>
                  <a:cubicBezTo>
                    <a:pt x="300" y="331"/>
                    <a:pt x="301" y="331"/>
                    <a:pt x="301" y="330"/>
                  </a:cubicBezTo>
                  <a:cubicBezTo>
                    <a:pt x="301" y="330"/>
                    <a:pt x="301" y="330"/>
                    <a:pt x="301" y="329"/>
                  </a:cubicBezTo>
                  <a:cubicBezTo>
                    <a:pt x="301" y="329"/>
                    <a:pt x="301" y="328"/>
                    <a:pt x="301" y="328"/>
                  </a:cubicBezTo>
                  <a:cubicBezTo>
                    <a:pt x="301" y="328"/>
                    <a:pt x="301" y="327"/>
                    <a:pt x="301" y="327"/>
                  </a:cubicBezTo>
                  <a:cubicBezTo>
                    <a:pt x="301" y="327"/>
                    <a:pt x="301" y="326"/>
                    <a:pt x="301" y="327"/>
                  </a:cubicBezTo>
                  <a:cubicBezTo>
                    <a:pt x="301" y="327"/>
                    <a:pt x="300" y="327"/>
                    <a:pt x="300" y="327"/>
                  </a:cubicBezTo>
                  <a:close/>
                  <a:moveTo>
                    <a:pt x="226" y="319"/>
                  </a:moveTo>
                  <a:cubicBezTo>
                    <a:pt x="225" y="319"/>
                    <a:pt x="224" y="319"/>
                    <a:pt x="223" y="319"/>
                  </a:cubicBezTo>
                  <a:cubicBezTo>
                    <a:pt x="223" y="319"/>
                    <a:pt x="223" y="319"/>
                    <a:pt x="223" y="320"/>
                  </a:cubicBezTo>
                  <a:cubicBezTo>
                    <a:pt x="223" y="320"/>
                    <a:pt x="223" y="320"/>
                    <a:pt x="223" y="321"/>
                  </a:cubicBezTo>
                  <a:cubicBezTo>
                    <a:pt x="223" y="321"/>
                    <a:pt x="223" y="321"/>
                    <a:pt x="223" y="321"/>
                  </a:cubicBezTo>
                  <a:cubicBezTo>
                    <a:pt x="223" y="321"/>
                    <a:pt x="223" y="321"/>
                    <a:pt x="223" y="321"/>
                  </a:cubicBezTo>
                  <a:cubicBezTo>
                    <a:pt x="223" y="321"/>
                    <a:pt x="223" y="321"/>
                    <a:pt x="223" y="321"/>
                  </a:cubicBezTo>
                  <a:cubicBezTo>
                    <a:pt x="224" y="321"/>
                    <a:pt x="224" y="320"/>
                    <a:pt x="225" y="321"/>
                  </a:cubicBezTo>
                  <a:cubicBezTo>
                    <a:pt x="225" y="321"/>
                    <a:pt x="225" y="321"/>
                    <a:pt x="225" y="321"/>
                  </a:cubicBezTo>
                  <a:cubicBezTo>
                    <a:pt x="225" y="322"/>
                    <a:pt x="225" y="322"/>
                    <a:pt x="225" y="322"/>
                  </a:cubicBezTo>
                  <a:cubicBezTo>
                    <a:pt x="224" y="322"/>
                    <a:pt x="224" y="322"/>
                    <a:pt x="224" y="322"/>
                  </a:cubicBezTo>
                  <a:cubicBezTo>
                    <a:pt x="224" y="322"/>
                    <a:pt x="223" y="322"/>
                    <a:pt x="223" y="323"/>
                  </a:cubicBezTo>
                  <a:cubicBezTo>
                    <a:pt x="223" y="323"/>
                    <a:pt x="223" y="323"/>
                    <a:pt x="222" y="323"/>
                  </a:cubicBezTo>
                  <a:cubicBezTo>
                    <a:pt x="222" y="323"/>
                    <a:pt x="222" y="323"/>
                    <a:pt x="222" y="323"/>
                  </a:cubicBezTo>
                  <a:cubicBezTo>
                    <a:pt x="223" y="323"/>
                    <a:pt x="223" y="323"/>
                    <a:pt x="223" y="323"/>
                  </a:cubicBezTo>
                  <a:cubicBezTo>
                    <a:pt x="223" y="323"/>
                    <a:pt x="223" y="323"/>
                    <a:pt x="223" y="323"/>
                  </a:cubicBezTo>
                  <a:cubicBezTo>
                    <a:pt x="224" y="323"/>
                    <a:pt x="224" y="323"/>
                    <a:pt x="225" y="323"/>
                  </a:cubicBezTo>
                  <a:cubicBezTo>
                    <a:pt x="225" y="323"/>
                    <a:pt x="225" y="323"/>
                    <a:pt x="225" y="323"/>
                  </a:cubicBezTo>
                  <a:cubicBezTo>
                    <a:pt x="225" y="324"/>
                    <a:pt x="225" y="324"/>
                    <a:pt x="225" y="324"/>
                  </a:cubicBezTo>
                  <a:cubicBezTo>
                    <a:pt x="225" y="325"/>
                    <a:pt x="225" y="325"/>
                    <a:pt x="225" y="325"/>
                  </a:cubicBezTo>
                  <a:cubicBezTo>
                    <a:pt x="224" y="325"/>
                    <a:pt x="223" y="325"/>
                    <a:pt x="223" y="325"/>
                  </a:cubicBezTo>
                  <a:cubicBezTo>
                    <a:pt x="222" y="326"/>
                    <a:pt x="222" y="326"/>
                    <a:pt x="222" y="326"/>
                  </a:cubicBezTo>
                  <a:cubicBezTo>
                    <a:pt x="222" y="326"/>
                    <a:pt x="222" y="326"/>
                    <a:pt x="222" y="326"/>
                  </a:cubicBezTo>
                  <a:cubicBezTo>
                    <a:pt x="223" y="327"/>
                    <a:pt x="224" y="326"/>
                    <a:pt x="224" y="326"/>
                  </a:cubicBezTo>
                  <a:cubicBezTo>
                    <a:pt x="225" y="326"/>
                    <a:pt x="225" y="326"/>
                    <a:pt x="225" y="326"/>
                  </a:cubicBezTo>
                  <a:cubicBezTo>
                    <a:pt x="226" y="326"/>
                    <a:pt x="226" y="326"/>
                    <a:pt x="226" y="325"/>
                  </a:cubicBezTo>
                  <a:cubicBezTo>
                    <a:pt x="227" y="325"/>
                    <a:pt x="227" y="324"/>
                    <a:pt x="227" y="324"/>
                  </a:cubicBezTo>
                  <a:cubicBezTo>
                    <a:pt x="227" y="323"/>
                    <a:pt x="227" y="321"/>
                    <a:pt x="227" y="320"/>
                  </a:cubicBezTo>
                  <a:cubicBezTo>
                    <a:pt x="227" y="320"/>
                    <a:pt x="226" y="319"/>
                    <a:pt x="226" y="319"/>
                  </a:cubicBezTo>
                  <a:cubicBezTo>
                    <a:pt x="226" y="319"/>
                    <a:pt x="226" y="319"/>
                    <a:pt x="226" y="319"/>
                  </a:cubicBezTo>
                  <a:close/>
                  <a:moveTo>
                    <a:pt x="0" y="1"/>
                  </a:moveTo>
                  <a:cubicBezTo>
                    <a:pt x="111" y="1"/>
                    <a:pt x="201" y="0"/>
                    <a:pt x="248" y="47"/>
                  </a:cubicBezTo>
                  <a:cubicBezTo>
                    <a:pt x="295" y="0"/>
                    <a:pt x="385" y="1"/>
                    <a:pt x="496" y="1"/>
                  </a:cubicBezTo>
                  <a:cubicBezTo>
                    <a:pt x="496" y="15"/>
                    <a:pt x="496" y="15"/>
                    <a:pt x="496" y="15"/>
                  </a:cubicBezTo>
                  <a:cubicBezTo>
                    <a:pt x="496" y="45"/>
                    <a:pt x="496" y="45"/>
                    <a:pt x="496" y="45"/>
                  </a:cubicBezTo>
                  <a:cubicBezTo>
                    <a:pt x="496" y="64"/>
                    <a:pt x="496" y="64"/>
                    <a:pt x="496" y="64"/>
                  </a:cubicBezTo>
                  <a:cubicBezTo>
                    <a:pt x="496" y="89"/>
                    <a:pt x="496" y="89"/>
                    <a:pt x="496" y="89"/>
                  </a:cubicBezTo>
                  <a:cubicBezTo>
                    <a:pt x="496" y="113"/>
                    <a:pt x="496" y="113"/>
                    <a:pt x="496" y="113"/>
                  </a:cubicBezTo>
                  <a:cubicBezTo>
                    <a:pt x="496" y="133"/>
                    <a:pt x="496" y="133"/>
                    <a:pt x="496" y="133"/>
                  </a:cubicBezTo>
                  <a:cubicBezTo>
                    <a:pt x="496" y="162"/>
                    <a:pt x="496" y="162"/>
                    <a:pt x="496" y="162"/>
                  </a:cubicBezTo>
                  <a:cubicBezTo>
                    <a:pt x="496" y="391"/>
                    <a:pt x="496" y="391"/>
                    <a:pt x="496" y="391"/>
                  </a:cubicBezTo>
                  <a:cubicBezTo>
                    <a:pt x="496" y="407"/>
                    <a:pt x="495" y="424"/>
                    <a:pt x="490" y="446"/>
                  </a:cubicBezTo>
                  <a:cubicBezTo>
                    <a:pt x="487" y="461"/>
                    <a:pt x="481" y="478"/>
                    <a:pt x="472" y="496"/>
                  </a:cubicBezTo>
                  <a:cubicBezTo>
                    <a:pt x="472" y="496"/>
                    <a:pt x="471" y="497"/>
                    <a:pt x="471" y="497"/>
                  </a:cubicBezTo>
                  <a:cubicBezTo>
                    <a:pt x="470" y="500"/>
                    <a:pt x="468" y="504"/>
                    <a:pt x="466" y="507"/>
                  </a:cubicBezTo>
                  <a:cubicBezTo>
                    <a:pt x="466" y="507"/>
                    <a:pt x="466" y="508"/>
                    <a:pt x="466" y="508"/>
                  </a:cubicBezTo>
                  <a:cubicBezTo>
                    <a:pt x="464" y="512"/>
                    <a:pt x="462" y="515"/>
                    <a:pt x="460" y="519"/>
                  </a:cubicBezTo>
                  <a:cubicBezTo>
                    <a:pt x="459" y="519"/>
                    <a:pt x="459" y="520"/>
                    <a:pt x="459" y="520"/>
                  </a:cubicBezTo>
                  <a:cubicBezTo>
                    <a:pt x="457" y="523"/>
                    <a:pt x="455" y="526"/>
                    <a:pt x="453" y="529"/>
                  </a:cubicBezTo>
                  <a:cubicBezTo>
                    <a:pt x="453" y="530"/>
                    <a:pt x="452" y="531"/>
                    <a:pt x="452" y="531"/>
                  </a:cubicBezTo>
                  <a:cubicBezTo>
                    <a:pt x="450" y="534"/>
                    <a:pt x="448" y="537"/>
                    <a:pt x="446" y="540"/>
                  </a:cubicBezTo>
                  <a:cubicBezTo>
                    <a:pt x="445" y="541"/>
                    <a:pt x="445" y="541"/>
                    <a:pt x="445" y="541"/>
                  </a:cubicBezTo>
                  <a:cubicBezTo>
                    <a:pt x="443" y="545"/>
                    <a:pt x="441" y="548"/>
                    <a:pt x="438" y="551"/>
                  </a:cubicBezTo>
                  <a:cubicBezTo>
                    <a:pt x="438" y="552"/>
                    <a:pt x="437" y="552"/>
                    <a:pt x="436" y="553"/>
                  </a:cubicBezTo>
                  <a:cubicBezTo>
                    <a:pt x="435" y="555"/>
                    <a:pt x="433" y="558"/>
                    <a:pt x="431" y="560"/>
                  </a:cubicBezTo>
                  <a:cubicBezTo>
                    <a:pt x="430" y="561"/>
                    <a:pt x="429" y="562"/>
                    <a:pt x="429" y="563"/>
                  </a:cubicBezTo>
                  <a:cubicBezTo>
                    <a:pt x="426" y="566"/>
                    <a:pt x="424" y="568"/>
                    <a:pt x="421" y="571"/>
                  </a:cubicBezTo>
                  <a:cubicBezTo>
                    <a:pt x="370" y="626"/>
                    <a:pt x="297" y="652"/>
                    <a:pt x="248" y="667"/>
                  </a:cubicBezTo>
                  <a:cubicBezTo>
                    <a:pt x="199" y="652"/>
                    <a:pt x="126" y="626"/>
                    <a:pt x="74" y="571"/>
                  </a:cubicBezTo>
                  <a:cubicBezTo>
                    <a:pt x="72" y="568"/>
                    <a:pt x="69" y="566"/>
                    <a:pt x="67" y="563"/>
                  </a:cubicBezTo>
                  <a:cubicBezTo>
                    <a:pt x="66" y="562"/>
                    <a:pt x="65" y="561"/>
                    <a:pt x="64" y="560"/>
                  </a:cubicBezTo>
                  <a:cubicBezTo>
                    <a:pt x="63" y="558"/>
                    <a:pt x="61" y="556"/>
                    <a:pt x="59" y="553"/>
                  </a:cubicBezTo>
                  <a:cubicBezTo>
                    <a:pt x="58" y="552"/>
                    <a:pt x="58" y="552"/>
                    <a:pt x="57" y="551"/>
                  </a:cubicBezTo>
                  <a:cubicBezTo>
                    <a:pt x="55" y="548"/>
                    <a:pt x="52" y="545"/>
                    <a:pt x="50" y="541"/>
                  </a:cubicBezTo>
                  <a:cubicBezTo>
                    <a:pt x="50" y="541"/>
                    <a:pt x="50" y="541"/>
                    <a:pt x="49" y="540"/>
                  </a:cubicBezTo>
                  <a:cubicBezTo>
                    <a:pt x="47" y="537"/>
                    <a:pt x="45" y="534"/>
                    <a:pt x="43" y="531"/>
                  </a:cubicBezTo>
                  <a:cubicBezTo>
                    <a:pt x="43" y="531"/>
                    <a:pt x="42" y="530"/>
                    <a:pt x="42" y="529"/>
                  </a:cubicBezTo>
                  <a:cubicBezTo>
                    <a:pt x="40" y="526"/>
                    <a:pt x="38" y="523"/>
                    <a:pt x="37" y="520"/>
                  </a:cubicBezTo>
                  <a:cubicBezTo>
                    <a:pt x="36" y="520"/>
                    <a:pt x="36" y="519"/>
                    <a:pt x="36" y="519"/>
                  </a:cubicBezTo>
                  <a:cubicBezTo>
                    <a:pt x="34" y="515"/>
                    <a:pt x="32" y="512"/>
                    <a:pt x="30" y="508"/>
                  </a:cubicBezTo>
                  <a:cubicBezTo>
                    <a:pt x="29" y="508"/>
                    <a:pt x="29" y="507"/>
                    <a:pt x="29" y="507"/>
                  </a:cubicBezTo>
                  <a:cubicBezTo>
                    <a:pt x="27" y="504"/>
                    <a:pt x="26" y="500"/>
                    <a:pt x="24" y="498"/>
                  </a:cubicBezTo>
                  <a:cubicBezTo>
                    <a:pt x="24" y="497"/>
                    <a:pt x="24" y="496"/>
                    <a:pt x="23" y="495"/>
                  </a:cubicBezTo>
                  <a:cubicBezTo>
                    <a:pt x="22" y="492"/>
                    <a:pt x="20" y="489"/>
                    <a:pt x="19" y="485"/>
                  </a:cubicBezTo>
                  <a:cubicBezTo>
                    <a:pt x="19" y="485"/>
                    <a:pt x="18" y="485"/>
                    <a:pt x="18" y="485"/>
                  </a:cubicBezTo>
                  <a:cubicBezTo>
                    <a:pt x="12" y="471"/>
                    <a:pt x="8" y="458"/>
                    <a:pt x="5" y="446"/>
                  </a:cubicBezTo>
                  <a:cubicBezTo>
                    <a:pt x="1" y="424"/>
                    <a:pt x="0" y="407"/>
                    <a:pt x="0" y="391"/>
                  </a:cubicBezTo>
                  <a:cubicBezTo>
                    <a:pt x="0" y="384"/>
                    <a:pt x="0" y="266"/>
                    <a:pt x="0" y="162"/>
                  </a:cubicBezTo>
                  <a:cubicBezTo>
                    <a:pt x="0" y="152"/>
                    <a:pt x="0" y="143"/>
                    <a:pt x="0" y="133"/>
                  </a:cubicBezTo>
                  <a:cubicBezTo>
                    <a:pt x="0" y="126"/>
                    <a:pt x="0" y="120"/>
                    <a:pt x="0" y="113"/>
                  </a:cubicBezTo>
                  <a:cubicBezTo>
                    <a:pt x="0" y="105"/>
                    <a:pt x="0" y="97"/>
                    <a:pt x="0" y="89"/>
                  </a:cubicBezTo>
                  <a:cubicBezTo>
                    <a:pt x="0" y="80"/>
                    <a:pt x="0" y="72"/>
                    <a:pt x="0" y="64"/>
                  </a:cubicBezTo>
                  <a:cubicBezTo>
                    <a:pt x="0" y="57"/>
                    <a:pt x="0" y="51"/>
                    <a:pt x="0" y="45"/>
                  </a:cubicBezTo>
                  <a:cubicBezTo>
                    <a:pt x="0" y="33"/>
                    <a:pt x="0" y="22"/>
                    <a:pt x="0" y="15"/>
                  </a:cubicBezTo>
                  <a:cubicBezTo>
                    <a:pt x="0" y="6"/>
                    <a:pt x="0" y="1"/>
                    <a:pt x="0" y="1"/>
                  </a:cubicBezTo>
                  <a:close/>
                  <a:moveTo>
                    <a:pt x="167" y="524"/>
                  </a:moveTo>
                  <a:cubicBezTo>
                    <a:pt x="158" y="524"/>
                    <a:pt x="158" y="524"/>
                    <a:pt x="158" y="524"/>
                  </a:cubicBezTo>
                  <a:cubicBezTo>
                    <a:pt x="144" y="531"/>
                    <a:pt x="144" y="531"/>
                    <a:pt x="144" y="531"/>
                  </a:cubicBezTo>
                  <a:cubicBezTo>
                    <a:pt x="146" y="538"/>
                    <a:pt x="146" y="538"/>
                    <a:pt x="146" y="538"/>
                  </a:cubicBezTo>
                  <a:cubicBezTo>
                    <a:pt x="156" y="533"/>
                    <a:pt x="156" y="533"/>
                    <a:pt x="156" y="533"/>
                  </a:cubicBezTo>
                  <a:cubicBezTo>
                    <a:pt x="156" y="533"/>
                    <a:pt x="156" y="533"/>
                    <a:pt x="156" y="533"/>
                  </a:cubicBezTo>
                  <a:cubicBezTo>
                    <a:pt x="156" y="575"/>
                    <a:pt x="156" y="575"/>
                    <a:pt x="156" y="575"/>
                  </a:cubicBezTo>
                  <a:cubicBezTo>
                    <a:pt x="167" y="575"/>
                    <a:pt x="167" y="575"/>
                    <a:pt x="167" y="575"/>
                  </a:cubicBezTo>
                  <a:lnTo>
                    <a:pt x="167" y="524"/>
                  </a:lnTo>
                  <a:close/>
                  <a:moveTo>
                    <a:pt x="235" y="545"/>
                  </a:moveTo>
                  <a:cubicBezTo>
                    <a:pt x="235" y="533"/>
                    <a:pt x="229" y="524"/>
                    <a:pt x="217" y="524"/>
                  </a:cubicBezTo>
                  <a:cubicBezTo>
                    <a:pt x="205" y="524"/>
                    <a:pt x="198" y="532"/>
                    <a:pt x="198" y="541"/>
                  </a:cubicBezTo>
                  <a:cubicBezTo>
                    <a:pt x="198" y="551"/>
                    <a:pt x="205" y="557"/>
                    <a:pt x="213" y="557"/>
                  </a:cubicBezTo>
                  <a:cubicBezTo>
                    <a:pt x="218" y="557"/>
                    <a:pt x="221" y="555"/>
                    <a:pt x="224" y="553"/>
                  </a:cubicBezTo>
                  <a:cubicBezTo>
                    <a:pt x="224" y="553"/>
                    <a:pt x="224" y="553"/>
                    <a:pt x="224" y="553"/>
                  </a:cubicBezTo>
                  <a:cubicBezTo>
                    <a:pt x="222" y="560"/>
                    <a:pt x="217" y="567"/>
                    <a:pt x="208" y="567"/>
                  </a:cubicBezTo>
                  <a:cubicBezTo>
                    <a:pt x="205" y="568"/>
                    <a:pt x="204" y="568"/>
                    <a:pt x="203" y="568"/>
                  </a:cubicBezTo>
                  <a:cubicBezTo>
                    <a:pt x="203" y="575"/>
                    <a:pt x="203" y="575"/>
                    <a:pt x="203" y="575"/>
                  </a:cubicBezTo>
                  <a:cubicBezTo>
                    <a:pt x="225" y="576"/>
                    <a:pt x="235" y="562"/>
                    <a:pt x="235" y="545"/>
                  </a:cubicBezTo>
                  <a:close/>
                  <a:moveTo>
                    <a:pt x="294" y="558"/>
                  </a:moveTo>
                  <a:cubicBezTo>
                    <a:pt x="294" y="547"/>
                    <a:pt x="285" y="542"/>
                    <a:pt x="275" y="542"/>
                  </a:cubicBezTo>
                  <a:cubicBezTo>
                    <a:pt x="274" y="542"/>
                    <a:pt x="273" y="542"/>
                    <a:pt x="272" y="542"/>
                  </a:cubicBezTo>
                  <a:cubicBezTo>
                    <a:pt x="274" y="532"/>
                    <a:pt x="274" y="532"/>
                    <a:pt x="274" y="532"/>
                  </a:cubicBezTo>
                  <a:cubicBezTo>
                    <a:pt x="292" y="532"/>
                    <a:pt x="292" y="532"/>
                    <a:pt x="292" y="532"/>
                  </a:cubicBezTo>
                  <a:cubicBezTo>
                    <a:pt x="292" y="524"/>
                    <a:pt x="292" y="524"/>
                    <a:pt x="292" y="524"/>
                  </a:cubicBezTo>
                  <a:cubicBezTo>
                    <a:pt x="266" y="524"/>
                    <a:pt x="266" y="524"/>
                    <a:pt x="266" y="524"/>
                  </a:cubicBezTo>
                  <a:cubicBezTo>
                    <a:pt x="262" y="549"/>
                    <a:pt x="262" y="549"/>
                    <a:pt x="262" y="549"/>
                  </a:cubicBezTo>
                  <a:cubicBezTo>
                    <a:pt x="264" y="549"/>
                    <a:pt x="266" y="549"/>
                    <a:pt x="269" y="549"/>
                  </a:cubicBezTo>
                  <a:cubicBezTo>
                    <a:pt x="278" y="549"/>
                    <a:pt x="283" y="553"/>
                    <a:pt x="283" y="559"/>
                  </a:cubicBezTo>
                  <a:cubicBezTo>
                    <a:pt x="283" y="564"/>
                    <a:pt x="278" y="568"/>
                    <a:pt x="272" y="568"/>
                  </a:cubicBezTo>
                  <a:cubicBezTo>
                    <a:pt x="268" y="568"/>
                    <a:pt x="264" y="566"/>
                    <a:pt x="262" y="565"/>
                  </a:cubicBezTo>
                  <a:cubicBezTo>
                    <a:pt x="260" y="573"/>
                    <a:pt x="260" y="573"/>
                    <a:pt x="260" y="573"/>
                  </a:cubicBezTo>
                  <a:cubicBezTo>
                    <a:pt x="262" y="574"/>
                    <a:pt x="267" y="576"/>
                    <a:pt x="273" y="576"/>
                  </a:cubicBezTo>
                  <a:cubicBezTo>
                    <a:pt x="286" y="576"/>
                    <a:pt x="294" y="568"/>
                    <a:pt x="294" y="558"/>
                  </a:cubicBezTo>
                  <a:close/>
                  <a:moveTo>
                    <a:pt x="351" y="560"/>
                  </a:moveTo>
                  <a:cubicBezTo>
                    <a:pt x="351" y="553"/>
                    <a:pt x="346" y="549"/>
                    <a:pt x="340" y="548"/>
                  </a:cubicBezTo>
                  <a:cubicBezTo>
                    <a:pt x="340" y="547"/>
                    <a:pt x="340" y="547"/>
                    <a:pt x="340" y="547"/>
                  </a:cubicBezTo>
                  <a:cubicBezTo>
                    <a:pt x="346" y="545"/>
                    <a:pt x="349" y="541"/>
                    <a:pt x="349" y="536"/>
                  </a:cubicBezTo>
                  <a:cubicBezTo>
                    <a:pt x="349" y="529"/>
                    <a:pt x="344" y="524"/>
                    <a:pt x="333" y="524"/>
                  </a:cubicBezTo>
                  <a:cubicBezTo>
                    <a:pt x="327" y="524"/>
                    <a:pt x="322" y="525"/>
                    <a:pt x="319" y="527"/>
                  </a:cubicBezTo>
                  <a:cubicBezTo>
                    <a:pt x="321" y="534"/>
                    <a:pt x="321" y="534"/>
                    <a:pt x="321" y="534"/>
                  </a:cubicBezTo>
                  <a:cubicBezTo>
                    <a:pt x="323" y="533"/>
                    <a:pt x="327" y="531"/>
                    <a:pt x="331" y="531"/>
                  </a:cubicBezTo>
                  <a:cubicBezTo>
                    <a:pt x="336" y="531"/>
                    <a:pt x="338" y="534"/>
                    <a:pt x="338" y="537"/>
                  </a:cubicBezTo>
                  <a:cubicBezTo>
                    <a:pt x="338" y="542"/>
                    <a:pt x="333" y="545"/>
                    <a:pt x="328" y="545"/>
                  </a:cubicBezTo>
                  <a:cubicBezTo>
                    <a:pt x="325" y="545"/>
                    <a:pt x="325" y="545"/>
                    <a:pt x="325" y="545"/>
                  </a:cubicBezTo>
                  <a:cubicBezTo>
                    <a:pt x="325" y="551"/>
                    <a:pt x="325" y="551"/>
                    <a:pt x="325" y="551"/>
                  </a:cubicBezTo>
                  <a:cubicBezTo>
                    <a:pt x="329" y="551"/>
                    <a:pt x="329" y="551"/>
                    <a:pt x="329" y="551"/>
                  </a:cubicBezTo>
                  <a:cubicBezTo>
                    <a:pt x="335" y="551"/>
                    <a:pt x="340" y="554"/>
                    <a:pt x="340" y="560"/>
                  </a:cubicBezTo>
                  <a:cubicBezTo>
                    <a:pt x="340" y="564"/>
                    <a:pt x="337" y="568"/>
                    <a:pt x="330" y="568"/>
                  </a:cubicBezTo>
                  <a:cubicBezTo>
                    <a:pt x="326" y="568"/>
                    <a:pt x="321" y="566"/>
                    <a:pt x="319" y="565"/>
                  </a:cubicBezTo>
                  <a:cubicBezTo>
                    <a:pt x="317" y="572"/>
                    <a:pt x="317" y="572"/>
                    <a:pt x="317" y="572"/>
                  </a:cubicBezTo>
                  <a:cubicBezTo>
                    <a:pt x="320" y="574"/>
                    <a:pt x="325" y="576"/>
                    <a:pt x="331" y="576"/>
                  </a:cubicBezTo>
                  <a:cubicBezTo>
                    <a:pt x="344" y="576"/>
                    <a:pt x="351" y="569"/>
                    <a:pt x="351" y="560"/>
                  </a:cubicBezTo>
                  <a:close/>
                  <a:moveTo>
                    <a:pt x="18" y="45"/>
                  </a:moveTo>
                  <a:cubicBezTo>
                    <a:pt x="121" y="45"/>
                    <a:pt x="203" y="47"/>
                    <a:pt x="248" y="92"/>
                  </a:cubicBezTo>
                  <a:cubicBezTo>
                    <a:pt x="292" y="47"/>
                    <a:pt x="375" y="45"/>
                    <a:pt x="477" y="45"/>
                  </a:cubicBezTo>
                  <a:cubicBezTo>
                    <a:pt x="477" y="34"/>
                    <a:pt x="477" y="24"/>
                    <a:pt x="477" y="15"/>
                  </a:cubicBezTo>
                  <a:cubicBezTo>
                    <a:pt x="375" y="15"/>
                    <a:pt x="292" y="17"/>
                    <a:pt x="248" y="62"/>
                  </a:cubicBezTo>
                  <a:cubicBezTo>
                    <a:pt x="203" y="17"/>
                    <a:pt x="121" y="15"/>
                    <a:pt x="18" y="15"/>
                  </a:cubicBezTo>
                  <a:cubicBezTo>
                    <a:pt x="18" y="24"/>
                    <a:pt x="18" y="34"/>
                    <a:pt x="18" y="45"/>
                  </a:cubicBezTo>
                  <a:close/>
                  <a:moveTo>
                    <a:pt x="18" y="89"/>
                  </a:moveTo>
                  <a:cubicBezTo>
                    <a:pt x="121" y="89"/>
                    <a:pt x="203" y="91"/>
                    <a:pt x="248" y="136"/>
                  </a:cubicBezTo>
                  <a:cubicBezTo>
                    <a:pt x="292" y="91"/>
                    <a:pt x="375" y="89"/>
                    <a:pt x="477" y="89"/>
                  </a:cubicBezTo>
                  <a:cubicBezTo>
                    <a:pt x="477" y="80"/>
                    <a:pt x="477" y="72"/>
                    <a:pt x="477" y="64"/>
                  </a:cubicBezTo>
                  <a:cubicBezTo>
                    <a:pt x="375" y="64"/>
                    <a:pt x="292" y="66"/>
                    <a:pt x="248" y="111"/>
                  </a:cubicBezTo>
                  <a:cubicBezTo>
                    <a:pt x="203" y="66"/>
                    <a:pt x="121" y="64"/>
                    <a:pt x="18" y="64"/>
                  </a:cubicBezTo>
                  <a:cubicBezTo>
                    <a:pt x="18" y="72"/>
                    <a:pt x="18" y="80"/>
                    <a:pt x="18" y="89"/>
                  </a:cubicBezTo>
                  <a:close/>
                  <a:moveTo>
                    <a:pt x="18" y="133"/>
                  </a:moveTo>
                  <a:cubicBezTo>
                    <a:pt x="121" y="133"/>
                    <a:pt x="203" y="135"/>
                    <a:pt x="248" y="180"/>
                  </a:cubicBezTo>
                  <a:cubicBezTo>
                    <a:pt x="292" y="135"/>
                    <a:pt x="375" y="133"/>
                    <a:pt x="477" y="133"/>
                  </a:cubicBezTo>
                  <a:cubicBezTo>
                    <a:pt x="477" y="126"/>
                    <a:pt x="477" y="120"/>
                    <a:pt x="477" y="113"/>
                  </a:cubicBezTo>
                  <a:cubicBezTo>
                    <a:pt x="375" y="113"/>
                    <a:pt x="292" y="115"/>
                    <a:pt x="248" y="160"/>
                  </a:cubicBezTo>
                  <a:cubicBezTo>
                    <a:pt x="203" y="115"/>
                    <a:pt x="121" y="113"/>
                    <a:pt x="18" y="113"/>
                  </a:cubicBezTo>
                  <a:cubicBezTo>
                    <a:pt x="18" y="120"/>
                    <a:pt x="18" y="126"/>
                    <a:pt x="18" y="133"/>
                  </a:cubicBezTo>
                  <a:close/>
                  <a:moveTo>
                    <a:pt x="19" y="395"/>
                  </a:moveTo>
                  <a:cubicBezTo>
                    <a:pt x="20" y="408"/>
                    <a:pt x="20" y="427"/>
                    <a:pt x="28" y="455"/>
                  </a:cubicBezTo>
                  <a:cubicBezTo>
                    <a:pt x="31" y="465"/>
                    <a:pt x="35" y="475"/>
                    <a:pt x="40" y="485"/>
                  </a:cubicBezTo>
                  <a:cubicBezTo>
                    <a:pt x="455" y="485"/>
                    <a:pt x="455" y="485"/>
                    <a:pt x="455" y="485"/>
                  </a:cubicBezTo>
                  <a:cubicBezTo>
                    <a:pt x="460" y="475"/>
                    <a:pt x="464" y="465"/>
                    <a:pt x="467" y="455"/>
                  </a:cubicBezTo>
                  <a:cubicBezTo>
                    <a:pt x="475" y="427"/>
                    <a:pt x="475" y="408"/>
                    <a:pt x="477" y="395"/>
                  </a:cubicBezTo>
                  <a:cubicBezTo>
                    <a:pt x="477" y="391"/>
                    <a:pt x="477" y="273"/>
                    <a:pt x="477" y="162"/>
                  </a:cubicBezTo>
                  <a:cubicBezTo>
                    <a:pt x="375" y="162"/>
                    <a:pt x="292" y="163"/>
                    <a:pt x="248" y="209"/>
                  </a:cubicBezTo>
                  <a:cubicBezTo>
                    <a:pt x="203" y="163"/>
                    <a:pt x="121" y="162"/>
                    <a:pt x="18" y="162"/>
                  </a:cubicBezTo>
                  <a:cubicBezTo>
                    <a:pt x="18" y="273"/>
                    <a:pt x="18" y="391"/>
                    <a:pt x="19" y="39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4" name="Freeform 58"/>
            <p:cNvSpPr>
              <a:spLocks noEditPoints="1"/>
            </p:cNvSpPr>
            <p:nvPr/>
          </p:nvSpPr>
          <p:spPr bwMode="auto">
            <a:xfrm>
              <a:off x="-1106488" y="-771525"/>
              <a:ext cx="171450" cy="127000"/>
            </a:xfrm>
            <a:custGeom>
              <a:avLst/>
              <a:gdLst>
                <a:gd name="T0" fmla="*/ 3 w 224"/>
                <a:gd name="T1" fmla="*/ 112 h 165"/>
                <a:gd name="T2" fmla="*/ 17 w 224"/>
                <a:gd name="T3" fmla="*/ 96 h 165"/>
                <a:gd name="T4" fmla="*/ 22 w 224"/>
                <a:gd name="T5" fmla="*/ 124 h 165"/>
                <a:gd name="T6" fmla="*/ 56 w 224"/>
                <a:gd name="T7" fmla="*/ 103 h 165"/>
                <a:gd name="T8" fmla="*/ 21 w 224"/>
                <a:gd name="T9" fmla="*/ 59 h 165"/>
                <a:gd name="T10" fmla="*/ 39 w 224"/>
                <a:gd name="T11" fmla="*/ 64 h 165"/>
                <a:gd name="T12" fmla="*/ 79 w 224"/>
                <a:gd name="T13" fmla="*/ 91 h 165"/>
                <a:gd name="T14" fmla="*/ 104 w 224"/>
                <a:gd name="T15" fmla="*/ 87 h 165"/>
                <a:gd name="T16" fmla="*/ 108 w 224"/>
                <a:gd name="T17" fmla="*/ 69 h 165"/>
                <a:gd name="T18" fmla="*/ 127 w 224"/>
                <a:gd name="T19" fmla="*/ 97 h 165"/>
                <a:gd name="T20" fmla="*/ 109 w 224"/>
                <a:gd name="T21" fmla="*/ 102 h 165"/>
                <a:gd name="T22" fmla="*/ 90 w 224"/>
                <a:gd name="T23" fmla="*/ 102 h 165"/>
                <a:gd name="T24" fmla="*/ 115 w 224"/>
                <a:gd name="T25" fmla="*/ 130 h 165"/>
                <a:gd name="T26" fmla="*/ 110 w 224"/>
                <a:gd name="T27" fmla="*/ 164 h 165"/>
                <a:gd name="T28" fmla="*/ 86 w 224"/>
                <a:gd name="T29" fmla="*/ 136 h 165"/>
                <a:gd name="T30" fmla="*/ 47 w 224"/>
                <a:gd name="T31" fmla="*/ 139 h 165"/>
                <a:gd name="T32" fmla="*/ 126 w 224"/>
                <a:gd name="T33" fmla="*/ 40 h 165"/>
                <a:gd name="T34" fmla="*/ 151 w 224"/>
                <a:gd name="T35" fmla="*/ 26 h 165"/>
                <a:gd name="T36" fmla="*/ 150 w 224"/>
                <a:gd name="T37" fmla="*/ 44 h 165"/>
                <a:gd name="T38" fmla="*/ 133 w 224"/>
                <a:gd name="T39" fmla="*/ 45 h 165"/>
                <a:gd name="T40" fmla="*/ 190 w 224"/>
                <a:gd name="T41" fmla="*/ 74 h 165"/>
                <a:gd name="T42" fmla="*/ 204 w 224"/>
                <a:gd name="T43" fmla="*/ 83 h 165"/>
                <a:gd name="T44" fmla="*/ 220 w 224"/>
                <a:gd name="T45" fmla="*/ 79 h 165"/>
                <a:gd name="T46" fmla="*/ 220 w 224"/>
                <a:gd name="T47" fmla="*/ 60 h 165"/>
                <a:gd name="T48" fmla="*/ 209 w 224"/>
                <a:gd name="T49" fmla="*/ 53 h 165"/>
                <a:gd name="T50" fmla="*/ 195 w 224"/>
                <a:gd name="T51" fmla="*/ 58 h 165"/>
                <a:gd name="T52" fmla="*/ 183 w 224"/>
                <a:gd name="T53" fmla="*/ 36 h 165"/>
                <a:gd name="T54" fmla="*/ 179 w 224"/>
                <a:gd name="T55" fmla="*/ 25 h 165"/>
                <a:gd name="T56" fmla="*/ 149 w 224"/>
                <a:gd name="T57" fmla="*/ 22 h 165"/>
                <a:gd name="T58" fmla="*/ 157 w 224"/>
                <a:gd name="T59" fmla="*/ 4 h 165"/>
                <a:gd name="T60" fmla="*/ 119 w 224"/>
                <a:gd name="T61" fmla="*/ 13 h 165"/>
                <a:gd name="T62" fmla="*/ 119 w 224"/>
                <a:gd name="T63" fmla="*/ 39 h 165"/>
                <a:gd name="T64" fmla="*/ 122 w 224"/>
                <a:gd name="T65" fmla="*/ 61 h 165"/>
                <a:gd name="T66" fmla="*/ 175 w 224"/>
                <a:gd name="T67" fmla="*/ 114 h 165"/>
                <a:gd name="T68" fmla="*/ 129 w 224"/>
                <a:gd name="T69" fmla="*/ 102 h 165"/>
                <a:gd name="T70" fmla="*/ 128 w 224"/>
                <a:gd name="T71" fmla="*/ 103 h 165"/>
                <a:gd name="T72" fmla="*/ 157 w 224"/>
                <a:gd name="T73" fmla="*/ 130 h 165"/>
                <a:gd name="T74" fmla="*/ 184 w 224"/>
                <a:gd name="T75" fmla="*/ 108 h 165"/>
                <a:gd name="T76" fmla="*/ 115 w 224"/>
                <a:gd name="T77" fmla="*/ 46 h 165"/>
                <a:gd name="T78" fmla="*/ 98 w 224"/>
                <a:gd name="T79" fmla="*/ 44 h 165"/>
                <a:gd name="T80" fmla="*/ 60 w 224"/>
                <a:gd name="T81" fmla="*/ 40 h 165"/>
                <a:gd name="T82" fmla="*/ 82 w 224"/>
                <a:gd name="T83" fmla="*/ 25 h 165"/>
                <a:gd name="T84" fmla="*/ 66 w 224"/>
                <a:gd name="T85" fmla="*/ 15 h 165"/>
                <a:gd name="T86" fmla="*/ 45 w 224"/>
                <a:gd name="T87" fmla="*/ 42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4" h="165">
                  <a:moveTo>
                    <a:pt x="7" y="136"/>
                  </a:moveTo>
                  <a:cubicBezTo>
                    <a:pt x="2" y="133"/>
                    <a:pt x="0" y="128"/>
                    <a:pt x="0" y="123"/>
                  </a:cubicBezTo>
                  <a:cubicBezTo>
                    <a:pt x="0" y="122"/>
                    <a:pt x="1" y="117"/>
                    <a:pt x="3" y="112"/>
                  </a:cubicBezTo>
                  <a:cubicBezTo>
                    <a:pt x="4" y="110"/>
                    <a:pt x="7" y="112"/>
                    <a:pt x="8" y="108"/>
                  </a:cubicBezTo>
                  <a:cubicBezTo>
                    <a:pt x="9" y="103"/>
                    <a:pt x="13" y="97"/>
                    <a:pt x="14" y="96"/>
                  </a:cubicBezTo>
                  <a:cubicBezTo>
                    <a:pt x="15" y="96"/>
                    <a:pt x="16" y="96"/>
                    <a:pt x="17" y="96"/>
                  </a:cubicBezTo>
                  <a:cubicBezTo>
                    <a:pt x="18" y="96"/>
                    <a:pt x="16" y="100"/>
                    <a:pt x="16" y="102"/>
                  </a:cubicBezTo>
                  <a:cubicBezTo>
                    <a:pt x="16" y="103"/>
                    <a:pt x="13" y="111"/>
                    <a:pt x="15" y="117"/>
                  </a:cubicBezTo>
                  <a:cubicBezTo>
                    <a:pt x="17" y="123"/>
                    <a:pt x="20" y="123"/>
                    <a:pt x="22" y="124"/>
                  </a:cubicBezTo>
                  <a:cubicBezTo>
                    <a:pt x="24" y="125"/>
                    <a:pt x="33" y="126"/>
                    <a:pt x="41" y="124"/>
                  </a:cubicBezTo>
                  <a:cubicBezTo>
                    <a:pt x="50" y="123"/>
                    <a:pt x="69" y="116"/>
                    <a:pt x="64" y="111"/>
                  </a:cubicBezTo>
                  <a:cubicBezTo>
                    <a:pt x="61" y="109"/>
                    <a:pt x="59" y="106"/>
                    <a:pt x="56" y="103"/>
                  </a:cubicBezTo>
                  <a:cubicBezTo>
                    <a:pt x="46" y="95"/>
                    <a:pt x="34" y="89"/>
                    <a:pt x="24" y="81"/>
                  </a:cubicBezTo>
                  <a:cubicBezTo>
                    <a:pt x="23" y="80"/>
                    <a:pt x="22" y="79"/>
                    <a:pt x="21" y="77"/>
                  </a:cubicBezTo>
                  <a:cubicBezTo>
                    <a:pt x="17" y="72"/>
                    <a:pt x="17" y="64"/>
                    <a:pt x="21" y="59"/>
                  </a:cubicBezTo>
                  <a:cubicBezTo>
                    <a:pt x="22" y="58"/>
                    <a:pt x="22" y="57"/>
                    <a:pt x="23" y="56"/>
                  </a:cubicBezTo>
                  <a:cubicBezTo>
                    <a:pt x="24" y="54"/>
                    <a:pt x="26" y="53"/>
                    <a:pt x="28" y="56"/>
                  </a:cubicBezTo>
                  <a:cubicBezTo>
                    <a:pt x="30" y="59"/>
                    <a:pt x="35" y="61"/>
                    <a:pt x="39" y="64"/>
                  </a:cubicBezTo>
                  <a:cubicBezTo>
                    <a:pt x="44" y="68"/>
                    <a:pt x="50" y="71"/>
                    <a:pt x="56" y="75"/>
                  </a:cubicBezTo>
                  <a:cubicBezTo>
                    <a:pt x="62" y="80"/>
                    <a:pt x="69" y="85"/>
                    <a:pt x="75" y="90"/>
                  </a:cubicBezTo>
                  <a:cubicBezTo>
                    <a:pt x="77" y="92"/>
                    <a:pt x="77" y="92"/>
                    <a:pt x="79" y="91"/>
                  </a:cubicBezTo>
                  <a:cubicBezTo>
                    <a:pt x="82" y="89"/>
                    <a:pt x="84" y="88"/>
                    <a:pt x="87" y="88"/>
                  </a:cubicBezTo>
                  <a:cubicBezTo>
                    <a:pt x="90" y="87"/>
                    <a:pt x="92" y="88"/>
                    <a:pt x="95" y="88"/>
                  </a:cubicBezTo>
                  <a:cubicBezTo>
                    <a:pt x="98" y="88"/>
                    <a:pt x="101" y="87"/>
                    <a:pt x="104" y="87"/>
                  </a:cubicBezTo>
                  <a:cubicBezTo>
                    <a:pt x="106" y="86"/>
                    <a:pt x="106" y="85"/>
                    <a:pt x="106" y="84"/>
                  </a:cubicBezTo>
                  <a:cubicBezTo>
                    <a:pt x="104" y="81"/>
                    <a:pt x="104" y="77"/>
                    <a:pt x="105" y="74"/>
                  </a:cubicBezTo>
                  <a:cubicBezTo>
                    <a:pt x="105" y="73"/>
                    <a:pt x="106" y="71"/>
                    <a:pt x="108" y="69"/>
                  </a:cubicBezTo>
                  <a:cubicBezTo>
                    <a:pt x="109" y="68"/>
                    <a:pt x="111" y="69"/>
                    <a:pt x="113" y="70"/>
                  </a:cubicBezTo>
                  <a:cubicBezTo>
                    <a:pt x="117" y="73"/>
                    <a:pt x="121" y="76"/>
                    <a:pt x="124" y="79"/>
                  </a:cubicBezTo>
                  <a:cubicBezTo>
                    <a:pt x="129" y="84"/>
                    <a:pt x="130" y="91"/>
                    <a:pt x="127" y="97"/>
                  </a:cubicBezTo>
                  <a:cubicBezTo>
                    <a:pt x="127" y="97"/>
                    <a:pt x="127" y="98"/>
                    <a:pt x="127" y="99"/>
                  </a:cubicBezTo>
                  <a:cubicBezTo>
                    <a:pt x="126" y="102"/>
                    <a:pt x="125" y="103"/>
                    <a:pt x="121" y="103"/>
                  </a:cubicBezTo>
                  <a:cubicBezTo>
                    <a:pt x="117" y="103"/>
                    <a:pt x="113" y="102"/>
                    <a:pt x="109" y="102"/>
                  </a:cubicBezTo>
                  <a:cubicBezTo>
                    <a:pt x="107" y="102"/>
                    <a:pt x="104" y="102"/>
                    <a:pt x="101" y="101"/>
                  </a:cubicBezTo>
                  <a:cubicBezTo>
                    <a:pt x="98" y="101"/>
                    <a:pt x="95" y="101"/>
                    <a:pt x="93" y="101"/>
                  </a:cubicBezTo>
                  <a:cubicBezTo>
                    <a:pt x="92" y="101"/>
                    <a:pt x="91" y="101"/>
                    <a:pt x="90" y="102"/>
                  </a:cubicBezTo>
                  <a:cubicBezTo>
                    <a:pt x="89" y="103"/>
                    <a:pt x="90" y="104"/>
                    <a:pt x="91" y="104"/>
                  </a:cubicBezTo>
                  <a:cubicBezTo>
                    <a:pt x="92" y="106"/>
                    <a:pt x="95" y="109"/>
                    <a:pt x="97" y="111"/>
                  </a:cubicBezTo>
                  <a:cubicBezTo>
                    <a:pt x="104" y="118"/>
                    <a:pt x="110" y="125"/>
                    <a:pt x="115" y="130"/>
                  </a:cubicBezTo>
                  <a:cubicBezTo>
                    <a:pt x="120" y="137"/>
                    <a:pt x="122" y="140"/>
                    <a:pt x="122" y="143"/>
                  </a:cubicBezTo>
                  <a:cubicBezTo>
                    <a:pt x="124" y="149"/>
                    <a:pt x="123" y="152"/>
                    <a:pt x="121" y="155"/>
                  </a:cubicBezTo>
                  <a:cubicBezTo>
                    <a:pt x="120" y="159"/>
                    <a:pt x="117" y="164"/>
                    <a:pt x="110" y="164"/>
                  </a:cubicBezTo>
                  <a:cubicBezTo>
                    <a:pt x="104" y="165"/>
                    <a:pt x="101" y="164"/>
                    <a:pt x="99" y="162"/>
                  </a:cubicBezTo>
                  <a:cubicBezTo>
                    <a:pt x="97" y="159"/>
                    <a:pt x="96" y="154"/>
                    <a:pt x="96" y="152"/>
                  </a:cubicBezTo>
                  <a:cubicBezTo>
                    <a:pt x="94" y="145"/>
                    <a:pt x="90" y="141"/>
                    <a:pt x="86" y="136"/>
                  </a:cubicBezTo>
                  <a:cubicBezTo>
                    <a:pt x="84" y="133"/>
                    <a:pt x="82" y="131"/>
                    <a:pt x="79" y="127"/>
                  </a:cubicBezTo>
                  <a:cubicBezTo>
                    <a:pt x="78" y="127"/>
                    <a:pt x="77" y="126"/>
                    <a:pt x="76" y="126"/>
                  </a:cubicBezTo>
                  <a:cubicBezTo>
                    <a:pt x="70" y="129"/>
                    <a:pt x="58" y="137"/>
                    <a:pt x="47" y="139"/>
                  </a:cubicBezTo>
                  <a:cubicBezTo>
                    <a:pt x="29" y="144"/>
                    <a:pt x="13" y="141"/>
                    <a:pt x="7" y="136"/>
                  </a:cubicBezTo>
                  <a:close/>
                  <a:moveTo>
                    <a:pt x="119" y="39"/>
                  </a:moveTo>
                  <a:cubicBezTo>
                    <a:pt x="121" y="41"/>
                    <a:pt x="123" y="41"/>
                    <a:pt x="126" y="40"/>
                  </a:cubicBezTo>
                  <a:cubicBezTo>
                    <a:pt x="128" y="39"/>
                    <a:pt x="130" y="38"/>
                    <a:pt x="133" y="37"/>
                  </a:cubicBezTo>
                  <a:cubicBezTo>
                    <a:pt x="135" y="35"/>
                    <a:pt x="137" y="34"/>
                    <a:pt x="139" y="32"/>
                  </a:cubicBezTo>
                  <a:cubicBezTo>
                    <a:pt x="142" y="28"/>
                    <a:pt x="146" y="26"/>
                    <a:pt x="151" y="26"/>
                  </a:cubicBezTo>
                  <a:cubicBezTo>
                    <a:pt x="151" y="26"/>
                    <a:pt x="152" y="26"/>
                    <a:pt x="153" y="27"/>
                  </a:cubicBezTo>
                  <a:cubicBezTo>
                    <a:pt x="153" y="27"/>
                    <a:pt x="153" y="28"/>
                    <a:pt x="152" y="29"/>
                  </a:cubicBezTo>
                  <a:cubicBezTo>
                    <a:pt x="150" y="34"/>
                    <a:pt x="149" y="39"/>
                    <a:pt x="150" y="44"/>
                  </a:cubicBezTo>
                  <a:cubicBezTo>
                    <a:pt x="151" y="49"/>
                    <a:pt x="146" y="47"/>
                    <a:pt x="146" y="47"/>
                  </a:cubicBezTo>
                  <a:cubicBezTo>
                    <a:pt x="146" y="47"/>
                    <a:pt x="140" y="46"/>
                    <a:pt x="139" y="46"/>
                  </a:cubicBezTo>
                  <a:cubicBezTo>
                    <a:pt x="138" y="45"/>
                    <a:pt x="134" y="45"/>
                    <a:pt x="133" y="45"/>
                  </a:cubicBezTo>
                  <a:cubicBezTo>
                    <a:pt x="133" y="46"/>
                    <a:pt x="128" y="48"/>
                    <a:pt x="128" y="49"/>
                  </a:cubicBezTo>
                  <a:cubicBezTo>
                    <a:pt x="128" y="50"/>
                    <a:pt x="133" y="53"/>
                    <a:pt x="133" y="53"/>
                  </a:cubicBezTo>
                  <a:cubicBezTo>
                    <a:pt x="133" y="53"/>
                    <a:pt x="182" y="72"/>
                    <a:pt x="190" y="74"/>
                  </a:cubicBezTo>
                  <a:cubicBezTo>
                    <a:pt x="191" y="75"/>
                    <a:pt x="195" y="78"/>
                    <a:pt x="196" y="78"/>
                  </a:cubicBezTo>
                  <a:cubicBezTo>
                    <a:pt x="197" y="79"/>
                    <a:pt x="198" y="79"/>
                    <a:pt x="198" y="80"/>
                  </a:cubicBezTo>
                  <a:cubicBezTo>
                    <a:pt x="200" y="81"/>
                    <a:pt x="202" y="82"/>
                    <a:pt x="204" y="83"/>
                  </a:cubicBezTo>
                  <a:cubicBezTo>
                    <a:pt x="205" y="84"/>
                    <a:pt x="209" y="84"/>
                    <a:pt x="209" y="84"/>
                  </a:cubicBezTo>
                  <a:cubicBezTo>
                    <a:pt x="213" y="84"/>
                    <a:pt x="215" y="82"/>
                    <a:pt x="216" y="81"/>
                  </a:cubicBezTo>
                  <a:cubicBezTo>
                    <a:pt x="217" y="81"/>
                    <a:pt x="219" y="79"/>
                    <a:pt x="220" y="79"/>
                  </a:cubicBezTo>
                  <a:cubicBezTo>
                    <a:pt x="221" y="77"/>
                    <a:pt x="222" y="75"/>
                    <a:pt x="222" y="75"/>
                  </a:cubicBezTo>
                  <a:cubicBezTo>
                    <a:pt x="223" y="73"/>
                    <a:pt x="224" y="69"/>
                    <a:pt x="223" y="67"/>
                  </a:cubicBezTo>
                  <a:cubicBezTo>
                    <a:pt x="223" y="66"/>
                    <a:pt x="222" y="62"/>
                    <a:pt x="220" y="60"/>
                  </a:cubicBezTo>
                  <a:cubicBezTo>
                    <a:pt x="218" y="57"/>
                    <a:pt x="216" y="56"/>
                    <a:pt x="214" y="55"/>
                  </a:cubicBezTo>
                  <a:cubicBezTo>
                    <a:pt x="212" y="53"/>
                    <a:pt x="211" y="53"/>
                    <a:pt x="211" y="53"/>
                  </a:cubicBezTo>
                  <a:cubicBezTo>
                    <a:pt x="210" y="53"/>
                    <a:pt x="209" y="52"/>
                    <a:pt x="209" y="53"/>
                  </a:cubicBezTo>
                  <a:cubicBezTo>
                    <a:pt x="209" y="53"/>
                    <a:pt x="210" y="56"/>
                    <a:pt x="209" y="56"/>
                  </a:cubicBezTo>
                  <a:cubicBezTo>
                    <a:pt x="208" y="57"/>
                    <a:pt x="208" y="58"/>
                    <a:pt x="205" y="58"/>
                  </a:cubicBezTo>
                  <a:cubicBezTo>
                    <a:pt x="203" y="58"/>
                    <a:pt x="200" y="59"/>
                    <a:pt x="195" y="58"/>
                  </a:cubicBezTo>
                  <a:cubicBezTo>
                    <a:pt x="190" y="57"/>
                    <a:pt x="166" y="53"/>
                    <a:pt x="162" y="52"/>
                  </a:cubicBezTo>
                  <a:cubicBezTo>
                    <a:pt x="163" y="51"/>
                    <a:pt x="167" y="49"/>
                    <a:pt x="170" y="48"/>
                  </a:cubicBezTo>
                  <a:cubicBezTo>
                    <a:pt x="175" y="45"/>
                    <a:pt x="181" y="42"/>
                    <a:pt x="183" y="36"/>
                  </a:cubicBezTo>
                  <a:cubicBezTo>
                    <a:pt x="184" y="34"/>
                    <a:pt x="185" y="31"/>
                    <a:pt x="184" y="28"/>
                  </a:cubicBezTo>
                  <a:cubicBezTo>
                    <a:pt x="184" y="27"/>
                    <a:pt x="182" y="26"/>
                    <a:pt x="180" y="25"/>
                  </a:cubicBezTo>
                  <a:cubicBezTo>
                    <a:pt x="180" y="25"/>
                    <a:pt x="180" y="25"/>
                    <a:pt x="179" y="25"/>
                  </a:cubicBezTo>
                  <a:cubicBezTo>
                    <a:pt x="175" y="22"/>
                    <a:pt x="171" y="21"/>
                    <a:pt x="166" y="23"/>
                  </a:cubicBezTo>
                  <a:cubicBezTo>
                    <a:pt x="161" y="24"/>
                    <a:pt x="156" y="25"/>
                    <a:pt x="151" y="23"/>
                  </a:cubicBezTo>
                  <a:cubicBezTo>
                    <a:pt x="150" y="23"/>
                    <a:pt x="150" y="23"/>
                    <a:pt x="149" y="22"/>
                  </a:cubicBezTo>
                  <a:cubicBezTo>
                    <a:pt x="150" y="21"/>
                    <a:pt x="150" y="21"/>
                    <a:pt x="151" y="20"/>
                  </a:cubicBezTo>
                  <a:cubicBezTo>
                    <a:pt x="153" y="17"/>
                    <a:pt x="156" y="15"/>
                    <a:pt x="158" y="12"/>
                  </a:cubicBezTo>
                  <a:cubicBezTo>
                    <a:pt x="160" y="9"/>
                    <a:pt x="160" y="6"/>
                    <a:pt x="157" y="4"/>
                  </a:cubicBezTo>
                  <a:cubicBezTo>
                    <a:pt x="154" y="2"/>
                    <a:pt x="150" y="0"/>
                    <a:pt x="145" y="1"/>
                  </a:cubicBezTo>
                  <a:cubicBezTo>
                    <a:pt x="138" y="2"/>
                    <a:pt x="132" y="5"/>
                    <a:pt x="126" y="8"/>
                  </a:cubicBezTo>
                  <a:cubicBezTo>
                    <a:pt x="124" y="10"/>
                    <a:pt x="121" y="11"/>
                    <a:pt x="119" y="13"/>
                  </a:cubicBezTo>
                  <a:cubicBezTo>
                    <a:pt x="116" y="16"/>
                    <a:pt x="113" y="19"/>
                    <a:pt x="114" y="24"/>
                  </a:cubicBezTo>
                  <a:cubicBezTo>
                    <a:pt x="114" y="26"/>
                    <a:pt x="115" y="27"/>
                    <a:pt x="115" y="29"/>
                  </a:cubicBezTo>
                  <a:cubicBezTo>
                    <a:pt x="115" y="33"/>
                    <a:pt x="116" y="36"/>
                    <a:pt x="119" y="39"/>
                  </a:cubicBezTo>
                  <a:close/>
                  <a:moveTo>
                    <a:pt x="98" y="44"/>
                  </a:moveTo>
                  <a:cubicBezTo>
                    <a:pt x="101" y="49"/>
                    <a:pt x="106" y="53"/>
                    <a:pt x="111" y="56"/>
                  </a:cubicBezTo>
                  <a:cubicBezTo>
                    <a:pt x="115" y="58"/>
                    <a:pt x="118" y="60"/>
                    <a:pt x="122" y="61"/>
                  </a:cubicBezTo>
                  <a:cubicBezTo>
                    <a:pt x="132" y="65"/>
                    <a:pt x="146" y="74"/>
                    <a:pt x="150" y="77"/>
                  </a:cubicBezTo>
                  <a:cubicBezTo>
                    <a:pt x="161" y="85"/>
                    <a:pt x="172" y="97"/>
                    <a:pt x="176" y="104"/>
                  </a:cubicBezTo>
                  <a:cubicBezTo>
                    <a:pt x="178" y="107"/>
                    <a:pt x="178" y="111"/>
                    <a:pt x="175" y="114"/>
                  </a:cubicBezTo>
                  <a:cubicBezTo>
                    <a:pt x="173" y="116"/>
                    <a:pt x="164" y="116"/>
                    <a:pt x="162" y="115"/>
                  </a:cubicBezTo>
                  <a:cubicBezTo>
                    <a:pt x="159" y="115"/>
                    <a:pt x="152" y="113"/>
                    <a:pt x="146" y="110"/>
                  </a:cubicBezTo>
                  <a:cubicBezTo>
                    <a:pt x="139" y="107"/>
                    <a:pt x="129" y="102"/>
                    <a:pt x="129" y="102"/>
                  </a:cubicBezTo>
                  <a:cubicBezTo>
                    <a:pt x="129" y="102"/>
                    <a:pt x="128" y="102"/>
                    <a:pt x="128" y="102"/>
                  </a:cubicBezTo>
                  <a:cubicBezTo>
                    <a:pt x="128" y="102"/>
                    <a:pt x="128" y="102"/>
                    <a:pt x="128" y="102"/>
                  </a:cubicBezTo>
                  <a:cubicBezTo>
                    <a:pt x="128" y="102"/>
                    <a:pt x="128" y="102"/>
                    <a:pt x="128" y="103"/>
                  </a:cubicBezTo>
                  <a:cubicBezTo>
                    <a:pt x="128" y="103"/>
                    <a:pt x="128" y="104"/>
                    <a:pt x="129" y="105"/>
                  </a:cubicBezTo>
                  <a:cubicBezTo>
                    <a:pt x="129" y="106"/>
                    <a:pt x="134" y="113"/>
                    <a:pt x="134" y="113"/>
                  </a:cubicBezTo>
                  <a:cubicBezTo>
                    <a:pt x="137" y="118"/>
                    <a:pt x="145" y="126"/>
                    <a:pt x="157" y="130"/>
                  </a:cubicBezTo>
                  <a:cubicBezTo>
                    <a:pt x="163" y="132"/>
                    <a:pt x="169" y="133"/>
                    <a:pt x="175" y="130"/>
                  </a:cubicBezTo>
                  <a:cubicBezTo>
                    <a:pt x="177" y="129"/>
                    <a:pt x="180" y="127"/>
                    <a:pt x="183" y="123"/>
                  </a:cubicBezTo>
                  <a:cubicBezTo>
                    <a:pt x="186" y="118"/>
                    <a:pt x="185" y="112"/>
                    <a:pt x="184" y="108"/>
                  </a:cubicBezTo>
                  <a:cubicBezTo>
                    <a:pt x="182" y="100"/>
                    <a:pt x="176" y="90"/>
                    <a:pt x="168" y="83"/>
                  </a:cubicBezTo>
                  <a:cubicBezTo>
                    <a:pt x="162" y="76"/>
                    <a:pt x="160" y="73"/>
                    <a:pt x="147" y="64"/>
                  </a:cubicBezTo>
                  <a:cubicBezTo>
                    <a:pt x="135" y="55"/>
                    <a:pt x="120" y="48"/>
                    <a:pt x="115" y="46"/>
                  </a:cubicBezTo>
                  <a:cubicBezTo>
                    <a:pt x="110" y="43"/>
                    <a:pt x="93" y="35"/>
                    <a:pt x="92" y="35"/>
                  </a:cubicBezTo>
                  <a:cubicBezTo>
                    <a:pt x="91" y="35"/>
                    <a:pt x="91" y="35"/>
                    <a:pt x="91" y="36"/>
                  </a:cubicBezTo>
                  <a:cubicBezTo>
                    <a:pt x="92" y="37"/>
                    <a:pt x="98" y="43"/>
                    <a:pt x="98" y="44"/>
                  </a:cubicBezTo>
                  <a:close/>
                  <a:moveTo>
                    <a:pt x="45" y="42"/>
                  </a:moveTo>
                  <a:cubicBezTo>
                    <a:pt x="46" y="46"/>
                    <a:pt x="49" y="47"/>
                    <a:pt x="51" y="45"/>
                  </a:cubicBezTo>
                  <a:cubicBezTo>
                    <a:pt x="54" y="43"/>
                    <a:pt x="57" y="42"/>
                    <a:pt x="60" y="40"/>
                  </a:cubicBezTo>
                  <a:cubicBezTo>
                    <a:pt x="66" y="37"/>
                    <a:pt x="73" y="34"/>
                    <a:pt x="80" y="31"/>
                  </a:cubicBezTo>
                  <a:cubicBezTo>
                    <a:pt x="82" y="30"/>
                    <a:pt x="83" y="29"/>
                    <a:pt x="82" y="26"/>
                  </a:cubicBezTo>
                  <a:cubicBezTo>
                    <a:pt x="82" y="26"/>
                    <a:pt x="82" y="25"/>
                    <a:pt x="82" y="25"/>
                  </a:cubicBezTo>
                  <a:cubicBezTo>
                    <a:pt x="81" y="23"/>
                    <a:pt x="80" y="20"/>
                    <a:pt x="79" y="17"/>
                  </a:cubicBezTo>
                  <a:cubicBezTo>
                    <a:pt x="78" y="17"/>
                    <a:pt x="77" y="16"/>
                    <a:pt x="75" y="15"/>
                  </a:cubicBezTo>
                  <a:cubicBezTo>
                    <a:pt x="72" y="15"/>
                    <a:pt x="69" y="15"/>
                    <a:pt x="66" y="15"/>
                  </a:cubicBezTo>
                  <a:cubicBezTo>
                    <a:pt x="60" y="17"/>
                    <a:pt x="53" y="20"/>
                    <a:pt x="47" y="23"/>
                  </a:cubicBezTo>
                  <a:cubicBezTo>
                    <a:pt x="41" y="25"/>
                    <a:pt x="39" y="30"/>
                    <a:pt x="42" y="37"/>
                  </a:cubicBezTo>
                  <a:cubicBezTo>
                    <a:pt x="42" y="39"/>
                    <a:pt x="44" y="40"/>
                    <a:pt x="45" y="42"/>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5" name="Freeform 59"/>
            <p:cNvSpPr>
              <a:spLocks/>
            </p:cNvSpPr>
            <p:nvPr/>
          </p:nvSpPr>
          <p:spPr bwMode="auto">
            <a:xfrm>
              <a:off x="-2065338" y="-779463"/>
              <a:ext cx="160338" cy="142875"/>
            </a:xfrm>
            <a:custGeom>
              <a:avLst/>
              <a:gdLst>
                <a:gd name="T0" fmla="*/ 27 w 210"/>
                <a:gd name="T1" fmla="*/ 9 h 187"/>
                <a:gd name="T2" fmla="*/ 42 w 210"/>
                <a:gd name="T3" fmla="*/ 17 h 187"/>
                <a:gd name="T4" fmla="*/ 47 w 210"/>
                <a:gd name="T5" fmla="*/ 7 h 187"/>
                <a:gd name="T6" fmla="*/ 59 w 210"/>
                <a:gd name="T7" fmla="*/ 7 h 187"/>
                <a:gd name="T8" fmla="*/ 64 w 210"/>
                <a:gd name="T9" fmla="*/ 25 h 187"/>
                <a:gd name="T10" fmla="*/ 59 w 210"/>
                <a:gd name="T11" fmla="*/ 42 h 187"/>
                <a:gd name="T12" fmla="*/ 72 w 210"/>
                <a:gd name="T13" fmla="*/ 67 h 187"/>
                <a:gd name="T14" fmla="*/ 79 w 210"/>
                <a:gd name="T15" fmla="*/ 51 h 187"/>
                <a:gd name="T16" fmla="*/ 127 w 210"/>
                <a:gd name="T17" fmla="*/ 1 h 187"/>
                <a:gd name="T18" fmla="*/ 154 w 210"/>
                <a:gd name="T19" fmla="*/ 16 h 187"/>
                <a:gd name="T20" fmla="*/ 178 w 210"/>
                <a:gd name="T21" fmla="*/ 40 h 187"/>
                <a:gd name="T22" fmla="*/ 202 w 210"/>
                <a:gd name="T23" fmla="*/ 77 h 187"/>
                <a:gd name="T24" fmla="*/ 200 w 210"/>
                <a:gd name="T25" fmla="*/ 105 h 187"/>
                <a:gd name="T26" fmla="*/ 185 w 210"/>
                <a:gd name="T27" fmla="*/ 108 h 187"/>
                <a:gd name="T28" fmla="*/ 181 w 210"/>
                <a:gd name="T29" fmla="*/ 105 h 187"/>
                <a:gd name="T30" fmla="*/ 174 w 210"/>
                <a:gd name="T31" fmla="*/ 107 h 187"/>
                <a:gd name="T32" fmla="*/ 180 w 210"/>
                <a:gd name="T33" fmla="*/ 116 h 187"/>
                <a:gd name="T34" fmla="*/ 207 w 210"/>
                <a:gd name="T35" fmla="*/ 137 h 187"/>
                <a:gd name="T36" fmla="*/ 210 w 210"/>
                <a:gd name="T37" fmla="*/ 144 h 187"/>
                <a:gd name="T38" fmla="*/ 201 w 210"/>
                <a:gd name="T39" fmla="*/ 141 h 187"/>
                <a:gd name="T40" fmla="*/ 160 w 210"/>
                <a:gd name="T41" fmla="*/ 114 h 187"/>
                <a:gd name="T42" fmla="*/ 153 w 210"/>
                <a:gd name="T43" fmla="*/ 129 h 187"/>
                <a:gd name="T44" fmla="*/ 146 w 210"/>
                <a:gd name="T45" fmla="*/ 137 h 187"/>
                <a:gd name="T46" fmla="*/ 139 w 210"/>
                <a:gd name="T47" fmla="*/ 134 h 187"/>
                <a:gd name="T48" fmla="*/ 132 w 210"/>
                <a:gd name="T49" fmla="*/ 115 h 187"/>
                <a:gd name="T50" fmla="*/ 123 w 210"/>
                <a:gd name="T51" fmla="*/ 122 h 187"/>
                <a:gd name="T52" fmla="*/ 110 w 210"/>
                <a:gd name="T53" fmla="*/ 100 h 187"/>
                <a:gd name="T54" fmla="*/ 98 w 210"/>
                <a:gd name="T55" fmla="*/ 97 h 187"/>
                <a:gd name="T56" fmla="*/ 91 w 210"/>
                <a:gd name="T57" fmla="*/ 87 h 187"/>
                <a:gd name="T58" fmla="*/ 91 w 210"/>
                <a:gd name="T59" fmla="*/ 86 h 187"/>
                <a:gd name="T60" fmla="*/ 97 w 210"/>
                <a:gd name="T61" fmla="*/ 81 h 187"/>
                <a:gd name="T62" fmla="*/ 103 w 210"/>
                <a:gd name="T63" fmla="*/ 81 h 187"/>
                <a:gd name="T64" fmla="*/ 96 w 210"/>
                <a:gd name="T65" fmla="*/ 64 h 187"/>
                <a:gd name="T66" fmla="*/ 95 w 210"/>
                <a:gd name="T67" fmla="*/ 54 h 187"/>
                <a:gd name="T68" fmla="*/ 118 w 210"/>
                <a:gd name="T69" fmla="*/ 66 h 187"/>
                <a:gd name="T70" fmla="*/ 132 w 210"/>
                <a:gd name="T71" fmla="*/ 68 h 187"/>
                <a:gd name="T72" fmla="*/ 139 w 210"/>
                <a:gd name="T73" fmla="*/ 97 h 187"/>
                <a:gd name="T74" fmla="*/ 141 w 210"/>
                <a:gd name="T75" fmla="*/ 97 h 187"/>
                <a:gd name="T76" fmla="*/ 146 w 210"/>
                <a:gd name="T77" fmla="*/ 86 h 187"/>
                <a:gd name="T78" fmla="*/ 158 w 210"/>
                <a:gd name="T79" fmla="*/ 91 h 187"/>
                <a:gd name="T80" fmla="*/ 167 w 210"/>
                <a:gd name="T81" fmla="*/ 105 h 187"/>
                <a:gd name="T82" fmla="*/ 187 w 210"/>
                <a:gd name="T83" fmla="*/ 92 h 187"/>
                <a:gd name="T84" fmla="*/ 179 w 210"/>
                <a:gd name="T85" fmla="*/ 66 h 187"/>
                <a:gd name="T86" fmla="*/ 152 w 210"/>
                <a:gd name="T87" fmla="*/ 33 h 187"/>
                <a:gd name="T88" fmla="*/ 110 w 210"/>
                <a:gd name="T89" fmla="*/ 21 h 187"/>
                <a:gd name="T90" fmla="*/ 89 w 210"/>
                <a:gd name="T91" fmla="*/ 74 h 187"/>
                <a:gd name="T92" fmla="*/ 91 w 210"/>
                <a:gd name="T93" fmla="*/ 86 h 187"/>
                <a:gd name="T94" fmla="*/ 91 w 210"/>
                <a:gd name="T95" fmla="*/ 87 h 187"/>
                <a:gd name="T96" fmla="*/ 95 w 210"/>
                <a:gd name="T97" fmla="*/ 113 h 187"/>
                <a:gd name="T98" fmla="*/ 92 w 210"/>
                <a:gd name="T99" fmla="*/ 127 h 187"/>
                <a:gd name="T100" fmla="*/ 106 w 210"/>
                <a:gd name="T101" fmla="*/ 144 h 187"/>
                <a:gd name="T102" fmla="*/ 141 w 210"/>
                <a:gd name="T103" fmla="*/ 161 h 187"/>
                <a:gd name="T104" fmla="*/ 157 w 210"/>
                <a:gd name="T105" fmla="*/ 177 h 187"/>
                <a:gd name="T106" fmla="*/ 150 w 210"/>
                <a:gd name="T107" fmla="*/ 185 h 187"/>
                <a:gd name="T108" fmla="*/ 134 w 210"/>
                <a:gd name="T109" fmla="*/ 186 h 187"/>
                <a:gd name="T110" fmla="*/ 87 w 210"/>
                <a:gd name="T111" fmla="*/ 159 h 187"/>
                <a:gd name="T112" fmla="*/ 70 w 210"/>
                <a:gd name="T113" fmla="*/ 128 h 187"/>
                <a:gd name="T114" fmla="*/ 72 w 210"/>
                <a:gd name="T115" fmla="*/ 121 h 187"/>
                <a:gd name="T116" fmla="*/ 56 w 210"/>
                <a:gd name="T117" fmla="*/ 84 h 187"/>
                <a:gd name="T118" fmla="*/ 33 w 210"/>
                <a:gd name="T119" fmla="*/ 82 h 187"/>
                <a:gd name="T120" fmla="*/ 34 w 210"/>
                <a:gd name="T121" fmla="*/ 60 h 187"/>
                <a:gd name="T122" fmla="*/ 30 w 210"/>
                <a:gd name="T123" fmla="*/ 50 h 187"/>
                <a:gd name="T124" fmla="*/ 8 w 210"/>
                <a:gd name="T125" fmla="*/ 32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10" h="187">
                  <a:moveTo>
                    <a:pt x="3" y="19"/>
                  </a:moveTo>
                  <a:cubicBezTo>
                    <a:pt x="9" y="11"/>
                    <a:pt x="17" y="9"/>
                    <a:pt x="27" y="9"/>
                  </a:cubicBezTo>
                  <a:cubicBezTo>
                    <a:pt x="31" y="9"/>
                    <a:pt x="34" y="11"/>
                    <a:pt x="37" y="13"/>
                  </a:cubicBezTo>
                  <a:cubicBezTo>
                    <a:pt x="39" y="15"/>
                    <a:pt x="40" y="19"/>
                    <a:pt x="42" y="17"/>
                  </a:cubicBezTo>
                  <a:cubicBezTo>
                    <a:pt x="43" y="16"/>
                    <a:pt x="44" y="14"/>
                    <a:pt x="44" y="13"/>
                  </a:cubicBezTo>
                  <a:cubicBezTo>
                    <a:pt x="45" y="10"/>
                    <a:pt x="45" y="9"/>
                    <a:pt x="47" y="7"/>
                  </a:cubicBezTo>
                  <a:cubicBezTo>
                    <a:pt x="49" y="6"/>
                    <a:pt x="51" y="6"/>
                    <a:pt x="53" y="6"/>
                  </a:cubicBezTo>
                  <a:cubicBezTo>
                    <a:pt x="55" y="5"/>
                    <a:pt x="57" y="6"/>
                    <a:pt x="59" y="7"/>
                  </a:cubicBezTo>
                  <a:cubicBezTo>
                    <a:pt x="62" y="9"/>
                    <a:pt x="63" y="11"/>
                    <a:pt x="65" y="13"/>
                  </a:cubicBezTo>
                  <a:cubicBezTo>
                    <a:pt x="67" y="18"/>
                    <a:pt x="65" y="21"/>
                    <a:pt x="64" y="25"/>
                  </a:cubicBezTo>
                  <a:cubicBezTo>
                    <a:pt x="64" y="28"/>
                    <a:pt x="62" y="30"/>
                    <a:pt x="61" y="33"/>
                  </a:cubicBezTo>
                  <a:cubicBezTo>
                    <a:pt x="60" y="36"/>
                    <a:pt x="59" y="39"/>
                    <a:pt x="59" y="42"/>
                  </a:cubicBezTo>
                  <a:cubicBezTo>
                    <a:pt x="61" y="49"/>
                    <a:pt x="63" y="56"/>
                    <a:pt x="68" y="62"/>
                  </a:cubicBezTo>
                  <a:cubicBezTo>
                    <a:pt x="70" y="63"/>
                    <a:pt x="71" y="65"/>
                    <a:pt x="72" y="67"/>
                  </a:cubicBezTo>
                  <a:cubicBezTo>
                    <a:pt x="74" y="69"/>
                    <a:pt x="75" y="68"/>
                    <a:pt x="76" y="66"/>
                  </a:cubicBezTo>
                  <a:cubicBezTo>
                    <a:pt x="77" y="61"/>
                    <a:pt x="78" y="56"/>
                    <a:pt x="79" y="51"/>
                  </a:cubicBezTo>
                  <a:cubicBezTo>
                    <a:pt x="83" y="34"/>
                    <a:pt x="90" y="19"/>
                    <a:pt x="103" y="8"/>
                  </a:cubicBezTo>
                  <a:cubicBezTo>
                    <a:pt x="110" y="2"/>
                    <a:pt x="118" y="0"/>
                    <a:pt x="127" y="1"/>
                  </a:cubicBezTo>
                  <a:cubicBezTo>
                    <a:pt x="135" y="2"/>
                    <a:pt x="141" y="6"/>
                    <a:pt x="147" y="11"/>
                  </a:cubicBezTo>
                  <a:cubicBezTo>
                    <a:pt x="149" y="13"/>
                    <a:pt x="152" y="14"/>
                    <a:pt x="154" y="16"/>
                  </a:cubicBezTo>
                  <a:cubicBezTo>
                    <a:pt x="158" y="20"/>
                    <a:pt x="163" y="24"/>
                    <a:pt x="167" y="28"/>
                  </a:cubicBezTo>
                  <a:cubicBezTo>
                    <a:pt x="171" y="32"/>
                    <a:pt x="175" y="36"/>
                    <a:pt x="178" y="40"/>
                  </a:cubicBezTo>
                  <a:cubicBezTo>
                    <a:pt x="183" y="47"/>
                    <a:pt x="190" y="54"/>
                    <a:pt x="194" y="62"/>
                  </a:cubicBezTo>
                  <a:cubicBezTo>
                    <a:pt x="197" y="67"/>
                    <a:pt x="200" y="72"/>
                    <a:pt x="202" y="77"/>
                  </a:cubicBezTo>
                  <a:cubicBezTo>
                    <a:pt x="204" y="81"/>
                    <a:pt x="205" y="86"/>
                    <a:pt x="205" y="91"/>
                  </a:cubicBezTo>
                  <a:cubicBezTo>
                    <a:pt x="206" y="96"/>
                    <a:pt x="205" y="102"/>
                    <a:pt x="200" y="105"/>
                  </a:cubicBezTo>
                  <a:cubicBezTo>
                    <a:pt x="196" y="108"/>
                    <a:pt x="192" y="110"/>
                    <a:pt x="187" y="111"/>
                  </a:cubicBezTo>
                  <a:cubicBezTo>
                    <a:pt x="185" y="111"/>
                    <a:pt x="184" y="110"/>
                    <a:pt x="185" y="108"/>
                  </a:cubicBezTo>
                  <a:cubicBezTo>
                    <a:pt x="185" y="108"/>
                    <a:pt x="181" y="107"/>
                    <a:pt x="181" y="107"/>
                  </a:cubicBezTo>
                  <a:cubicBezTo>
                    <a:pt x="181" y="106"/>
                    <a:pt x="182" y="106"/>
                    <a:pt x="181" y="105"/>
                  </a:cubicBezTo>
                  <a:cubicBezTo>
                    <a:pt x="180" y="104"/>
                    <a:pt x="180" y="104"/>
                    <a:pt x="179" y="105"/>
                  </a:cubicBezTo>
                  <a:cubicBezTo>
                    <a:pt x="177" y="106"/>
                    <a:pt x="176" y="106"/>
                    <a:pt x="174" y="107"/>
                  </a:cubicBezTo>
                  <a:cubicBezTo>
                    <a:pt x="172" y="108"/>
                    <a:pt x="172" y="109"/>
                    <a:pt x="173" y="110"/>
                  </a:cubicBezTo>
                  <a:cubicBezTo>
                    <a:pt x="175" y="112"/>
                    <a:pt x="178" y="114"/>
                    <a:pt x="180" y="116"/>
                  </a:cubicBezTo>
                  <a:cubicBezTo>
                    <a:pt x="182" y="118"/>
                    <a:pt x="183" y="119"/>
                    <a:pt x="184" y="120"/>
                  </a:cubicBezTo>
                  <a:cubicBezTo>
                    <a:pt x="187" y="123"/>
                    <a:pt x="203" y="134"/>
                    <a:pt x="207" y="137"/>
                  </a:cubicBezTo>
                  <a:cubicBezTo>
                    <a:pt x="208" y="138"/>
                    <a:pt x="209" y="140"/>
                    <a:pt x="210" y="141"/>
                  </a:cubicBezTo>
                  <a:cubicBezTo>
                    <a:pt x="210" y="142"/>
                    <a:pt x="210" y="143"/>
                    <a:pt x="210" y="144"/>
                  </a:cubicBezTo>
                  <a:cubicBezTo>
                    <a:pt x="209" y="144"/>
                    <a:pt x="208" y="144"/>
                    <a:pt x="208" y="144"/>
                  </a:cubicBezTo>
                  <a:cubicBezTo>
                    <a:pt x="205" y="143"/>
                    <a:pt x="203" y="142"/>
                    <a:pt x="201" y="141"/>
                  </a:cubicBezTo>
                  <a:cubicBezTo>
                    <a:pt x="192" y="135"/>
                    <a:pt x="183" y="130"/>
                    <a:pt x="174" y="124"/>
                  </a:cubicBezTo>
                  <a:cubicBezTo>
                    <a:pt x="169" y="121"/>
                    <a:pt x="165" y="118"/>
                    <a:pt x="160" y="114"/>
                  </a:cubicBezTo>
                  <a:cubicBezTo>
                    <a:pt x="158" y="112"/>
                    <a:pt x="157" y="113"/>
                    <a:pt x="156" y="116"/>
                  </a:cubicBezTo>
                  <a:cubicBezTo>
                    <a:pt x="155" y="121"/>
                    <a:pt x="154" y="123"/>
                    <a:pt x="153" y="129"/>
                  </a:cubicBezTo>
                  <a:cubicBezTo>
                    <a:pt x="152" y="131"/>
                    <a:pt x="151" y="133"/>
                    <a:pt x="150" y="135"/>
                  </a:cubicBezTo>
                  <a:cubicBezTo>
                    <a:pt x="149" y="136"/>
                    <a:pt x="147" y="137"/>
                    <a:pt x="146" y="137"/>
                  </a:cubicBezTo>
                  <a:cubicBezTo>
                    <a:pt x="145" y="137"/>
                    <a:pt x="143" y="137"/>
                    <a:pt x="142" y="137"/>
                  </a:cubicBezTo>
                  <a:cubicBezTo>
                    <a:pt x="141" y="136"/>
                    <a:pt x="140" y="135"/>
                    <a:pt x="139" y="134"/>
                  </a:cubicBezTo>
                  <a:cubicBezTo>
                    <a:pt x="137" y="129"/>
                    <a:pt x="135" y="124"/>
                    <a:pt x="133" y="118"/>
                  </a:cubicBezTo>
                  <a:cubicBezTo>
                    <a:pt x="133" y="117"/>
                    <a:pt x="132" y="116"/>
                    <a:pt x="132" y="115"/>
                  </a:cubicBezTo>
                  <a:cubicBezTo>
                    <a:pt x="131" y="116"/>
                    <a:pt x="131" y="116"/>
                    <a:pt x="130" y="117"/>
                  </a:cubicBezTo>
                  <a:cubicBezTo>
                    <a:pt x="129" y="120"/>
                    <a:pt x="126" y="121"/>
                    <a:pt x="123" y="122"/>
                  </a:cubicBezTo>
                  <a:cubicBezTo>
                    <a:pt x="120" y="122"/>
                    <a:pt x="118" y="121"/>
                    <a:pt x="117" y="118"/>
                  </a:cubicBezTo>
                  <a:cubicBezTo>
                    <a:pt x="115" y="112"/>
                    <a:pt x="112" y="106"/>
                    <a:pt x="110" y="100"/>
                  </a:cubicBezTo>
                  <a:cubicBezTo>
                    <a:pt x="109" y="98"/>
                    <a:pt x="108" y="97"/>
                    <a:pt x="106" y="97"/>
                  </a:cubicBezTo>
                  <a:cubicBezTo>
                    <a:pt x="103" y="98"/>
                    <a:pt x="101" y="98"/>
                    <a:pt x="98" y="97"/>
                  </a:cubicBezTo>
                  <a:cubicBezTo>
                    <a:pt x="97" y="97"/>
                    <a:pt x="95" y="95"/>
                    <a:pt x="94" y="94"/>
                  </a:cubicBezTo>
                  <a:cubicBezTo>
                    <a:pt x="93" y="92"/>
                    <a:pt x="92" y="89"/>
                    <a:pt x="91" y="87"/>
                  </a:cubicBezTo>
                  <a:cubicBezTo>
                    <a:pt x="91" y="87"/>
                    <a:pt x="91" y="87"/>
                    <a:pt x="91" y="87"/>
                  </a:cubicBezTo>
                  <a:cubicBezTo>
                    <a:pt x="91" y="87"/>
                    <a:pt x="91" y="87"/>
                    <a:pt x="91" y="86"/>
                  </a:cubicBezTo>
                  <a:cubicBezTo>
                    <a:pt x="91" y="85"/>
                    <a:pt x="91" y="84"/>
                    <a:pt x="92" y="83"/>
                  </a:cubicBezTo>
                  <a:cubicBezTo>
                    <a:pt x="92" y="81"/>
                    <a:pt x="94" y="80"/>
                    <a:pt x="97" y="81"/>
                  </a:cubicBezTo>
                  <a:cubicBezTo>
                    <a:pt x="97" y="81"/>
                    <a:pt x="97" y="81"/>
                    <a:pt x="97" y="81"/>
                  </a:cubicBezTo>
                  <a:cubicBezTo>
                    <a:pt x="99" y="81"/>
                    <a:pt x="101" y="81"/>
                    <a:pt x="103" y="81"/>
                  </a:cubicBezTo>
                  <a:cubicBezTo>
                    <a:pt x="104" y="81"/>
                    <a:pt x="103" y="78"/>
                    <a:pt x="103" y="77"/>
                  </a:cubicBezTo>
                  <a:cubicBezTo>
                    <a:pt x="102" y="72"/>
                    <a:pt x="99" y="67"/>
                    <a:pt x="96" y="64"/>
                  </a:cubicBezTo>
                  <a:cubicBezTo>
                    <a:pt x="95" y="62"/>
                    <a:pt x="95" y="59"/>
                    <a:pt x="94" y="57"/>
                  </a:cubicBezTo>
                  <a:cubicBezTo>
                    <a:pt x="94" y="56"/>
                    <a:pt x="94" y="55"/>
                    <a:pt x="95" y="54"/>
                  </a:cubicBezTo>
                  <a:cubicBezTo>
                    <a:pt x="98" y="51"/>
                    <a:pt x="107" y="51"/>
                    <a:pt x="111" y="54"/>
                  </a:cubicBezTo>
                  <a:cubicBezTo>
                    <a:pt x="114" y="57"/>
                    <a:pt x="116" y="61"/>
                    <a:pt x="118" y="66"/>
                  </a:cubicBezTo>
                  <a:cubicBezTo>
                    <a:pt x="119" y="67"/>
                    <a:pt x="119" y="68"/>
                    <a:pt x="121" y="67"/>
                  </a:cubicBezTo>
                  <a:cubicBezTo>
                    <a:pt x="125" y="64"/>
                    <a:pt x="128" y="66"/>
                    <a:pt x="132" y="68"/>
                  </a:cubicBezTo>
                  <a:cubicBezTo>
                    <a:pt x="134" y="70"/>
                    <a:pt x="135" y="73"/>
                    <a:pt x="135" y="76"/>
                  </a:cubicBezTo>
                  <a:cubicBezTo>
                    <a:pt x="135" y="83"/>
                    <a:pt x="137" y="90"/>
                    <a:pt x="139" y="97"/>
                  </a:cubicBezTo>
                  <a:cubicBezTo>
                    <a:pt x="139" y="98"/>
                    <a:pt x="140" y="98"/>
                    <a:pt x="140" y="99"/>
                  </a:cubicBezTo>
                  <a:cubicBezTo>
                    <a:pt x="140" y="98"/>
                    <a:pt x="141" y="97"/>
                    <a:pt x="141" y="97"/>
                  </a:cubicBezTo>
                  <a:cubicBezTo>
                    <a:pt x="141" y="95"/>
                    <a:pt x="140" y="94"/>
                    <a:pt x="140" y="92"/>
                  </a:cubicBezTo>
                  <a:cubicBezTo>
                    <a:pt x="139" y="90"/>
                    <a:pt x="143" y="85"/>
                    <a:pt x="146" y="86"/>
                  </a:cubicBezTo>
                  <a:cubicBezTo>
                    <a:pt x="148" y="86"/>
                    <a:pt x="151" y="87"/>
                    <a:pt x="153" y="87"/>
                  </a:cubicBezTo>
                  <a:cubicBezTo>
                    <a:pt x="155" y="88"/>
                    <a:pt x="157" y="89"/>
                    <a:pt x="158" y="91"/>
                  </a:cubicBezTo>
                  <a:cubicBezTo>
                    <a:pt x="159" y="93"/>
                    <a:pt x="160" y="95"/>
                    <a:pt x="161" y="97"/>
                  </a:cubicBezTo>
                  <a:cubicBezTo>
                    <a:pt x="163" y="100"/>
                    <a:pt x="164" y="103"/>
                    <a:pt x="167" y="105"/>
                  </a:cubicBezTo>
                  <a:cubicBezTo>
                    <a:pt x="168" y="106"/>
                    <a:pt x="169" y="107"/>
                    <a:pt x="171" y="106"/>
                  </a:cubicBezTo>
                  <a:cubicBezTo>
                    <a:pt x="177" y="102"/>
                    <a:pt x="182" y="98"/>
                    <a:pt x="187" y="92"/>
                  </a:cubicBezTo>
                  <a:cubicBezTo>
                    <a:pt x="188" y="89"/>
                    <a:pt x="188" y="88"/>
                    <a:pt x="188" y="85"/>
                  </a:cubicBezTo>
                  <a:cubicBezTo>
                    <a:pt x="186" y="79"/>
                    <a:pt x="182" y="72"/>
                    <a:pt x="179" y="66"/>
                  </a:cubicBezTo>
                  <a:cubicBezTo>
                    <a:pt x="173" y="57"/>
                    <a:pt x="166" y="49"/>
                    <a:pt x="159" y="41"/>
                  </a:cubicBezTo>
                  <a:cubicBezTo>
                    <a:pt x="156" y="38"/>
                    <a:pt x="154" y="35"/>
                    <a:pt x="152" y="33"/>
                  </a:cubicBezTo>
                  <a:cubicBezTo>
                    <a:pt x="147" y="29"/>
                    <a:pt x="143" y="25"/>
                    <a:pt x="138" y="21"/>
                  </a:cubicBezTo>
                  <a:cubicBezTo>
                    <a:pt x="128" y="15"/>
                    <a:pt x="119" y="14"/>
                    <a:pt x="110" y="21"/>
                  </a:cubicBezTo>
                  <a:cubicBezTo>
                    <a:pt x="99" y="31"/>
                    <a:pt x="95" y="43"/>
                    <a:pt x="92" y="56"/>
                  </a:cubicBezTo>
                  <a:cubicBezTo>
                    <a:pt x="90" y="62"/>
                    <a:pt x="90" y="68"/>
                    <a:pt x="89" y="74"/>
                  </a:cubicBezTo>
                  <a:cubicBezTo>
                    <a:pt x="89" y="76"/>
                    <a:pt x="89" y="78"/>
                    <a:pt x="89" y="80"/>
                  </a:cubicBezTo>
                  <a:cubicBezTo>
                    <a:pt x="90" y="82"/>
                    <a:pt x="90" y="84"/>
                    <a:pt x="91" y="86"/>
                  </a:cubicBezTo>
                  <a:cubicBezTo>
                    <a:pt x="91" y="87"/>
                    <a:pt x="91" y="87"/>
                    <a:pt x="91" y="87"/>
                  </a:cubicBezTo>
                  <a:cubicBezTo>
                    <a:pt x="91" y="87"/>
                    <a:pt x="91" y="87"/>
                    <a:pt x="91" y="87"/>
                  </a:cubicBezTo>
                  <a:cubicBezTo>
                    <a:pt x="91" y="90"/>
                    <a:pt x="91" y="94"/>
                    <a:pt x="92" y="97"/>
                  </a:cubicBezTo>
                  <a:cubicBezTo>
                    <a:pt x="93" y="103"/>
                    <a:pt x="94" y="108"/>
                    <a:pt x="95" y="113"/>
                  </a:cubicBezTo>
                  <a:cubicBezTo>
                    <a:pt x="95" y="117"/>
                    <a:pt x="95" y="120"/>
                    <a:pt x="94" y="124"/>
                  </a:cubicBezTo>
                  <a:cubicBezTo>
                    <a:pt x="94" y="125"/>
                    <a:pt x="93" y="126"/>
                    <a:pt x="92" y="127"/>
                  </a:cubicBezTo>
                  <a:cubicBezTo>
                    <a:pt x="89" y="130"/>
                    <a:pt x="88" y="133"/>
                    <a:pt x="92" y="136"/>
                  </a:cubicBezTo>
                  <a:cubicBezTo>
                    <a:pt x="97" y="139"/>
                    <a:pt x="102" y="142"/>
                    <a:pt x="106" y="144"/>
                  </a:cubicBezTo>
                  <a:cubicBezTo>
                    <a:pt x="114" y="149"/>
                    <a:pt x="122" y="153"/>
                    <a:pt x="130" y="157"/>
                  </a:cubicBezTo>
                  <a:cubicBezTo>
                    <a:pt x="133" y="159"/>
                    <a:pt x="137" y="160"/>
                    <a:pt x="141" y="161"/>
                  </a:cubicBezTo>
                  <a:cubicBezTo>
                    <a:pt x="148" y="163"/>
                    <a:pt x="152" y="167"/>
                    <a:pt x="157" y="171"/>
                  </a:cubicBezTo>
                  <a:cubicBezTo>
                    <a:pt x="159" y="173"/>
                    <a:pt x="158" y="175"/>
                    <a:pt x="157" y="177"/>
                  </a:cubicBezTo>
                  <a:cubicBezTo>
                    <a:pt x="155" y="179"/>
                    <a:pt x="153" y="182"/>
                    <a:pt x="151" y="184"/>
                  </a:cubicBezTo>
                  <a:cubicBezTo>
                    <a:pt x="151" y="184"/>
                    <a:pt x="150" y="185"/>
                    <a:pt x="150" y="185"/>
                  </a:cubicBezTo>
                  <a:cubicBezTo>
                    <a:pt x="145" y="186"/>
                    <a:pt x="141" y="186"/>
                    <a:pt x="137" y="187"/>
                  </a:cubicBezTo>
                  <a:cubicBezTo>
                    <a:pt x="136" y="187"/>
                    <a:pt x="135" y="187"/>
                    <a:pt x="134" y="186"/>
                  </a:cubicBezTo>
                  <a:cubicBezTo>
                    <a:pt x="126" y="182"/>
                    <a:pt x="118" y="179"/>
                    <a:pt x="111" y="174"/>
                  </a:cubicBezTo>
                  <a:cubicBezTo>
                    <a:pt x="103" y="170"/>
                    <a:pt x="95" y="164"/>
                    <a:pt x="87" y="159"/>
                  </a:cubicBezTo>
                  <a:cubicBezTo>
                    <a:pt x="83" y="156"/>
                    <a:pt x="78" y="152"/>
                    <a:pt x="75" y="147"/>
                  </a:cubicBezTo>
                  <a:cubicBezTo>
                    <a:pt x="71" y="141"/>
                    <a:pt x="69" y="135"/>
                    <a:pt x="70" y="128"/>
                  </a:cubicBezTo>
                  <a:cubicBezTo>
                    <a:pt x="70" y="126"/>
                    <a:pt x="69" y="124"/>
                    <a:pt x="71" y="123"/>
                  </a:cubicBezTo>
                  <a:cubicBezTo>
                    <a:pt x="72" y="122"/>
                    <a:pt x="72" y="121"/>
                    <a:pt x="72" y="121"/>
                  </a:cubicBezTo>
                  <a:cubicBezTo>
                    <a:pt x="70" y="114"/>
                    <a:pt x="70" y="107"/>
                    <a:pt x="66" y="101"/>
                  </a:cubicBezTo>
                  <a:cubicBezTo>
                    <a:pt x="63" y="96"/>
                    <a:pt x="59" y="90"/>
                    <a:pt x="56" y="84"/>
                  </a:cubicBezTo>
                  <a:cubicBezTo>
                    <a:pt x="55" y="83"/>
                    <a:pt x="54" y="83"/>
                    <a:pt x="52" y="84"/>
                  </a:cubicBezTo>
                  <a:cubicBezTo>
                    <a:pt x="47" y="88"/>
                    <a:pt x="37" y="86"/>
                    <a:pt x="33" y="82"/>
                  </a:cubicBezTo>
                  <a:cubicBezTo>
                    <a:pt x="31" y="79"/>
                    <a:pt x="31" y="75"/>
                    <a:pt x="32" y="72"/>
                  </a:cubicBezTo>
                  <a:cubicBezTo>
                    <a:pt x="34" y="68"/>
                    <a:pt x="34" y="64"/>
                    <a:pt x="34" y="60"/>
                  </a:cubicBezTo>
                  <a:cubicBezTo>
                    <a:pt x="34" y="59"/>
                    <a:pt x="34" y="58"/>
                    <a:pt x="34" y="57"/>
                  </a:cubicBezTo>
                  <a:cubicBezTo>
                    <a:pt x="34" y="54"/>
                    <a:pt x="32" y="52"/>
                    <a:pt x="30" y="50"/>
                  </a:cubicBezTo>
                  <a:cubicBezTo>
                    <a:pt x="26" y="46"/>
                    <a:pt x="22" y="41"/>
                    <a:pt x="18" y="37"/>
                  </a:cubicBezTo>
                  <a:cubicBezTo>
                    <a:pt x="15" y="35"/>
                    <a:pt x="12" y="33"/>
                    <a:pt x="8" y="32"/>
                  </a:cubicBezTo>
                  <a:cubicBezTo>
                    <a:pt x="4" y="31"/>
                    <a:pt x="0" y="24"/>
                    <a:pt x="3" y="1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6" name="Freeform 60"/>
            <p:cNvSpPr>
              <a:spLocks noEditPoints="1"/>
            </p:cNvSpPr>
            <p:nvPr/>
          </p:nvSpPr>
          <p:spPr bwMode="auto">
            <a:xfrm>
              <a:off x="-1889125" y="-954088"/>
              <a:ext cx="114300" cy="150813"/>
            </a:xfrm>
            <a:custGeom>
              <a:avLst/>
              <a:gdLst>
                <a:gd name="T0" fmla="*/ 0 w 151"/>
                <a:gd name="T1" fmla="*/ 139 h 197"/>
                <a:gd name="T2" fmla="*/ 13 w 151"/>
                <a:gd name="T3" fmla="*/ 110 h 197"/>
                <a:gd name="T4" fmla="*/ 55 w 151"/>
                <a:gd name="T5" fmla="*/ 43 h 197"/>
                <a:gd name="T6" fmla="*/ 83 w 151"/>
                <a:gd name="T7" fmla="*/ 8 h 197"/>
                <a:gd name="T8" fmla="*/ 102 w 151"/>
                <a:gd name="T9" fmla="*/ 4 h 197"/>
                <a:gd name="T10" fmla="*/ 108 w 151"/>
                <a:gd name="T11" fmla="*/ 19 h 197"/>
                <a:gd name="T12" fmla="*/ 89 w 151"/>
                <a:gd name="T13" fmla="*/ 38 h 197"/>
                <a:gd name="T14" fmla="*/ 68 w 151"/>
                <a:gd name="T15" fmla="*/ 60 h 197"/>
                <a:gd name="T16" fmla="*/ 56 w 151"/>
                <a:gd name="T17" fmla="*/ 91 h 197"/>
                <a:gd name="T18" fmla="*/ 57 w 151"/>
                <a:gd name="T19" fmla="*/ 113 h 197"/>
                <a:gd name="T20" fmla="*/ 59 w 151"/>
                <a:gd name="T21" fmla="*/ 112 h 197"/>
                <a:gd name="T22" fmla="*/ 64 w 151"/>
                <a:gd name="T23" fmla="*/ 96 h 197"/>
                <a:gd name="T24" fmla="*/ 79 w 151"/>
                <a:gd name="T25" fmla="*/ 70 h 197"/>
                <a:gd name="T26" fmla="*/ 95 w 151"/>
                <a:gd name="T27" fmla="*/ 74 h 197"/>
                <a:gd name="T28" fmla="*/ 97 w 151"/>
                <a:gd name="T29" fmla="*/ 94 h 197"/>
                <a:gd name="T30" fmla="*/ 107 w 151"/>
                <a:gd name="T31" fmla="*/ 110 h 197"/>
                <a:gd name="T32" fmla="*/ 103 w 151"/>
                <a:gd name="T33" fmla="*/ 124 h 197"/>
                <a:gd name="T34" fmla="*/ 113 w 151"/>
                <a:gd name="T35" fmla="*/ 138 h 197"/>
                <a:gd name="T36" fmla="*/ 138 w 151"/>
                <a:gd name="T37" fmla="*/ 121 h 197"/>
                <a:gd name="T38" fmla="*/ 143 w 151"/>
                <a:gd name="T39" fmla="*/ 146 h 197"/>
                <a:gd name="T40" fmla="*/ 136 w 151"/>
                <a:gd name="T41" fmla="*/ 152 h 197"/>
                <a:gd name="T42" fmla="*/ 135 w 151"/>
                <a:gd name="T43" fmla="*/ 152 h 197"/>
                <a:gd name="T44" fmla="*/ 138 w 151"/>
                <a:gd name="T45" fmla="*/ 138 h 197"/>
                <a:gd name="T46" fmla="*/ 122 w 151"/>
                <a:gd name="T47" fmla="*/ 150 h 197"/>
                <a:gd name="T48" fmla="*/ 133 w 151"/>
                <a:gd name="T49" fmla="*/ 169 h 197"/>
                <a:gd name="T50" fmla="*/ 134 w 151"/>
                <a:gd name="T51" fmla="*/ 178 h 197"/>
                <a:gd name="T52" fmla="*/ 130 w 151"/>
                <a:gd name="T53" fmla="*/ 184 h 197"/>
                <a:gd name="T54" fmla="*/ 119 w 151"/>
                <a:gd name="T55" fmla="*/ 184 h 197"/>
                <a:gd name="T56" fmla="*/ 112 w 151"/>
                <a:gd name="T57" fmla="*/ 176 h 197"/>
                <a:gd name="T58" fmla="*/ 107 w 151"/>
                <a:gd name="T59" fmla="*/ 175 h 197"/>
                <a:gd name="T60" fmla="*/ 93 w 151"/>
                <a:gd name="T61" fmla="*/ 197 h 197"/>
                <a:gd name="T62" fmla="*/ 83 w 151"/>
                <a:gd name="T63" fmla="*/ 185 h 197"/>
                <a:gd name="T64" fmla="*/ 86 w 151"/>
                <a:gd name="T65" fmla="*/ 177 h 197"/>
                <a:gd name="T66" fmla="*/ 101 w 151"/>
                <a:gd name="T67" fmla="*/ 155 h 197"/>
                <a:gd name="T68" fmla="*/ 93 w 151"/>
                <a:gd name="T69" fmla="*/ 136 h 197"/>
                <a:gd name="T70" fmla="*/ 89 w 151"/>
                <a:gd name="T71" fmla="*/ 138 h 197"/>
                <a:gd name="T72" fmla="*/ 78 w 151"/>
                <a:gd name="T73" fmla="*/ 120 h 197"/>
                <a:gd name="T74" fmla="*/ 91 w 151"/>
                <a:gd name="T75" fmla="*/ 79 h 197"/>
                <a:gd name="T76" fmla="*/ 88 w 151"/>
                <a:gd name="T77" fmla="*/ 78 h 197"/>
                <a:gd name="T78" fmla="*/ 72 w 151"/>
                <a:gd name="T79" fmla="*/ 115 h 197"/>
                <a:gd name="T80" fmla="*/ 74 w 151"/>
                <a:gd name="T81" fmla="*/ 127 h 197"/>
                <a:gd name="T82" fmla="*/ 75 w 151"/>
                <a:gd name="T83" fmla="*/ 135 h 197"/>
                <a:gd name="T84" fmla="*/ 73 w 151"/>
                <a:gd name="T85" fmla="*/ 150 h 197"/>
                <a:gd name="T86" fmla="*/ 57 w 151"/>
                <a:gd name="T87" fmla="*/ 138 h 197"/>
                <a:gd name="T88" fmla="*/ 57 w 151"/>
                <a:gd name="T89" fmla="*/ 76 h 197"/>
                <a:gd name="T90" fmla="*/ 55 w 151"/>
                <a:gd name="T91" fmla="*/ 72 h 197"/>
                <a:gd name="T92" fmla="*/ 40 w 151"/>
                <a:gd name="T93" fmla="*/ 97 h 197"/>
                <a:gd name="T94" fmla="*/ 16 w 151"/>
                <a:gd name="T95" fmla="*/ 143 h 197"/>
                <a:gd name="T96" fmla="*/ 0 w 151"/>
                <a:gd name="T97" fmla="*/ 142 h 197"/>
                <a:gd name="T98" fmla="*/ 19 w 151"/>
                <a:gd name="T99" fmla="*/ 36 h 197"/>
                <a:gd name="T100" fmla="*/ 26 w 151"/>
                <a:gd name="T101" fmla="*/ 40 h 197"/>
                <a:gd name="T102" fmla="*/ 26 w 151"/>
                <a:gd name="T103" fmla="*/ 55 h 197"/>
                <a:gd name="T104" fmla="*/ 35 w 151"/>
                <a:gd name="T105" fmla="*/ 41 h 197"/>
                <a:gd name="T106" fmla="*/ 51 w 151"/>
                <a:gd name="T107" fmla="*/ 23 h 197"/>
                <a:gd name="T108" fmla="*/ 29 w 151"/>
                <a:gd name="T109" fmla="*/ 7 h 197"/>
                <a:gd name="T110" fmla="*/ 10 w 151"/>
                <a:gd name="T111" fmla="*/ 12 h 197"/>
                <a:gd name="T112" fmla="*/ 14 w 151"/>
                <a:gd name="T113" fmla="*/ 34 h 1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51" h="197">
                  <a:moveTo>
                    <a:pt x="0" y="142"/>
                  </a:moveTo>
                  <a:cubicBezTo>
                    <a:pt x="0" y="141"/>
                    <a:pt x="0" y="140"/>
                    <a:pt x="0" y="139"/>
                  </a:cubicBezTo>
                  <a:cubicBezTo>
                    <a:pt x="1" y="133"/>
                    <a:pt x="3" y="128"/>
                    <a:pt x="6" y="123"/>
                  </a:cubicBezTo>
                  <a:cubicBezTo>
                    <a:pt x="9" y="119"/>
                    <a:pt x="11" y="115"/>
                    <a:pt x="13" y="110"/>
                  </a:cubicBezTo>
                  <a:cubicBezTo>
                    <a:pt x="17" y="104"/>
                    <a:pt x="20" y="98"/>
                    <a:pt x="23" y="92"/>
                  </a:cubicBezTo>
                  <a:cubicBezTo>
                    <a:pt x="24" y="90"/>
                    <a:pt x="50" y="49"/>
                    <a:pt x="55" y="43"/>
                  </a:cubicBezTo>
                  <a:cubicBezTo>
                    <a:pt x="59" y="37"/>
                    <a:pt x="63" y="31"/>
                    <a:pt x="68" y="25"/>
                  </a:cubicBezTo>
                  <a:cubicBezTo>
                    <a:pt x="73" y="20"/>
                    <a:pt x="78" y="14"/>
                    <a:pt x="83" y="8"/>
                  </a:cubicBezTo>
                  <a:cubicBezTo>
                    <a:pt x="84" y="7"/>
                    <a:pt x="85" y="6"/>
                    <a:pt x="86" y="4"/>
                  </a:cubicBezTo>
                  <a:cubicBezTo>
                    <a:pt x="90" y="1"/>
                    <a:pt x="97" y="0"/>
                    <a:pt x="102" y="4"/>
                  </a:cubicBezTo>
                  <a:cubicBezTo>
                    <a:pt x="105" y="6"/>
                    <a:pt x="107" y="10"/>
                    <a:pt x="108" y="14"/>
                  </a:cubicBezTo>
                  <a:cubicBezTo>
                    <a:pt x="109" y="16"/>
                    <a:pt x="108" y="17"/>
                    <a:pt x="108" y="19"/>
                  </a:cubicBezTo>
                  <a:cubicBezTo>
                    <a:pt x="106" y="23"/>
                    <a:pt x="103" y="25"/>
                    <a:pt x="100" y="27"/>
                  </a:cubicBezTo>
                  <a:cubicBezTo>
                    <a:pt x="96" y="30"/>
                    <a:pt x="92" y="34"/>
                    <a:pt x="89" y="38"/>
                  </a:cubicBezTo>
                  <a:cubicBezTo>
                    <a:pt x="84" y="42"/>
                    <a:pt x="79" y="47"/>
                    <a:pt x="74" y="52"/>
                  </a:cubicBezTo>
                  <a:cubicBezTo>
                    <a:pt x="71" y="54"/>
                    <a:pt x="70" y="57"/>
                    <a:pt x="68" y="60"/>
                  </a:cubicBezTo>
                  <a:cubicBezTo>
                    <a:pt x="65" y="65"/>
                    <a:pt x="62" y="69"/>
                    <a:pt x="60" y="73"/>
                  </a:cubicBezTo>
                  <a:cubicBezTo>
                    <a:pt x="58" y="79"/>
                    <a:pt x="57" y="85"/>
                    <a:pt x="56" y="91"/>
                  </a:cubicBezTo>
                  <a:cubicBezTo>
                    <a:pt x="55" y="96"/>
                    <a:pt x="55" y="101"/>
                    <a:pt x="56" y="106"/>
                  </a:cubicBezTo>
                  <a:cubicBezTo>
                    <a:pt x="56" y="108"/>
                    <a:pt x="57" y="110"/>
                    <a:pt x="57" y="113"/>
                  </a:cubicBezTo>
                  <a:cubicBezTo>
                    <a:pt x="57" y="113"/>
                    <a:pt x="58" y="114"/>
                    <a:pt x="58" y="114"/>
                  </a:cubicBezTo>
                  <a:cubicBezTo>
                    <a:pt x="59" y="113"/>
                    <a:pt x="59" y="113"/>
                    <a:pt x="59" y="112"/>
                  </a:cubicBezTo>
                  <a:cubicBezTo>
                    <a:pt x="60" y="110"/>
                    <a:pt x="60" y="107"/>
                    <a:pt x="61" y="104"/>
                  </a:cubicBezTo>
                  <a:cubicBezTo>
                    <a:pt x="61" y="101"/>
                    <a:pt x="63" y="98"/>
                    <a:pt x="64" y="96"/>
                  </a:cubicBezTo>
                  <a:cubicBezTo>
                    <a:pt x="66" y="91"/>
                    <a:pt x="68" y="87"/>
                    <a:pt x="70" y="83"/>
                  </a:cubicBezTo>
                  <a:cubicBezTo>
                    <a:pt x="72" y="78"/>
                    <a:pt x="74" y="72"/>
                    <a:pt x="79" y="70"/>
                  </a:cubicBezTo>
                  <a:cubicBezTo>
                    <a:pt x="82" y="69"/>
                    <a:pt x="85" y="68"/>
                    <a:pt x="88" y="67"/>
                  </a:cubicBezTo>
                  <a:cubicBezTo>
                    <a:pt x="91" y="66"/>
                    <a:pt x="95" y="69"/>
                    <a:pt x="95" y="74"/>
                  </a:cubicBezTo>
                  <a:cubicBezTo>
                    <a:pt x="96" y="77"/>
                    <a:pt x="97" y="80"/>
                    <a:pt x="97" y="84"/>
                  </a:cubicBezTo>
                  <a:cubicBezTo>
                    <a:pt x="97" y="87"/>
                    <a:pt x="97" y="90"/>
                    <a:pt x="97" y="94"/>
                  </a:cubicBezTo>
                  <a:cubicBezTo>
                    <a:pt x="97" y="97"/>
                    <a:pt x="100" y="100"/>
                    <a:pt x="102" y="101"/>
                  </a:cubicBezTo>
                  <a:cubicBezTo>
                    <a:pt x="105" y="103"/>
                    <a:pt x="107" y="106"/>
                    <a:pt x="107" y="110"/>
                  </a:cubicBezTo>
                  <a:cubicBezTo>
                    <a:pt x="107" y="114"/>
                    <a:pt x="106" y="118"/>
                    <a:pt x="104" y="121"/>
                  </a:cubicBezTo>
                  <a:cubicBezTo>
                    <a:pt x="103" y="122"/>
                    <a:pt x="103" y="123"/>
                    <a:pt x="103" y="124"/>
                  </a:cubicBezTo>
                  <a:cubicBezTo>
                    <a:pt x="105" y="128"/>
                    <a:pt x="107" y="133"/>
                    <a:pt x="109" y="138"/>
                  </a:cubicBezTo>
                  <a:cubicBezTo>
                    <a:pt x="110" y="140"/>
                    <a:pt x="111" y="140"/>
                    <a:pt x="113" y="138"/>
                  </a:cubicBezTo>
                  <a:cubicBezTo>
                    <a:pt x="116" y="135"/>
                    <a:pt x="119" y="131"/>
                    <a:pt x="123" y="128"/>
                  </a:cubicBezTo>
                  <a:cubicBezTo>
                    <a:pt x="127" y="124"/>
                    <a:pt x="132" y="121"/>
                    <a:pt x="138" y="121"/>
                  </a:cubicBezTo>
                  <a:cubicBezTo>
                    <a:pt x="145" y="120"/>
                    <a:pt x="151" y="124"/>
                    <a:pt x="149" y="132"/>
                  </a:cubicBezTo>
                  <a:cubicBezTo>
                    <a:pt x="149" y="138"/>
                    <a:pt x="145" y="142"/>
                    <a:pt x="143" y="146"/>
                  </a:cubicBezTo>
                  <a:cubicBezTo>
                    <a:pt x="141" y="148"/>
                    <a:pt x="140" y="148"/>
                    <a:pt x="139" y="149"/>
                  </a:cubicBezTo>
                  <a:cubicBezTo>
                    <a:pt x="138" y="149"/>
                    <a:pt x="137" y="151"/>
                    <a:pt x="136" y="152"/>
                  </a:cubicBezTo>
                  <a:cubicBezTo>
                    <a:pt x="136" y="152"/>
                    <a:pt x="136" y="153"/>
                    <a:pt x="135" y="153"/>
                  </a:cubicBezTo>
                  <a:cubicBezTo>
                    <a:pt x="135" y="153"/>
                    <a:pt x="135" y="152"/>
                    <a:pt x="135" y="152"/>
                  </a:cubicBezTo>
                  <a:cubicBezTo>
                    <a:pt x="136" y="151"/>
                    <a:pt x="138" y="146"/>
                    <a:pt x="138" y="144"/>
                  </a:cubicBezTo>
                  <a:cubicBezTo>
                    <a:pt x="139" y="142"/>
                    <a:pt x="139" y="139"/>
                    <a:pt x="138" y="138"/>
                  </a:cubicBezTo>
                  <a:cubicBezTo>
                    <a:pt x="136" y="138"/>
                    <a:pt x="135" y="138"/>
                    <a:pt x="133" y="139"/>
                  </a:cubicBezTo>
                  <a:cubicBezTo>
                    <a:pt x="129" y="141"/>
                    <a:pt x="125" y="146"/>
                    <a:pt x="122" y="150"/>
                  </a:cubicBezTo>
                  <a:cubicBezTo>
                    <a:pt x="120" y="152"/>
                    <a:pt x="120" y="154"/>
                    <a:pt x="122" y="156"/>
                  </a:cubicBezTo>
                  <a:cubicBezTo>
                    <a:pt x="125" y="161"/>
                    <a:pt x="128" y="166"/>
                    <a:pt x="133" y="169"/>
                  </a:cubicBezTo>
                  <a:cubicBezTo>
                    <a:pt x="134" y="170"/>
                    <a:pt x="135" y="172"/>
                    <a:pt x="134" y="174"/>
                  </a:cubicBezTo>
                  <a:cubicBezTo>
                    <a:pt x="134" y="175"/>
                    <a:pt x="134" y="177"/>
                    <a:pt x="134" y="178"/>
                  </a:cubicBezTo>
                  <a:cubicBezTo>
                    <a:pt x="134" y="180"/>
                    <a:pt x="134" y="182"/>
                    <a:pt x="132" y="183"/>
                  </a:cubicBezTo>
                  <a:cubicBezTo>
                    <a:pt x="131" y="183"/>
                    <a:pt x="130" y="183"/>
                    <a:pt x="130" y="184"/>
                  </a:cubicBezTo>
                  <a:cubicBezTo>
                    <a:pt x="130" y="186"/>
                    <a:pt x="128" y="186"/>
                    <a:pt x="127" y="186"/>
                  </a:cubicBezTo>
                  <a:cubicBezTo>
                    <a:pt x="124" y="185"/>
                    <a:pt x="121" y="185"/>
                    <a:pt x="119" y="184"/>
                  </a:cubicBezTo>
                  <a:cubicBezTo>
                    <a:pt x="119" y="184"/>
                    <a:pt x="118" y="184"/>
                    <a:pt x="118" y="184"/>
                  </a:cubicBezTo>
                  <a:cubicBezTo>
                    <a:pt x="116" y="181"/>
                    <a:pt x="114" y="178"/>
                    <a:pt x="112" y="176"/>
                  </a:cubicBezTo>
                  <a:cubicBezTo>
                    <a:pt x="111" y="174"/>
                    <a:pt x="109" y="172"/>
                    <a:pt x="109" y="171"/>
                  </a:cubicBezTo>
                  <a:cubicBezTo>
                    <a:pt x="108" y="172"/>
                    <a:pt x="107" y="174"/>
                    <a:pt x="107" y="175"/>
                  </a:cubicBezTo>
                  <a:cubicBezTo>
                    <a:pt x="105" y="180"/>
                    <a:pt x="104" y="185"/>
                    <a:pt x="102" y="190"/>
                  </a:cubicBezTo>
                  <a:cubicBezTo>
                    <a:pt x="99" y="195"/>
                    <a:pt x="98" y="197"/>
                    <a:pt x="93" y="197"/>
                  </a:cubicBezTo>
                  <a:cubicBezTo>
                    <a:pt x="89" y="196"/>
                    <a:pt x="84" y="192"/>
                    <a:pt x="84" y="189"/>
                  </a:cubicBezTo>
                  <a:cubicBezTo>
                    <a:pt x="84" y="187"/>
                    <a:pt x="83" y="186"/>
                    <a:pt x="83" y="185"/>
                  </a:cubicBezTo>
                  <a:cubicBezTo>
                    <a:pt x="82" y="182"/>
                    <a:pt x="82" y="180"/>
                    <a:pt x="84" y="177"/>
                  </a:cubicBezTo>
                  <a:cubicBezTo>
                    <a:pt x="86" y="175"/>
                    <a:pt x="85" y="176"/>
                    <a:pt x="86" y="177"/>
                  </a:cubicBezTo>
                  <a:cubicBezTo>
                    <a:pt x="88" y="178"/>
                    <a:pt x="90" y="176"/>
                    <a:pt x="92" y="174"/>
                  </a:cubicBezTo>
                  <a:cubicBezTo>
                    <a:pt x="96" y="169"/>
                    <a:pt x="98" y="162"/>
                    <a:pt x="101" y="155"/>
                  </a:cubicBezTo>
                  <a:cubicBezTo>
                    <a:pt x="101" y="154"/>
                    <a:pt x="101" y="153"/>
                    <a:pt x="101" y="153"/>
                  </a:cubicBezTo>
                  <a:cubicBezTo>
                    <a:pt x="98" y="147"/>
                    <a:pt x="96" y="141"/>
                    <a:pt x="93" y="136"/>
                  </a:cubicBezTo>
                  <a:cubicBezTo>
                    <a:pt x="91" y="135"/>
                    <a:pt x="91" y="135"/>
                    <a:pt x="90" y="136"/>
                  </a:cubicBezTo>
                  <a:cubicBezTo>
                    <a:pt x="89" y="137"/>
                    <a:pt x="89" y="138"/>
                    <a:pt x="89" y="138"/>
                  </a:cubicBezTo>
                  <a:cubicBezTo>
                    <a:pt x="86" y="141"/>
                    <a:pt x="83" y="141"/>
                    <a:pt x="81" y="138"/>
                  </a:cubicBezTo>
                  <a:cubicBezTo>
                    <a:pt x="78" y="132"/>
                    <a:pt x="76" y="126"/>
                    <a:pt x="78" y="120"/>
                  </a:cubicBezTo>
                  <a:cubicBezTo>
                    <a:pt x="80" y="115"/>
                    <a:pt x="83" y="110"/>
                    <a:pt x="85" y="104"/>
                  </a:cubicBezTo>
                  <a:cubicBezTo>
                    <a:pt x="88" y="96"/>
                    <a:pt x="91" y="88"/>
                    <a:pt x="91" y="79"/>
                  </a:cubicBezTo>
                  <a:cubicBezTo>
                    <a:pt x="91" y="79"/>
                    <a:pt x="91" y="77"/>
                    <a:pt x="91" y="77"/>
                  </a:cubicBezTo>
                  <a:cubicBezTo>
                    <a:pt x="90" y="77"/>
                    <a:pt x="89" y="77"/>
                    <a:pt x="88" y="78"/>
                  </a:cubicBezTo>
                  <a:cubicBezTo>
                    <a:pt x="84" y="81"/>
                    <a:pt x="82" y="85"/>
                    <a:pt x="79" y="89"/>
                  </a:cubicBezTo>
                  <a:cubicBezTo>
                    <a:pt x="75" y="97"/>
                    <a:pt x="74" y="106"/>
                    <a:pt x="72" y="115"/>
                  </a:cubicBezTo>
                  <a:cubicBezTo>
                    <a:pt x="71" y="117"/>
                    <a:pt x="73" y="120"/>
                    <a:pt x="73" y="122"/>
                  </a:cubicBezTo>
                  <a:cubicBezTo>
                    <a:pt x="73" y="124"/>
                    <a:pt x="74" y="125"/>
                    <a:pt x="74" y="127"/>
                  </a:cubicBezTo>
                  <a:cubicBezTo>
                    <a:pt x="74" y="128"/>
                    <a:pt x="74" y="130"/>
                    <a:pt x="75" y="132"/>
                  </a:cubicBezTo>
                  <a:cubicBezTo>
                    <a:pt x="75" y="133"/>
                    <a:pt x="75" y="134"/>
                    <a:pt x="75" y="135"/>
                  </a:cubicBezTo>
                  <a:cubicBezTo>
                    <a:pt x="75" y="138"/>
                    <a:pt x="75" y="141"/>
                    <a:pt x="75" y="144"/>
                  </a:cubicBezTo>
                  <a:cubicBezTo>
                    <a:pt x="75" y="146"/>
                    <a:pt x="75" y="148"/>
                    <a:pt x="73" y="150"/>
                  </a:cubicBezTo>
                  <a:cubicBezTo>
                    <a:pt x="71" y="151"/>
                    <a:pt x="69" y="150"/>
                    <a:pt x="67" y="149"/>
                  </a:cubicBezTo>
                  <a:cubicBezTo>
                    <a:pt x="62" y="147"/>
                    <a:pt x="59" y="143"/>
                    <a:pt x="57" y="138"/>
                  </a:cubicBezTo>
                  <a:cubicBezTo>
                    <a:pt x="53" y="132"/>
                    <a:pt x="52" y="125"/>
                    <a:pt x="51" y="118"/>
                  </a:cubicBezTo>
                  <a:cubicBezTo>
                    <a:pt x="51" y="104"/>
                    <a:pt x="53" y="90"/>
                    <a:pt x="57" y="76"/>
                  </a:cubicBezTo>
                  <a:cubicBezTo>
                    <a:pt x="57" y="74"/>
                    <a:pt x="58" y="72"/>
                    <a:pt x="57" y="71"/>
                  </a:cubicBezTo>
                  <a:cubicBezTo>
                    <a:pt x="57" y="71"/>
                    <a:pt x="56" y="71"/>
                    <a:pt x="55" y="72"/>
                  </a:cubicBezTo>
                  <a:cubicBezTo>
                    <a:pt x="51" y="79"/>
                    <a:pt x="46" y="86"/>
                    <a:pt x="42" y="93"/>
                  </a:cubicBezTo>
                  <a:cubicBezTo>
                    <a:pt x="41" y="94"/>
                    <a:pt x="40" y="96"/>
                    <a:pt x="40" y="97"/>
                  </a:cubicBezTo>
                  <a:cubicBezTo>
                    <a:pt x="34" y="105"/>
                    <a:pt x="31" y="115"/>
                    <a:pt x="26" y="124"/>
                  </a:cubicBezTo>
                  <a:cubicBezTo>
                    <a:pt x="23" y="130"/>
                    <a:pt x="20" y="137"/>
                    <a:pt x="16" y="143"/>
                  </a:cubicBezTo>
                  <a:cubicBezTo>
                    <a:pt x="14" y="147"/>
                    <a:pt x="11" y="148"/>
                    <a:pt x="7" y="147"/>
                  </a:cubicBezTo>
                  <a:cubicBezTo>
                    <a:pt x="4" y="147"/>
                    <a:pt x="2" y="145"/>
                    <a:pt x="0" y="142"/>
                  </a:cubicBezTo>
                  <a:close/>
                  <a:moveTo>
                    <a:pt x="14" y="34"/>
                  </a:moveTo>
                  <a:cubicBezTo>
                    <a:pt x="16" y="34"/>
                    <a:pt x="18" y="35"/>
                    <a:pt x="19" y="36"/>
                  </a:cubicBezTo>
                  <a:cubicBezTo>
                    <a:pt x="21" y="36"/>
                    <a:pt x="22" y="37"/>
                    <a:pt x="23" y="37"/>
                  </a:cubicBezTo>
                  <a:cubicBezTo>
                    <a:pt x="25" y="37"/>
                    <a:pt x="26" y="38"/>
                    <a:pt x="26" y="40"/>
                  </a:cubicBezTo>
                  <a:cubicBezTo>
                    <a:pt x="26" y="42"/>
                    <a:pt x="26" y="44"/>
                    <a:pt x="26" y="47"/>
                  </a:cubicBezTo>
                  <a:cubicBezTo>
                    <a:pt x="26" y="49"/>
                    <a:pt x="25" y="55"/>
                    <a:pt x="26" y="55"/>
                  </a:cubicBezTo>
                  <a:cubicBezTo>
                    <a:pt x="27" y="55"/>
                    <a:pt x="29" y="49"/>
                    <a:pt x="30" y="47"/>
                  </a:cubicBezTo>
                  <a:cubicBezTo>
                    <a:pt x="31" y="45"/>
                    <a:pt x="32" y="42"/>
                    <a:pt x="35" y="41"/>
                  </a:cubicBezTo>
                  <a:cubicBezTo>
                    <a:pt x="40" y="40"/>
                    <a:pt x="45" y="37"/>
                    <a:pt x="48" y="33"/>
                  </a:cubicBezTo>
                  <a:cubicBezTo>
                    <a:pt x="51" y="30"/>
                    <a:pt x="53" y="27"/>
                    <a:pt x="51" y="23"/>
                  </a:cubicBezTo>
                  <a:cubicBezTo>
                    <a:pt x="49" y="17"/>
                    <a:pt x="46" y="11"/>
                    <a:pt x="39" y="9"/>
                  </a:cubicBezTo>
                  <a:cubicBezTo>
                    <a:pt x="36" y="8"/>
                    <a:pt x="33" y="7"/>
                    <a:pt x="29" y="7"/>
                  </a:cubicBezTo>
                  <a:cubicBezTo>
                    <a:pt x="25" y="7"/>
                    <a:pt x="20" y="7"/>
                    <a:pt x="16" y="8"/>
                  </a:cubicBezTo>
                  <a:cubicBezTo>
                    <a:pt x="13" y="9"/>
                    <a:pt x="11" y="9"/>
                    <a:pt x="10" y="12"/>
                  </a:cubicBezTo>
                  <a:cubicBezTo>
                    <a:pt x="9" y="14"/>
                    <a:pt x="8" y="17"/>
                    <a:pt x="7" y="19"/>
                  </a:cubicBezTo>
                  <a:cubicBezTo>
                    <a:pt x="5" y="24"/>
                    <a:pt x="8" y="33"/>
                    <a:pt x="14" y="34"/>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7" name="Freeform 61"/>
            <p:cNvSpPr>
              <a:spLocks noEditPoints="1"/>
            </p:cNvSpPr>
            <p:nvPr/>
          </p:nvSpPr>
          <p:spPr bwMode="auto">
            <a:xfrm>
              <a:off x="-1695450" y="-1049338"/>
              <a:ext cx="127000" cy="174625"/>
            </a:xfrm>
            <a:custGeom>
              <a:avLst/>
              <a:gdLst>
                <a:gd name="T0" fmla="*/ 81 w 167"/>
                <a:gd name="T1" fmla="*/ 122 h 228"/>
                <a:gd name="T2" fmla="*/ 96 w 167"/>
                <a:gd name="T3" fmla="*/ 130 h 228"/>
                <a:gd name="T4" fmla="*/ 82 w 167"/>
                <a:gd name="T5" fmla="*/ 167 h 228"/>
                <a:gd name="T6" fmla="*/ 99 w 167"/>
                <a:gd name="T7" fmla="*/ 175 h 228"/>
                <a:gd name="T8" fmla="*/ 87 w 167"/>
                <a:gd name="T9" fmla="*/ 195 h 228"/>
                <a:gd name="T10" fmla="*/ 84 w 167"/>
                <a:gd name="T11" fmla="*/ 216 h 228"/>
                <a:gd name="T12" fmla="*/ 110 w 167"/>
                <a:gd name="T13" fmla="*/ 210 h 228"/>
                <a:gd name="T14" fmla="*/ 150 w 167"/>
                <a:gd name="T15" fmla="*/ 201 h 228"/>
                <a:gd name="T16" fmla="*/ 161 w 167"/>
                <a:gd name="T17" fmla="*/ 197 h 228"/>
                <a:gd name="T18" fmla="*/ 163 w 167"/>
                <a:gd name="T19" fmla="*/ 174 h 228"/>
                <a:gd name="T20" fmla="*/ 124 w 167"/>
                <a:gd name="T21" fmla="*/ 178 h 228"/>
                <a:gd name="T22" fmla="*/ 121 w 167"/>
                <a:gd name="T23" fmla="*/ 159 h 228"/>
                <a:gd name="T24" fmla="*/ 138 w 167"/>
                <a:gd name="T25" fmla="*/ 128 h 228"/>
                <a:gd name="T26" fmla="*/ 114 w 167"/>
                <a:gd name="T27" fmla="*/ 133 h 228"/>
                <a:gd name="T28" fmla="*/ 118 w 167"/>
                <a:gd name="T29" fmla="*/ 112 h 228"/>
                <a:gd name="T30" fmla="*/ 136 w 167"/>
                <a:gd name="T31" fmla="*/ 85 h 228"/>
                <a:gd name="T32" fmla="*/ 147 w 167"/>
                <a:gd name="T33" fmla="*/ 25 h 228"/>
                <a:gd name="T34" fmla="*/ 112 w 167"/>
                <a:gd name="T35" fmla="*/ 1 h 228"/>
                <a:gd name="T36" fmla="*/ 97 w 167"/>
                <a:gd name="T37" fmla="*/ 5 h 228"/>
                <a:gd name="T38" fmla="*/ 66 w 167"/>
                <a:gd name="T39" fmla="*/ 46 h 228"/>
                <a:gd name="T40" fmla="*/ 83 w 167"/>
                <a:gd name="T41" fmla="*/ 53 h 228"/>
                <a:gd name="T42" fmla="*/ 116 w 167"/>
                <a:gd name="T43" fmla="*/ 21 h 228"/>
                <a:gd name="T44" fmla="*/ 131 w 167"/>
                <a:gd name="T45" fmla="*/ 46 h 228"/>
                <a:gd name="T46" fmla="*/ 115 w 167"/>
                <a:gd name="T47" fmla="*/ 89 h 228"/>
                <a:gd name="T48" fmla="*/ 111 w 167"/>
                <a:gd name="T49" fmla="*/ 76 h 228"/>
                <a:gd name="T50" fmla="*/ 123 w 167"/>
                <a:gd name="T51" fmla="*/ 53 h 228"/>
                <a:gd name="T52" fmla="*/ 103 w 167"/>
                <a:gd name="T53" fmla="*/ 49 h 228"/>
                <a:gd name="T54" fmla="*/ 89 w 167"/>
                <a:gd name="T55" fmla="*/ 59 h 228"/>
                <a:gd name="T56" fmla="*/ 81 w 167"/>
                <a:gd name="T57" fmla="*/ 80 h 228"/>
                <a:gd name="T58" fmla="*/ 79 w 167"/>
                <a:gd name="T59" fmla="*/ 81 h 228"/>
                <a:gd name="T60" fmla="*/ 59 w 167"/>
                <a:gd name="T61" fmla="*/ 102 h 228"/>
                <a:gd name="T62" fmla="*/ 84 w 167"/>
                <a:gd name="T63" fmla="*/ 87 h 228"/>
                <a:gd name="T64" fmla="*/ 89 w 167"/>
                <a:gd name="T65" fmla="*/ 102 h 228"/>
                <a:gd name="T66" fmla="*/ 82 w 167"/>
                <a:gd name="T67" fmla="*/ 88 h 228"/>
                <a:gd name="T68" fmla="*/ 7 w 167"/>
                <a:gd name="T69" fmla="*/ 103 h 228"/>
                <a:gd name="T70" fmla="*/ 33 w 167"/>
                <a:gd name="T71" fmla="*/ 100 h 228"/>
                <a:gd name="T72" fmla="*/ 40 w 167"/>
                <a:gd name="T73" fmla="*/ 123 h 228"/>
                <a:gd name="T74" fmla="*/ 10 w 167"/>
                <a:gd name="T75" fmla="*/ 157 h 228"/>
                <a:gd name="T76" fmla="*/ 32 w 167"/>
                <a:gd name="T77" fmla="*/ 185 h 228"/>
                <a:gd name="T78" fmla="*/ 42 w 167"/>
                <a:gd name="T79" fmla="*/ 226 h 228"/>
                <a:gd name="T80" fmla="*/ 61 w 167"/>
                <a:gd name="T81" fmla="*/ 185 h 228"/>
                <a:gd name="T82" fmla="*/ 67 w 167"/>
                <a:gd name="T83" fmla="*/ 143 h 228"/>
                <a:gd name="T84" fmla="*/ 66 w 167"/>
                <a:gd name="T85" fmla="*/ 139 h 228"/>
                <a:gd name="T86" fmla="*/ 48 w 167"/>
                <a:gd name="T87" fmla="*/ 197 h 228"/>
                <a:gd name="T88" fmla="*/ 46 w 167"/>
                <a:gd name="T89" fmla="*/ 191 h 228"/>
                <a:gd name="T90" fmla="*/ 53 w 167"/>
                <a:gd name="T91" fmla="*/ 137 h 228"/>
                <a:gd name="T92" fmla="*/ 46 w 167"/>
                <a:gd name="T93" fmla="*/ 110 h 228"/>
                <a:gd name="T94" fmla="*/ 52 w 167"/>
                <a:gd name="T95" fmla="*/ 68 h 228"/>
                <a:gd name="T96" fmla="*/ 22 w 167"/>
                <a:gd name="T97" fmla="*/ 71 h 228"/>
                <a:gd name="T98" fmla="*/ 1 w 167"/>
                <a:gd name="T99" fmla="*/ 95 h 228"/>
                <a:gd name="T100" fmla="*/ 34 w 167"/>
                <a:gd name="T101" fmla="*/ 162 h 228"/>
                <a:gd name="T102" fmla="*/ 33 w 167"/>
                <a:gd name="T103" fmla="*/ 146 h 228"/>
                <a:gd name="T104" fmla="*/ 35 w 167"/>
                <a:gd name="T105" fmla="*/ 160 h 2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67" h="228">
                  <a:moveTo>
                    <a:pt x="62" y="112"/>
                  </a:moveTo>
                  <a:cubicBezTo>
                    <a:pt x="65" y="117"/>
                    <a:pt x="69" y="122"/>
                    <a:pt x="76" y="122"/>
                  </a:cubicBezTo>
                  <a:cubicBezTo>
                    <a:pt x="77" y="122"/>
                    <a:pt x="79" y="123"/>
                    <a:pt x="81" y="122"/>
                  </a:cubicBezTo>
                  <a:cubicBezTo>
                    <a:pt x="82" y="121"/>
                    <a:pt x="83" y="122"/>
                    <a:pt x="84" y="123"/>
                  </a:cubicBezTo>
                  <a:cubicBezTo>
                    <a:pt x="85" y="127"/>
                    <a:pt x="88" y="128"/>
                    <a:pt x="92" y="128"/>
                  </a:cubicBezTo>
                  <a:cubicBezTo>
                    <a:pt x="95" y="127"/>
                    <a:pt x="96" y="128"/>
                    <a:pt x="96" y="130"/>
                  </a:cubicBezTo>
                  <a:cubicBezTo>
                    <a:pt x="97" y="133"/>
                    <a:pt x="97" y="137"/>
                    <a:pt x="97" y="140"/>
                  </a:cubicBezTo>
                  <a:cubicBezTo>
                    <a:pt x="97" y="144"/>
                    <a:pt x="96" y="148"/>
                    <a:pt x="92" y="151"/>
                  </a:cubicBezTo>
                  <a:cubicBezTo>
                    <a:pt x="87" y="155"/>
                    <a:pt x="85" y="161"/>
                    <a:pt x="82" y="167"/>
                  </a:cubicBezTo>
                  <a:cubicBezTo>
                    <a:pt x="81" y="169"/>
                    <a:pt x="82" y="170"/>
                    <a:pt x="83" y="171"/>
                  </a:cubicBezTo>
                  <a:cubicBezTo>
                    <a:pt x="87" y="173"/>
                    <a:pt x="91" y="174"/>
                    <a:pt x="96" y="173"/>
                  </a:cubicBezTo>
                  <a:cubicBezTo>
                    <a:pt x="98" y="173"/>
                    <a:pt x="98" y="173"/>
                    <a:pt x="99" y="175"/>
                  </a:cubicBezTo>
                  <a:cubicBezTo>
                    <a:pt x="99" y="178"/>
                    <a:pt x="99" y="180"/>
                    <a:pt x="100" y="183"/>
                  </a:cubicBezTo>
                  <a:cubicBezTo>
                    <a:pt x="100" y="185"/>
                    <a:pt x="99" y="187"/>
                    <a:pt x="98" y="188"/>
                  </a:cubicBezTo>
                  <a:cubicBezTo>
                    <a:pt x="94" y="191"/>
                    <a:pt x="90" y="192"/>
                    <a:pt x="87" y="195"/>
                  </a:cubicBezTo>
                  <a:cubicBezTo>
                    <a:pt x="86" y="196"/>
                    <a:pt x="84" y="197"/>
                    <a:pt x="83" y="199"/>
                  </a:cubicBezTo>
                  <a:cubicBezTo>
                    <a:pt x="80" y="203"/>
                    <a:pt x="79" y="209"/>
                    <a:pt x="82" y="212"/>
                  </a:cubicBezTo>
                  <a:cubicBezTo>
                    <a:pt x="82" y="213"/>
                    <a:pt x="83" y="215"/>
                    <a:pt x="84" y="216"/>
                  </a:cubicBezTo>
                  <a:cubicBezTo>
                    <a:pt x="85" y="219"/>
                    <a:pt x="88" y="221"/>
                    <a:pt x="91" y="220"/>
                  </a:cubicBezTo>
                  <a:cubicBezTo>
                    <a:pt x="93" y="219"/>
                    <a:pt x="96" y="218"/>
                    <a:pt x="98" y="217"/>
                  </a:cubicBezTo>
                  <a:cubicBezTo>
                    <a:pt x="102" y="214"/>
                    <a:pt x="106" y="212"/>
                    <a:pt x="110" y="210"/>
                  </a:cubicBezTo>
                  <a:cubicBezTo>
                    <a:pt x="113" y="208"/>
                    <a:pt x="116" y="207"/>
                    <a:pt x="119" y="205"/>
                  </a:cubicBezTo>
                  <a:cubicBezTo>
                    <a:pt x="126" y="202"/>
                    <a:pt x="134" y="199"/>
                    <a:pt x="142" y="200"/>
                  </a:cubicBezTo>
                  <a:cubicBezTo>
                    <a:pt x="145" y="200"/>
                    <a:pt x="148" y="201"/>
                    <a:pt x="150" y="201"/>
                  </a:cubicBezTo>
                  <a:cubicBezTo>
                    <a:pt x="151" y="201"/>
                    <a:pt x="152" y="202"/>
                    <a:pt x="153" y="201"/>
                  </a:cubicBezTo>
                  <a:cubicBezTo>
                    <a:pt x="156" y="200"/>
                    <a:pt x="157" y="199"/>
                    <a:pt x="159" y="198"/>
                  </a:cubicBezTo>
                  <a:cubicBezTo>
                    <a:pt x="160" y="198"/>
                    <a:pt x="161" y="197"/>
                    <a:pt x="161" y="197"/>
                  </a:cubicBezTo>
                  <a:cubicBezTo>
                    <a:pt x="162" y="194"/>
                    <a:pt x="163" y="192"/>
                    <a:pt x="164" y="189"/>
                  </a:cubicBezTo>
                  <a:cubicBezTo>
                    <a:pt x="165" y="186"/>
                    <a:pt x="165" y="183"/>
                    <a:pt x="166" y="180"/>
                  </a:cubicBezTo>
                  <a:cubicBezTo>
                    <a:pt x="167" y="177"/>
                    <a:pt x="166" y="175"/>
                    <a:pt x="163" y="174"/>
                  </a:cubicBezTo>
                  <a:cubicBezTo>
                    <a:pt x="161" y="173"/>
                    <a:pt x="158" y="173"/>
                    <a:pt x="156" y="173"/>
                  </a:cubicBezTo>
                  <a:cubicBezTo>
                    <a:pt x="152" y="173"/>
                    <a:pt x="148" y="172"/>
                    <a:pt x="144" y="173"/>
                  </a:cubicBezTo>
                  <a:cubicBezTo>
                    <a:pt x="137" y="174"/>
                    <a:pt x="131" y="177"/>
                    <a:pt x="124" y="178"/>
                  </a:cubicBezTo>
                  <a:cubicBezTo>
                    <a:pt x="123" y="179"/>
                    <a:pt x="122" y="178"/>
                    <a:pt x="122" y="177"/>
                  </a:cubicBezTo>
                  <a:cubicBezTo>
                    <a:pt x="120" y="176"/>
                    <a:pt x="120" y="174"/>
                    <a:pt x="119" y="172"/>
                  </a:cubicBezTo>
                  <a:cubicBezTo>
                    <a:pt x="118" y="167"/>
                    <a:pt x="117" y="163"/>
                    <a:pt x="121" y="159"/>
                  </a:cubicBezTo>
                  <a:cubicBezTo>
                    <a:pt x="124" y="155"/>
                    <a:pt x="128" y="151"/>
                    <a:pt x="133" y="148"/>
                  </a:cubicBezTo>
                  <a:cubicBezTo>
                    <a:pt x="138" y="144"/>
                    <a:pt x="142" y="137"/>
                    <a:pt x="138" y="130"/>
                  </a:cubicBezTo>
                  <a:cubicBezTo>
                    <a:pt x="138" y="129"/>
                    <a:pt x="138" y="129"/>
                    <a:pt x="138" y="128"/>
                  </a:cubicBezTo>
                  <a:cubicBezTo>
                    <a:pt x="137" y="125"/>
                    <a:pt x="134" y="123"/>
                    <a:pt x="131" y="124"/>
                  </a:cubicBezTo>
                  <a:cubicBezTo>
                    <a:pt x="128" y="125"/>
                    <a:pt x="125" y="127"/>
                    <a:pt x="122" y="128"/>
                  </a:cubicBezTo>
                  <a:cubicBezTo>
                    <a:pt x="119" y="129"/>
                    <a:pt x="117" y="131"/>
                    <a:pt x="114" y="133"/>
                  </a:cubicBezTo>
                  <a:cubicBezTo>
                    <a:pt x="112" y="134"/>
                    <a:pt x="111" y="134"/>
                    <a:pt x="111" y="132"/>
                  </a:cubicBezTo>
                  <a:cubicBezTo>
                    <a:pt x="111" y="129"/>
                    <a:pt x="110" y="126"/>
                    <a:pt x="110" y="124"/>
                  </a:cubicBezTo>
                  <a:cubicBezTo>
                    <a:pt x="110" y="118"/>
                    <a:pt x="113" y="114"/>
                    <a:pt x="118" y="112"/>
                  </a:cubicBezTo>
                  <a:cubicBezTo>
                    <a:pt x="125" y="111"/>
                    <a:pt x="128" y="107"/>
                    <a:pt x="129" y="101"/>
                  </a:cubicBezTo>
                  <a:cubicBezTo>
                    <a:pt x="130" y="99"/>
                    <a:pt x="130" y="98"/>
                    <a:pt x="131" y="96"/>
                  </a:cubicBezTo>
                  <a:cubicBezTo>
                    <a:pt x="132" y="92"/>
                    <a:pt x="135" y="89"/>
                    <a:pt x="136" y="85"/>
                  </a:cubicBezTo>
                  <a:cubicBezTo>
                    <a:pt x="138" y="80"/>
                    <a:pt x="140" y="75"/>
                    <a:pt x="142" y="70"/>
                  </a:cubicBezTo>
                  <a:cubicBezTo>
                    <a:pt x="144" y="60"/>
                    <a:pt x="146" y="50"/>
                    <a:pt x="148" y="40"/>
                  </a:cubicBezTo>
                  <a:cubicBezTo>
                    <a:pt x="148" y="35"/>
                    <a:pt x="148" y="30"/>
                    <a:pt x="147" y="25"/>
                  </a:cubicBezTo>
                  <a:cubicBezTo>
                    <a:pt x="146" y="21"/>
                    <a:pt x="144" y="17"/>
                    <a:pt x="141" y="14"/>
                  </a:cubicBezTo>
                  <a:cubicBezTo>
                    <a:pt x="138" y="9"/>
                    <a:pt x="134" y="4"/>
                    <a:pt x="128" y="2"/>
                  </a:cubicBezTo>
                  <a:cubicBezTo>
                    <a:pt x="123" y="0"/>
                    <a:pt x="117" y="0"/>
                    <a:pt x="112" y="1"/>
                  </a:cubicBezTo>
                  <a:cubicBezTo>
                    <a:pt x="112" y="1"/>
                    <a:pt x="111" y="1"/>
                    <a:pt x="110" y="1"/>
                  </a:cubicBezTo>
                  <a:cubicBezTo>
                    <a:pt x="109" y="2"/>
                    <a:pt x="107" y="2"/>
                    <a:pt x="105" y="3"/>
                  </a:cubicBezTo>
                  <a:cubicBezTo>
                    <a:pt x="102" y="4"/>
                    <a:pt x="100" y="4"/>
                    <a:pt x="97" y="5"/>
                  </a:cubicBezTo>
                  <a:cubicBezTo>
                    <a:pt x="89" y="10"/>
                    <a:pt x="82" y="17"/>
                    <a:pt x="76" y="24"/>
                  </a:cubicBezTo>
                  <a:cubicBezTo>
                    <a:pt x="73" y="29"/>
                    <a:pt x="70" y="33"/>
                    <a:pt x="68" y="39"/>
                  </a:cubicBezTo>
                  <a:cubicBezTo>
                    <a:pt x="68" y="41"/>
                    <a:pt x="66" y="43"/>
                    <a:pt x="66" y="46"/>
                  </a:cubicBezTo>
                  <a:cubicBezTo>
                    <a:pt x="65" y="49"/>
                    <a:pt x="66" y="52"/>
                    <a:pt x="68" y="53"/>
                  </a:cubicBezTo>
                  <a:cubicBezTo>
                    <a:pt x="70" y="53"/>
                    <a:pt x="72" y="54"/>
                    <a:pt x="75" y="54"/>
                  </a:cubicBezTo>
                  <a:cubicBezTo>
                    <a:pt x="78" y="54"/>
                    <a:pt x="80" y="54"/>
                    <a:pt x="83" y="53"/>
                  </a:cubicBezTo>
                  <a:cubicBezTo>
                    <a:pt x="85" y="52"/>
                    <a:pt x="87" y="51"/>
                    <a:pt x="88" y="50"/>
                  </a:cubicBezTo>
                  <a:cubicBezTo>
                    <a:pt x="91" y="46"/>
                    <a:pt x="94" y="42"/>
                    <a:pt x="97" y="38"/>
                  </a:cubicBezTo>
                  <a:cubicBezTo>
                    <a:pt x="102" y="31"/>
                    <a:pt x="108" y="25"/>
                    <a:pt x="116" y="21"/>
                  </a:cubicBezTo>
                  <a:cubicBezTo>
                    <a:pt x="120" y="20"/>
                    <a:pt x="122" y="20"/>
                    <a:pt x="125" y="23"/>
                  </a:cubicBezTo>
                  <a:cubicBezTo>
                    <a:pt x="128" y="26"/>
                    <a:pt x="130" y="30"/>
                    <a:pt x="131" y="35"/>
                  </a:cubicBezTo>
                  <a:cubicBezTo>
                    <a:pt x="131" y="38"/>
                    <a:pt x="131" y="42"/>
                    <a:pt x="131" y="46"/>
                  </a:cubicBezTo>
                  <a:cubicBezTo>
                    <a:pt x="130" y="52"/>
                    <a:pt x="129" y="58"/>
                    <a:pt x="128" y="64"/>
                  </a:cubicBezTo>
                  <a:cubicBezTo>
                    <a:pt x="127" y="70"/>
                    <a:pt x="125" y="76"/>
                    <a:pt x="123" y="82"/>
                  </a:cubicBezTo>
                  <a:cubicBezTo>
                    <a:pt x="122" y="86"/>
                    <a:pt x="119" y="89"/>
                    <a:pt x="115" y="89"/>
                  </a:cubicBezTo>
                  <a:cubicBezTo>
                    <a:pt x="114" y="89"/>
                    <a:pt x="113" y="89"/>
                    <a:pt x="112" y="90"/>
                  </a:cubicBezTo>
                  <a:cubicBezTo>
                    <a:pt x="110" y="90"/>
                    <a:pt x="109" y="89"/>
                    <a:pt x="109" y="87"/>
                  </a:cubicBezTo>
                  <a:cubicBezTo>
                    <a:pt x="109" y="84"/>
                    <a:pt x="109" y="80"/>
                    <a:pt x="111" y="76"/>
                  </a:cubicBezTo>
                  <a:cubicBezTo>
                    <a:pt x="114" y="73"/>
                    <a:pt x="117" y="69"/>
                    <a:pt x="120" y="66"/>
                  </a:cubicBezTo>
                  <a:cubicBezTo>
                    <a:pt x="121" y="65"/>
                    <a:pt x="121" y="64"/>
                    <a:pt x="122" y="63"/>
                  </a:cubicBezTo>
                  <a:cubicBezTo>
                    <a:pt x="122" y="60"/>
                    <a:pt x="122" y="56"/>
                    <a:pt x="123" y="53"/>
                  </a:cubicBezTo>
                  <a:cubicBezTo>
                    <a:pt x="123" y="52"/>
                    <a:pt x="122" y="51"/>
                    <a:pt x="122" y="51"/>
                  </a:cubicBezTo>
                  <a:cubicBezTo>
                    <a:pt x="117" y="48"/>
                    <a:pt x="112" y="45"/>
                    <a:pt x="106" y="49"/>
                  </a:cubicBezTo>
                  <a:cubicBezTo>
                    <a:pt x="105" y="50"/>
                    <a:pt x="104" y="50"/>
                    <a:pt x="103" y="49"/>
                  </a:cubicBezTo>
                  <a:cubicBezTo>
                    <a:pt x="100" y="47"/>
                    <a:pt x="94" y="47"/>
                    <a:pt x="91" y="50"/>
                  </a:cubicBezTo>
                  <a:cubicBezTo>
                    <a:pt x="90" y="52"/>
                    <a:pt x="90" y="54"/>
                    <a:pt x="89" y="56"/>
                  </a:cubicBezTo>
                  <a:cubicBezTo>
                    <a:pt x="89" y="57"/>
                    <a:pt x="88" y="59"/>
                    <a:pt x="89" y="59"/>
                  </a:cubicBezTo>
                  <a:cubicBezTo>
                    <a:pt x="90" y="61"/>
                    <a:pt x="89" y="62"/>
                    <a:pt x="88" y="63"/>
                  </a:cubicBezTo>
                  <a:cubicBezTo>
                    <a:pt x="87" y="64"/>
                    <a:pt x="86" y="66"/>
                    <a:pt x="85" y="67"/>
                  </a:cubicBezTo>
                  <a:cubicBezTo>
                    <a:pt x="82" y="71"/>
                    <a:pt x="80" y="75"/>
                    <a:pt x="81" y="80"/>
                  </a:cubicBezTo>
                  <a:cubicBezTo>
                    <a:pt x="81" y="81"/>
                    <a:pt x="81" y="82"/>
                    <a:pt x="81" y="83"/>
                  </a:cubicBezTo>
                  <a:cubicBezTo>
                    <a:pt x="80" y="83"/>
                    <a:pt x="80" y="83"/>
                    <a:pt x="80" y="83"/>
                  </a:cubicBezTo>
                  <a:cubicBezTo>
                    <a:pt x="80" y="82"/>
                    <a:pt x="79" y="82"/>
                    <a:pt x="79" y="81"/>
                  </a:cubicBezTo>
                  <a:cubicBezTo>
                    <a:pt x="76" y="75"/>
                    <a:pt x="72" y="73"/>
                    <a:pt x="66" y="73"/>
                  </a:cubicBezTo>
                  <a:cubicBezTo>
                    <a:pt x="61" y="73"/>
                    <a:pt x="54" y="78"/>
                    <a:pt x="55" y="85"/>
                  </a:cubicBezTo>
                  <a:cubicBezTo>
                    <a:pt x="56" y="91"/>
                    <a:pt x="57" y="96"/>
                    <a:pt x="59" y="102"/>
                  </a:cubicBezTo>
                  <a:cubicBezTo>
                    <a:pt x="60" y="105"/>
                    <a:pt x="61" y="109"/>
                    <a:pt x="62" y="112"/>
                  </a:cubicBezTo>
                  <a:close/>
                  <a:moveTo>
                    <a:pt x="82" y="87"/>
                  </a:moveTo>
                  <a:cubicBezTo>
                    <a:pt x="83" y="86"/>
                    <a:pt x="83" y="87"/>
                    <a:pt x="84" y="87"/>
                  </a:cubicBezTo>
                  <a:cubicBezTo>
                    <a:pt x="86" y="89"/>
                    <a:pt x="88" y="90"/>
                    <a:pt x="91" y="91"/>
                  </a:cubicBezTo>
                  <a:cubicBezTo>
                    <a:pt x="92" y="91"/>
                    <a:pt x="93" y="93"/>
                    <a:pt x="93" y="93"/>
                  </a:cubicBezTo>
                  <a:cubicBezTo>
                    <a:pt x="92" y="96"/>
                    <a:pt x="91" y="99"/>
                    <a:pt x="89" y="102"/>
                  </a:cubicBezTo>
                  <a:cubicBezTo>
                    <a:pt x="89" y="102"/>
                    <a:pt x="89" y="103"/>
                    <a:pt x="88" y="103"/>
                  </a:cubicBezTo>
                  <a:cubicBezTo>
                    <a:pt x="88" y="103"/>
                    <a:pt x="87" y="102"/>
                    <a:pt x="87" y="102"/>
                  </a:cubicBezTo>
                  <a:cubicBezTo>
                    <a:pt x="86" y="97"/>
                    <a:pt x="84" y="93"/>
                    <a:pt x="82" y="88"/>
                  </a:cubicBezTo>
                  <a:cubicBezTo>
                    <a:pt x="82" y="88"/>
                    <a:pt x="82" y="88"/>
                    <a:pt x="82" y="88"/>
                  </a:cubicBezTo>
                  <a:cubicBezTo>
                    <a:pt x="82" y="87"/>
                    <a:pt x="82" y="87"/>
                    <a:pt x="82" y="87"/>
                  </a:cubicBezTo>
                  <a:close/>
                  <a:moveTo>
                    <a:pt x="7" y="103"/>
                  </a:moveTo>
                  <a:cubicBezTo>
                    <a:pt x="8" y="103"/>
                    <a:pt x="9" y="104"/>
                    <a:pt x="10" y="105"/>
                  </a:cubicBezTo>
                  <a:cubicBezTo>
                    <a:pt x="13" y="109"/>
                    <a:pt x="20" y="110"/>
                    <a:pt x="24" y="107"/>
                  </a:cubicBezTo>
                  <a:cubicBezTo>
                    <a:pt x="27" y="104"/>
                    <a:pt x="30" y="102"/>
                    <a:pt x="33" y="100"/>
                  </a:cubicBezTo>
                  <a:cubicBezTo>
                    <a:pt x="34" y="98"/>
                    <a:pt x="35" y="98"/>
                    <a:pt x="36" y="100"/>
                  </a:cubicBezTo>
                  <a:cubicBezTo>
                    <a:pt x="37" y="102"/>
                    <a:pt x="37" y="104"/>
                    <a:pt x="38" y="107"/>
                  </a:cubicBezTo>
                  <a:cubicBezTo>
                    <a:pt x="38" y="112"/>
                    <a:pt x="39" y="118"/>
                    <a:pt x="40" y="123"/>
                  </a:cubicBezTo>
                  <a:cubicBezTo>
                    <a:pt x="40" y="127"/>
                    <a:pt x="38" y="129"/>
                    <a:pt x="35" y="129"/>
                  </a:cubicBezTo>
                  <a:cubicBezTo>
                    <a:pt x="31" y="130"/>
                    <a:pt x="28" y="131"/>
                    <a:pt x="25" y="133"/>
                  </a:cubicBezTo>
                  <a:cubicBezTo>
                    <a:pt x="17" y="139"/>
                    <a:pt x="13" y="147"/>
                    <a:pt x="10" y="157"/>
                  </a:cubicBezTo>
                  <a:cubicBezTo>
                    <a:pt x="8" y="163"/>
                    <a:pt x="8" y="168"/>
                    <a:pt x="12" y="174"/>
                  </a:cubicBezTo>
                  <a:cubicBezTo>
                    <a:pt x="17" y="180"/>
                    <a:pt x="22" y="183"/>
                    <a:pt x="30" y="182"/>
                  </a:cubicBezTo>
                  <a:cubicBezTo>
                    <a:pt x="31" y="182"/>
                    <a:pt x="32" y="183"/>
                    <a:pt x="32" y="185"/>
                  </a:cubicBezTo>
                  <a:cubicBezTo>
                    <a:pt x="31" y="192"/>
                    <a:pt x="30" y="199"/>
                    <a:pt x="30" y="207"/>
                  </a:cubicBezTo>
                  <a:cubicBezTo>
                    <a:pt x="29" y="211"/>
                    <a:pt x="29" y="216"/>
                    <a:pt x="31" y="220"/>
                  </a:cubicBezTo>
                  <a:cubicBezTo>
                    <a:pt x="33" y="225"/>
                    <a:pt x="38" y="228"/>
                    <a:pt x="42" y="226"/>
                  </a:cubicBezTo>
                  <a:cubicBezTo>
                    <a:pt x="44" y="225"/>
                    <a:pt x="45" y="223"/>
                    <a:pt x="47" y="221"/>
                  </a:cubicBezTo>
                  <a:cubicBezTo>
                    <a:pt x="53" y="214"/>
                    <a:pt x="56" y="205"/>
                    <a:pt x="58" y="195"/>
                  </a:cubicBezTo>
                  <a:cubicBezTo>
                    <a:pt x="59" y="192"/>
                    <a:pt x="60" y="189"/>
                    <a:pt x="61" y="185"/>
                  </a:cubicBezTo>
                  <a:cubicBezTo>
                    <a:pt x="62" y="180"/>
                    <a:pt x="63" y="175"/>
                    <a:pt x="64" y="170"/>
                  </a:cubicBezTo>
                  <a:cubicBezTo>
                    <a:pt x="65" y="165"/>
                    <a:pt x="66" y="157"/>
                    <a:pt x="66" y="156"/>
                  </a:cubicBezTo>
                  <a:cubicBezTo>
                    <a:pt x="66" y="152"/>
                    <a:pt x="67" y="148"/>
                    <a:pt x="67" y="143"/>
                  </a:cubicBezTo>
                  <a:cubicBezTo>
                    <a:pt x="67" y="142"/>
                    <a:pt x="68" y="140"/>
                    <a:pt x="68" y="139"/>
                  </a:cubicBezTo>
                  <a:cubicBezTo>
                    <a:pt x="68" y="138"/>
                    <a:pt x="68" y="136"/>
                    <a:pt x="67" y="136"/>
                  </a:cubicBezTo>
                  <a:cubicBezTo>
                    <a:pt x="66" y="136"/>
                    <a:pt x="66" y="138"/>
                    <a:pt x="66" y="139"/>
                  </a:cubicBezTo>
                  <a:cubicBezTo>
                    <a:pt x="64" y="146"/>
                    <a:pt x="62" y="154"/>
                    <a:pt x="60" y="161"/>
                  </a:cubicBezTo>
                  <a:cubicBezTo>
                    <a:pt x="58" y="167"/>
                    <a:pt x="57" y="173"/>
                    <a:pt x="55" y="179"/>
                  </a:cubicBezTo>
                  <a:cubicBezTo>
                    <a:pt x="53" y="185"/>
                    <a:pt x="52" y="191"/>
                    <a:pt x="48" y="197"/>
                  </a:cubicBezTo>
                  <a:cubicBezTo>
                    <a:pt x="47" y="197"/>
                    <a:pt x="47" y="198"/>
                    <a:pt x="46" y="198"/>
                  </a:cubicBezTo>
                  <a:cubicBezTo>
                    <a:pt x="46" y="197"/>
                    <a:pt x="45" y="196"/>
                    <a:pt x="45" y="196"/>
                  </a:cubicBezTo>
                  <a:cubicBezTo>
                    <a:pt x="45" y="194"/>
                    <a:pt x="46" y="193"/>
                    <a:pt x="46" y="191"/>
                  </a:cubicBezTo>
                  <a:cubicBezTo>
                    <a:pt x="47" y="187"/>
                    <a:pt x="48" y="182"/>
                    <a:pt x="48" y="178"/>
                  </a:cubicBezTo>
                  <a:cubicBezTo>
                    <a:pt x="50" y="171"/>
                    <a:pt x="51" y="164"/>
                    <a:pt x="52" y="156"/>
                  </a:cubicBezTo>
                  <a:cubicBezTo>
                    <a:pt x="53" y="150"/>
                    <a:pt x="53" y="144"/>
                    <a:pt x="53" y="137"/>
                  </a:cubicBezTo>
                  <a:cubicBezTo>
                    <a:pt x="53" y="134"/>
                    <a:pt x="52" y="131"/>
                    <a:pt x="49" y="128"/>
                  </a:cubicBezTo>
                  <a:cubicBezTo>
                    <a:pt x="49" y="127"/>
                    <a:pt x="48" y="126"/>
                    <a:pt x="48" y="125"/>
                  </a:cubicBezTo>
                  <a:cubicBezTo>
                    <a:pt x="47" y="120"/>
                    <a:pt x="47" y="115"/>
                    <a:pt x="46" y="110"/>
                  </a:cubicBezTo>
                  <a:cubicBezTo>
                    <a:pt x="45" y="104"/>
                    <a:pt x="46" y="98"/>
                    <a:pt x="47" y="93"/>
                  </a:cubicBezTo>
                  <a:cubicBezTo>
                    <a:pt x="48" y="90"/>
                    <a:pt x="49" y="87"/>
                    <a:pt x="51" y="84"/>
                  </a:cubicBezTo>
                  <a:cubicBezTo>
                    <a:pt x="53" y="79"/>
                    <a:pt x="53" y="73"/>
                    <a:pt x="52" y="68"/>
                  </a:cubicBezTo>
                  <a:cubicBezTo>
                    <a:pt x="51" y="65"/>
                    <a:pt x="49" y="62"/>
                    <a:pt x="45" y="62"/>
                  </a:cubicBezTo>
                  <a:cubicBezTo>
                    <a:pt x="42" y="61"/>
                    <a:pt x="39" y="61"/>
                    <a:pt x="35" y="63"/>
                  </a:cubicBezTo>
                  <a:cubicBezTo>
                    <a:pt x="31" y="66"/>
                    <a:pt x="27" y="68"/>
                    <a:pt x="22" y="71"/>
                  </a:cubicBezTo>
                  <a:cubicBezTo>
                    <a:pt x="19" y="73"/>
                    <a:pt x="15" y="76"/>
                    <a:pt x="11" y="78"/>
                  </a:cubicBezTo>
                  <a:cubicBezTo>
                    <a:pt x="9" y="81"/>
                    <a:pt x="6" y="83"/>
                    <a:pt x="3" y="86"/>
                  </a:cubicBezTo>
                  <a:cubicBezTo>
                    <a:pt x="1" y="88"/>
                    <a:pt x="0" y="92"/>
                    <a:pt x="1" y="95"/>
                  </a:cubicBezTo>
                  <a:cubicBezTo>
                    <a:pt x="2" y="98"/>
                    <a:pt x="4" y="101"/>
                    <a:pt x="7" y="103"/>
                  </a:cubicBezTo>
                  <a:close/>
                  <a:moveTo>
                    <a:pt x="35" y="160"/>
                  </a:moveTo>
                  <a:cubicBezTo>
                    <a:pt x="34" y="161"/>
                    <a:pt x="34" y="161"/>
                    <a:pt x="34" y="162"/>
                  </a:cubicBezTo>
                  <a:cubicBezTo>
                    <a:pt x="33" y="164"/>
                    <a:pt x="32" y="166"/>
                    <a:pt x="30" y="165"/>
                  </a:cubicBezTo>
                  <a:cubicBezTo>
                    <a:pt x="28" y="165"/>
                    <a:pt x="26" y="162"/>
                    <a:pt x="26" y="160"/>
                  </a:cubicBezTo>
                  <a:cubicBezTo>
                    <a:pt x="26" y="154"/>
                    <a:pt x="29" y="150"/>
                    <a:pt x="33" y="146"/>
                  </a:cubicBezTo>
                  <a:cubicBezTo>
                    <a:pt x="34" y="146"/>
                    <a:pt x="35" y="146"/>
                    <a:pt x="35" y="146"/>
                  </a:cubicBezTo>
                  <a:cubicBezTo>
                    <a:pt x="35" y="148"/>
                    <a:pt x="36" y="149"/>
                    <a:pt x="35" y="151"/>
                  </a:cubicBezTo>
                  <a:cubicBezTo>
                    <a:pt x="35" y="154"/>
                    <a:pt x="35" y="157"/>
                    <a:pt x="35" y="160"/>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8" name="Freeform 62"/>
            <p:cNvSpPr>
              <a:spLocks/>
            </p:cNvSpPr>
            <p:nvPr/>
          </p:nvSpPr>
          <p:spPr bwMode="auto">
            <a:xfrm>
              <a:off x="-1458913" y="-1000125"/>
              <a:ext cx="100013" cy="82550"/>
            </a:xfrm>
            <a:custGeom>
              <a:avLst/>
              <a:gdLst>
                <a:gd name="T0" fmla="*/ 6 w 131"/>
                <a:gd name="T1" fmla="*/ 85 h 109"/>
                <a:gd name="T2" fmla="*/ 10 w 131"/>
                <a:gd name="T3" fmla="*/ 80 h 109"/>
                <a:gd name="T4" fmla="*/ 18 w 131"/>
                <a:gd name="T5" fmla="*/ 76 h 109"/>
                <a:gd name="T6" fmla="*/ 42 w 131"/>
                <a:gd name="T7" fmla="*/ 72 h 109"/>
                <a:gd name="T8" fmla="*/ 54 w 131"/>
                <a:gd name="T9" fmla="*/ 72 h 109"/>
                <a:gd name="T10" fmla="*/ 71 w 131"/>
                <a:gd name="T11" fmla="*/ 67 h 109"/>
                <a:gd name="T12" fmla="*/ 87 w 131"/>
                <a:gd name="T13" fmla="*/ 52 h 109"/>
                <a:gd name="T14" fmla="*/ 97 w 131"/>
                <a:gd name="T15" fmla="*/ 37 h 109"/>
                <a:gd name="T16" fmla="*/ 91 w 131"/>
                <a:gd name="T17" fmla="*/ 38 h 109"/>
                <a:gd name="T18" fmla="*/ 77 w 131"/>
                <a:gd name="T19" fmla="*/ 42 h 109"/>
                <a:gd name="T20" fmla="*/ 60 w 131"/>
                <a:gd name="T21" fmla="*/ 41 h 109"/>
                <a:gd name="T22" fmla="*/ 51 w 131"/>
                <a:gd name="T23" fmla="*/ 25 h 109"/>
                <a:gd name="T24" fmla="*/ 58 w 131"/>
                <a:gd name="T25" fmla="*/ 16 h 109"/>
                <a:gd name="T26" fmla="*/ 77 w 131"/>
                <a:gd name="T27" fmla="*/ 7 h 109"/>
                <a:gd name="T28" fmla="*/ 103 w 131"/>
                <a:gd name="T29" fmla="*/ 2 h 109"/>
                <a:gd name="T30" fmla="*/ 118 w 131"/>
                <a:gd name="T31" fmla="*/ 10 h 109"/>
                <a:gd name="T32" fmla="*/ 123 w 131"/>
                <a:gd name="T33" fmla="*/ 23 h 109"/>
                <a:gd name="T34" fmla="*/ 124 w 131"/>
                <a:gd name="T35" fmla="*/ 27 h 109"/>
                <a:gd name="T36" fmla="*/ 122 w 131"/>
                <a:gd name="T37" fmla="*/ 36 h 109"/>
                <a:gd name="T38" fmla="*/ 112 w 131"/>
                <a:gd name="T39" fmla="*/ 53 h 109"/>
                <a:gd name="T40" fmla="*/ 97 w 131"/>
                <a:gd name="T41" fmla="*/ 70 h 109"/>
                <a:gd name="T42" fmla="*/ 95 w 131"/>
                <a:gd name="T43" fmla="*/ 73 h 109"/>
                <a:gd name="T44" fmla="*/ 98 w 131"/>
                <a:gd name="T45" fmla="*/ 73 h 109"/>
                <a:gd name="T46" fmla="*/ 112 w 131"/>
                <a:gd name="T47" fmla="*/ 75 h 109"/>
                <a:gd name="T48" fmla="*/ 118 w 131"/>
                <a:gd name="T49" fmla="*/ 73 h 109"/>
                <a:gd name="T50" fmla="*/ 127 w 131"/>
                <a:gd name="T51" fmla="*/ 76 h 109"/>
                <a:gd name="T52" fmla="*/ 131 w 131"/>
                <a:gd name="T53" fmla="*/ 92 h 109"/>
                <a:gd name="T54" fmla="*/ 125 w 131"/>
                <a:gd name="T55" fmla="*/ 104 h 109"/>
                <a:gd name="T56" fmla="*/ 115 w 131"/>
                <a:gd name="T57" fmla="*/ 108 h 109"/>
                <a:gd name="T58" fmla="*/ 108 w 131"/>
                <a:gd name="T59" fmla="*/ 105 h 109"/>
                <a:gd name="T60" fmla="*/ 100 w 131"/>
                <a:gd name="T61" fmla="*/ 103 h 109"/>
                <a:gd name="T62" fmla="*/ 44 w 131"/>
                <a:gd name="T63" fmla="*/ 104 h 109"/>
                <a:gd name="T64" fmla="*/ 21 w 131"/>
                <a:gd name="T65" fmla="*/ 107 h 109"/>
                <a:gd name="T66" fmla="*/ 11 w 131"/>
                <a:gd name="T67" fmla="*/ 105 h 109"/>
                <a:gd name="T68" fmla="*/ 6 w 131"/>
                <a:gd name="T69" fmla="*/ 85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31" h="109">
                  <a:moveTo>
                    <a:pt x="6" y="85"/>
                  </a:moveTo>
                  <a:cubicBezTo>
                    <a:pt x="8" y="84"/>
                    <a:pt x="9" y="82"/>
                    <a:pt x="10" y="80"/>
                  </a:cubicBezTo>
                  <a:cubicBezTo>
                    <a:pt x="12" y="77"/>
                    <a:pt x="15" y="76"/>
                    <a:pt x="18" y="76"/>
                  </a:cubicBezTo>
                  <a:cubicBezTo>
                    <a:pt x="26" y="75"/>
                    <a:pt x="34" y="73"/>
                    <a:pt x="42" y="72"/>
                  </a:cubicBezTo>
                  <a:cubicBezTo>
                    <a:pt x="46" y="72"/>
                    <a:pt x="50" y="72"/>
                    <a:pt x="54" y="72"/>
                  </a:cubicBezTo>
                  <a:cubicBezTo>
                    <a:pt x="60" y="71"/>
                    <a:pt x="66" y="71"/>
                    <a:pt x="71" y="67"/>
                  </a:cubicBezTo>
                  <a:cubicBezTo>
                    <a:pt x="77" y="63"/>
                    <a:pt x="82" y="58"/>
                    <a:pt x="87" y="52"/>
                  </a:cubicBezTo>
                  <a:cubicBezTo>
                    <a:pt x="90" y="48"/>
                    <a:pt x="98" y="38"/>
                    <a:pt x="97" y="37"/>
                  </a:cubicBezTo>
                  <a:cubicBezTo>
                    <a:pt x="96" y="36"/>
                    <a:pt x="92" y="37"/>
                    <a:pt x="91" y="38"/>
                  </a:cubicBezTo>
                  <a:cubicBezTo>
                    <a:pt x="85" y="39"/>
                    <a:pt x="83" y="41"/>
                    <a:pt x="77" y="42"/>
                  </a:cubicBezTo>
                  <a:cubicBezTo>
                    <a:pt x="72" y="43"/>
                    <a:pt x="65" y="45"/>
                    <a:pt x="60" y="41"/>
                  </a:cubicBezTo>
                  <a:cubicBezTo>
                    <a:pt x="55" y="37"/>
                    <a:pt x="52" y="31"/>
                    <a:pt x="51" y="25"/>
                  </a:cubicBezTo>
                  <a:cubicBezTo>
                    <a:pt x="51" y="21"/>
                    <a:pt x="54" y="18"/>
                    <a:pt x="58" y="16"/>
                  </a:cubicBezTo>
                  <a:cubicBezTo>
                    <a:pt x="64" y="13"/>
                    <a:pt x="70" y="9"/>
                    <a:pt x="77" y="7"/>
                  </a:cubicBezTo>
                  <a:cubicBezTo>
                    <a:pt x="85" y="3"/>
                    <a:pt x="94" y="0"/>
                    <a:pt x="103" y="2"/>
                  </a:cubicBezTo>
                  <a:cubicBezTo>
                    <a:pt x="109" y="3"/>
                    <a:pt x="114" y="6"/>
                    <a:pt x="118" y="10"/>
                  </a:cubicBezTo>
                  <a:cubicBezTo>
                    <a:pt x="122" y="13"/>
                    <a:pt x="123" y="18"/>
                    <a:pt x="123" y="23"/>
                  </a:cubicBezTo>
                  <a:cubicBezTo>
                    <a:pt x="123" y="24"/>
                    <a:pt x="123" y="26"/>
                    <a:pt x="124" y="27"/>
                  </a:cubicBezTo>
                  <a:cubicBezTo>
                    <a:pt x="124" y="30"/>
                    <a:pt x="123" y="33"/>
                    <a:pt x="122" y="36"/>
                  </a:cubicBezTo>
                  <a:cubicBezTo>
                    <a:pt x="121" y="38"/>
                    <a:pt x="116" y="47"/>
                    <a:pt x="112" y="53"/>
                  </a:cubicBezTo>
                  <a:cubicBezTo>
                    <a:pt x="108" y="58"/>
                    <a:pt x="101" y="66"/>
                    <a:pt x="97" y="70"/>
                  </a:cubicBezTo>
                  <a:cubicBezTo>
                    <a:pt x="96" y="71"/>
                    <a:pt x="94" y="72"/>
                    <a:pt x="95" y="73"/>
                  </a:cubicBezTo>
                  <a:cubicBezTo>
                    <a:pt x="95" y="73"/>
                    <a:pt x="97" y="73"/>
                    <a:pt x="98" y="73"/>
                  </a:cubicBezTo>
                  <a:cubicBezTo>
                    <a:pt x="103" y="74"/>
                    <a:pt x="107" y="75"/>
                    <a:pt x="112" y="75"/>
                  </a:cubicBezTo>
                  <a:cubicBezTo>
                    <a:pt x="114" y="75"/>
                    <a:pt x="116" y="74"/>
                    <a:pt x="118" y="73"/>
                  </a:cubicBezTo>
                  <a:cubicBezTo>
                    <a:pt x="122" y="72"/>
                    <a:pt x="125" y="73"/>
                    <a:pt x="127" y="76"/>
                  </a:cubicBezTo>
                  <a:cubicBezTo>
                    <a:pt x="130" y="81"/>
                    <a:pt x="131" y="86"/>
                    <a:pt x="131" y="92"/>
                  </a:cubicBezTo>
                  <a:cubicBezTo>
                    <a:pt x="130" y="96"/>
                    <a:pt x="128" y="100"/>
                    <a:pt x="125" y="104"/>
                  </a:cubicBezTo>
                  <a:cubicBezTo>
                    <a:pt x="121" y="108"/>
                    <a:pt x="119" y="109"/>
                    <a:pt x="115" y="108"/>
                  </a:cubicBezTo>
                  <a:cubicBezTo>
                    <a:pt x="113" y="108"/>
                    <a:pt x="111" y="105"/>
                    <a:pt x="108" y="105"/>
                  </a:cubicBezTo>
                  <a:cubicBezTo>
                    <a:pt x="106" y="104"/>
                    <a:pt x="103" y="103"/>
                    <a:pt x="100" y="103"/>
                  </a:cubicBezTo>
                  <a:cubicBezTo>
                    <a:pt x="87" y="101"/>
                    <a:pt x="50" y="104"/>
                    <a:pt x="44" y="104"/>
                  </a:cubicBezTo>
                  <a:cubicBezTo>
                    <a:pt x="41" y="105"/>
                    <a:pt x="29" y="106"/>
                    <a:pt x="21" y="107"/>
                  </a:cubicBezTo>
                  <a:cubicBezTo>
                    <a:pt x="18" y="107"/>
                    <a:pt x="14" y="106"/>
                    <a:pt x="11" y="105"/>
                  </a:cubicBezTo>
                  <a:cubicBezTo>
                    <a:pt x="4" y="103"/>
                    <a:pt x="0" y="92"/>
                    <a:pt x="6" y="85"/>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sp>
          <p:nvSpPr>
            <p:cNvPr id="129" name="Freeform 63"/>
            <p:cNvSpPr>
              <a:spLocks/>
            </p:cNvSpPr>
            <p:nvPr/>
          </p:nvSpPr>
          <p:spPr bwMode="auto">
            <a:xfrm>
              <a:off x="-1271588" y="-927100"/>
              <a:ext cx="134938" cy="142875"/>
            </a:xfrm>
            <a:custGeom>
              <a:avLst/>
              <a:gdLst>
                <a:gd name="T0" fmla="*/ 1 w 177"/>
                <a:gd name="T1" fmla="*/ 99 h 188"/>
                <a:gd name="T2" fmla="*/ 0 w 177"/>
                <a:gd name="T3" fmla="*/ 97 h 188"/>
                <a:gd name="T4" fmla="*/ 40 w 177"/>
                <a:gd name="T5" fmla="*/ 95 h 188"/>
                <a:gd name="T6" fmla="*/ 81 w 177"/>
                <a:gd name="T7" fmla="*/ 80 h 188"/>
                <a:gd name="T8" fmla="*/ 98 w 177"/>
                <a:gd name="T9" fmla="*/ 69 h 188"/>
                <a:gd name="T10" fmla="*/ 90 w 177"/>
                <a:gd name="T11" fmla="*/ 66 h 188"/>
                <a:gd name="T12" fmla="*/ 78 w 177"/>
                <a:gd name="T13" fmla="*/ 60 h 188"/>
                <a:gd name="T14" fmla="*/ 71 w 177"/>
                <a:gd name="T15" fmla="*/ 52 h 188"/>
                <a:gd name="T16" fmla="*/ 70 w 177"/>
                <a:gd name="T17" fmla="*/ 50 h 188"/>
                <a:gd name="T18" fmla="*/ 73 w 177"/>
                <a:gd name="T19" fmla="*/ 39 h 188"/>
                <a:gd name="T20" fmla="*/ 75 w 177"/>
                <a:gd name="T21" fmla="*/ 36 h 188"/>
                <a:gd name="T22" fmla="*/ 90 w 177"/>
                <a:gd name="T23" fmla="*/ 35 h 188"/>
                <a:gd name="T24" fmla="*/ 109 w 177"/>
                <a:gd name="T25" fmla="*/ 42 h 188"/>
                <a:gd name="T26" fmla="*/ 119 w 177"/>
                <a:gd name="T27" fmla="*/ 45 h 188"/>
                <a:gd name="T28" fmla="*/ 127 w 177"/>
                <a:gd name="T29" fmla="*/ 43 h 188"/>
                <a:gd name="T30" fmla="*/ 146 w 177"/>
                <a:gd name="T31" fmla="*/ 20 h 188"/>
                <a:gd name="T32" fmla="*/ 153 w 177"/>
                <a:gd name="T33" fmla="*/ 9 h 188"/>
                <a:gd name="T34" fmla="*/ 166 w 177"/>
                <a:gd name="T35" fmla="*/ 1 h 188"/>
                <a:gd name="T36" fmla="*/ 173 w 177"/>
                <a:gd name="T37" fmla="*/ 5 h 188"/>
                <a:gd name="T38" fmla="*/ 177 w 177"/>
                <a:gd name="T39" fmla="*/ 19 h 188"/>
                <a:gd name="T40" fmla="*/ 175 w 177"/>
                <a:gd name="T41" fmla="*/ 24 h 188"/>
                <a:gd name="T42" fmla="*/ 164 w 177"/>
                <a:gd name="T43" fmla="*/ 39 h 188"/>
                <a:gd name="T44" fmla="*/ 154 w 177"/>
                <a:gd name="T45" fmla="*/ 51 h 188"/>
                <a:gd name="T46" fmla="*/ 153 w 177"/>
                <a:gd name="T47" fmla="*/ 53 h 188"/>
                <a:gd name="T48" fmla="*/ 155 w 177"/>
                <a:gd name="T49" fmla="*/ 53 h 188"/>
                <a:gd name="T50" fmla="*/ 164 w 177"/>
                <a:gd name="T51" fmla="*/ 55 h 188"/>
                <a:gd name="T52" fmla="*/ 172 w 177"/>
                <a:gd name="T53" fmla="*/ 67 h 188"/>
                <a:gd name="T54" fmla="*/ 171 w 177"/>
                <a:gd name="T55" fmla="*/ 71 h 188"/>
                <a:gd name="T56" fmla="*/ 167 w 177"/>
                <a:gd name="T57" fmla="*/ 75 h 188"/>
                <a:gd name="T58" fmla="*/ 164 w 177"/>
                <a:gd name="T59" fmla="*/ 77 h 188"/>
                <a:gd name="T60" fmla="*/ 158 w 177"/>
                <a:gd name="T61" fmla="*/ 81 h 188"/>
                <a:gd name="T62" fmla="*/ 146 w 177"/>
                <a:gd name="T63" fmla="*/ 82 h 188"/>
                <a:gd name="T64" fmla="*/ 130 w 177"/>
                <a:gd name="T65" fmla="*/ 77 h 188"/>
                <a:gd name="T66" fmla="*/ 121 w 177"/>
                <a:gd name="T67" fmla="*/ 81 h 188"/>
                <a:gd name="T68" fmla="*/ 115 w 177"/>
                <a:gd name="T69" fmla="*/ 85 h 188"/>
                <a:gd name="T70" fmla="*/ 111 w 177"/>
                <a:gd name="T71" fmla="*/ 92 h 188"/>
                <a:gd name="T72" fmla="*/ 112 w 177"/>
                <a:gd name="T73" fmla="*/ 116 h 188"/>
                <a:gd name="T74" fmla="*/ 115 w 177"/>
                <a:gd name="T75" fmla="*/ 135 h 188"/>
                <a:gd name="T76" fmla="*/ 120 w 177"/>
                <a:gd name="T77" fmla="*/ 155 h 188"/>
                <a:gd name="T78" fmla="*/ 125 w 177"/>
                <a:gd name="T79" fmla="*/ 169 h 188"/>
                <a:gd name="T80" fmla="*/ 132 w 177"/>
                <a:gd name="T81" fmla="*/ 181 h 188"/>
                <a:gd name="T82" fmla="*/ 128 w 177"/>
                <a:gd name="T83" fmla="*/ 184 h 188"/>
                <a:gd name="T84" fmla="*/ 124 w 177"/>
                <a:gd name="T85" fmla="*/ 186 h 188"/>
                <a:gd name="T86" fmla="*/ 119 w 177"/>
                <a:gd name="T87" fmla="*/ 187 h 188"/>
                <a:gd name="T88" fmla="*/ 115 w 177"/>
                <a:gd name="T89" fmla="*/ 188 h 188"/>
                <a:gd name="T90" fmla="*/ 105 w 177"/>
                <a:gd name="T91" fmla="*/ 183 h 188"/>
                <a:gd name="T92" fmla="*/ 101 w 177"/>
                <a:gd name="T93" fmla="*/ 179 h 188"/>
                <a:gd name="T94" fmla="*/ 94 w 177"/>
                <a:gd name="T95" fmla="*/ 171 h 188"/>
                <a:gd name="T96" fmla="*/ 88 w 177"/>
                <a:gd name="T97" fmla="*/ 162 h 188"/>
                <a:gd name="T98" fmla="*/ 86 w 177"/>
                <a:gd name="T99" fmla="*/ 148 h 188"/>
                <a:gd name="T100" fmla="*/ 87 w 177"/>
                <a:gd name="T101" fmla="*/ 137 h 188"/>
                <a:gd name="T102" fmla="*/ 89 w 177"/>
                <a:gd name="T103" fmla="*/ 121 h 188"/>
                <a:gd name="T104" fmla="*/ 91 w 177"/>
                <a:gd name="T105" fmla="*/ 101 h 188"/>
                <a:gd name="T106" fmla="*/ 89 w 177"/>
                <a:gd name="T107" fmla="*/ 100 h 188"/>
                <a:gd name="T108" fmla="*/ 69 w 177"/>
                <a:gd name="T109" fmla="*/ 108 h 188"/>
                <a:gd name="T110" fmla="*/ 51 w 177"/>
                <a:gd name="T111" fmla="*/ 112 h 188"/>
                <a:gd name="T112" fmla="*/ 18 w 177"/>
                <a:gd name="T113" fmla="*/ 110 h 188"/>
                <a:gd name="T114" fmla="*/ 9 w 177"/>
                <a:gd name="T115" fmla="*/ 105 h 188"/>
                <a:gd name="T116" fmla="*/ 1 w 177"/>
                <a:gd name="T117" fmla="*/ 99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7" h="188">
                  <a:moveTo>
                    <a:pt x="1" y="99"/>
                  </a:moveTo>
                  <a:cubicBezTo>
                    <a:pt x="0" y="97"/>
                    <a:pt x="0" y="97"/>
                    <a:pt x="0" y="97"/>
                  </a:cubicBezTo>
                  <a:cubicBezTo>
                    <a:pt x="3" y="96"/>
                    <a:pt x="16" y="101"/>
                    <a:pt x="40" y="95"/>
                  </a:cubicBezTo>
                  <a:cubicBezTo>
                    <a:pt x="60" y="91"/>
                    <a:pt x="71" y="85"/>
                    <a:pt x="81" y="80"/>
                  </a:cubicBezTo>
                  <a:cubicBezTo>
                    <a:pt x="89" y="75"/>
                    <a:pt x="97" y="70"/>
                    <a:pt x="98" y="69"/>
                  </a:cubicBezTo>
                  <a:cubicBezTo>
                    <a:pt x="96" y="68"/>
                    <a:pt x="92" y="67"/>
                    <a:pt x="90" y="66"/>
                  </a:cubicBezTo>
                  <a:cubicBezTo>
                    <a:pt x="86" y="64"/>
                    <a:pt x="82" y="62"/>
                    <a:pt x="78" y="60"/>
                  </a:cubicBezTo>
                  <a:cubicBezTo>
                    <a:pt x="75" y="58"/>
                    <a:pt x="72" y="56"/>
                    <a:pt x="71" y="52"/>
                  </a:cubicBezTo>
                  <a:cubicBezTo>
                    <a:pt x="70" y="52"/>
                    <a:pt x="70" y="51"/>
                    <a:pt x="70" y="50"/>
                  </a:cubicBezTo>
                  <a:cubicBezTo>
                    <a:pt x="71" y="47"/>
                    <a:pt x="72" y="43"/>
                    <a:pt x="73" y="39"/>
                  </a:cubicBezTo>
                  <a:cubicBezTo>
                    <a:pt x="73" y="38"/>
                    <a:pt x="74" y="37"/>
                    <a:pt x="75" y="36"/>
                  </a:cubicBezTo>
                  <a:cubicBezTo>
                    <a:pt x="79" y="32"/>
                    <a:pt x="85" y="32"/>
                    <a:pt x="90" y="35"/>
                  </a:cubicBezTo>
                  <a:cubicBezTo>
                    <a:pt x="96" y="39"/>
                    <a:pt x="103" y="41"/>
                    <a:pt x="109" y="42"/>
                  </a:cubicBezTo>
                  <a:cubicBezTo>
                    <a:pt x="113" y="43"/>
                    <a:pt x="116" y="44"/>
                    <a:pt x="119" y="45"/>
                  </a:cubicBezTo>
                  <a:cubicBezTo>
                    <a:pt x="122" y="46"/>
                    <a:pt x="125" y="45"/>
                    <a:pt x="127" y="43"/>
                  </a:cubicBezTo>
                  <a:cubicBezTo>
                    <a:pt x="134" y="36"/>
                    <a:pt x="140" y="28"/>
                    <a:pt x="146" y="20"/>
                  </a:cubicBezTo>
                  <a:cubicBezTo>
                    <a:pt x="148" y="17"/>
                    <a:pt x="151" y="13"/>
                    <a:pt x="153" y="9"/>
                  </a:cubicBezTo>
                  <a:cubicBezTo>
                    <a:pt x="155" y="3"/>
                    <a:pt x="161" y="2"/>
                    <a:pt x="166" y="1"/>
                  </a:cubicBezTo>
                  <a:cubicBezTo>
                    <a:pt x="169" y="0"/>
                    <a:pt x="171" y="2"/>
                    <a:pt x="173" y="5"/>
                  </a:cubicBezTo>
                  <a:cubicBezTo>
                    <a:pt x="176" y="9"/>
                    <a:pt x="177" y="14"/>
                    <a:pt x="177" y="19"/>
                  </a:cubicBezTo>
                  <a:cubicBezTo>
                    <a:pt x="177" y="21"/>
                    <a:pt x="176" y="23"/>
                    <a:pt x="175" y="24"/>
                  </a:cubicBezTo>
                  <a:cubicBezTo>
                    <a:pt x="172" y="29"/>
                    <a:pt x="168" y="34"/>
                    <a:pt x="164" y="39"/>
                  </a:cubicBezTo>
                  <a:cubicBezTo>
                    <a:pt x="161" y="43"/>
                    <a:pt x="157" y="47"/>
                    <a:pt x="154" y="51"/>
                  </a:cubicBezTo>
                  <a:cubicBezTo>
                    <a:pt x="153" y="51"/>
                    <a:pt x="152" y="53"/>
                    <a:pt x="153" y="53"/>
                  </a:cubicBezTo>
                  <a:cubicBezTo>
                    <a:pt x="153" y="54"/>
                    <a:pt x="154" y="54"/>
                    <a:pt x="155" y="53"/>
                  </a:cubicBezTo>
                  <a:cubicBezTo>
                    <a:pt x="158" y="52"/>
                    <a:pt x="161" y="54"/>
                    <a:pt x="164" y="55"/>
                  </a:cubicBezTo>
                  <a:cubicBezTo>
                    <a:pt x="168" y="58"/>
                    <a:pt x="170" y="62"/>
                    <a:pt x="172" y="67"/>
                  </a:cubicBezTo>
                  <a:cubicBezTo>
                    <a:pt x="174" y="69"/>
                    <a:pt x="173" y="70"/>
                    <a:pt x="171" y="71"/>
                  </a:cubicBezTo>
                  <a:cubicBezTo>
                    <a:pt x="170" y="72"/>
                    <a:pt x="169" y="74"/>
                    <a:pt x="167" y="75"/>
                  </a:cubicBezTo>
                  <a:cubicBezTo>
                    <a:pt x="167" y="76"/>
                    <a:pt x="165" y="76"/>
                    <a:pt x="164" y="77"/>
                  </a:cubicBezTo>
                  <a:cubicBezTo>
                    <a:pt x="162" y="78"/>
                    <a:pt x="160" y="79"/>
                    <a:pt x="158" y="81"/>
                  </a:cubicBezTo>
                  <a:cubicBezTo>
                    <a:pt x="154" y="83"/>
                    <a:pt x="149" y="84"/>
                    <a:pt x="146" y="82"/>
                  </a:cubicBezTo>
                  <a:cubicBezTo>
                    <a:pt x="141" y="78"/>
                    <a:pt x="136" y="78"/>
                    <a:pt x="130" y="77"/>
                  </a:cubicBezTo>
                  <a:cubicBezTo>
                    <a:pt x="126" y="76"/>
                    <a:pt x="124" y="79"/>
                    <a:pt x="121" y="81"/>
                  </a:cubicBezTo>
                  <a:cubicBezTo>
                    <a:pt x="119" y="83"/>
                    <a:pt x="117" y="84"/>
                    <a:pt x="115" y="85"/>
                  </a:cubicBezTo>
                  <a:cubicBezTo>
                    <a:pt x="113" y="86"/>
                    <a:pt x="110" y="88"/>
                    <a:pt x="111" y="92"/>
                  </a:cubicBezTo>
                  <a:cubicBezTo>
                    <a:pt x="111" y="98"/>
                    <a:pt x="111" y="108"/>
                    <a:pt x="112" y="116"/>
                  </a:cubicBezTo>
                  <a:cubicBezTo>
                    <a:pt x="113" y="122"/>
                    <a:pt x="114" y="129"/>
                    <a:pt x="115" y="135"/>
                  </a:cubicBezTo>
                  <a:cubicBezTo>
                    <a:pt x="116" y="142"/>
                    <a:pt x="117" y="148"/>
                    <a:pt x="120" y="155"/>
                  </a:cubicBezTo>
                  <a:cubicBezTo>
                    <a:pt x="122" y="160"/>
                    <a:pt x="123" y="163"/>
                    <a:pt x="125" y="169"/>
                  </a:cubicBezTo>
                  <a:cubicBezTo>
                    <a:pt x="130" y="178"/>
                    <a:pt x="132" y="181"/>
                    <a:pt x="132" y="181"/>
                  </a:cubicBezTo>
                  <a:cubicBezTo>
                    <a:pt x="132" y="182"/>
                    <a:pt x="131" y="183"/>
                    <a:pt x="128" y="184"/>
                  </a:cubicBezTo>
                  <a:cubicBezTo>
                    <a:pt x="126" y="185"/>
                    <a:pt x="125" y="185"/>
                    <a:pt x="124" y="186"/>
                  </a:cubicBezTo>
                  <a:cubicBezTo>
                    <a:pt x="122" y="186"/>
                    <a:pt x="120" y="186"/>
                    <a:pt x="119" y="187"/>
                  </a:cubicBezTo>
                  <a:cubicBezTo>
                    <a:pt x="118" y="187"/>
                    <a:pt x="118" y="187"/>
                    <a:pt x="115" y="188"/>
                  </a:cubicBezTo>
                  <a:cubicBezTo>
                    <a:pt x="113" y="188"/>
                    <a:pt x="108" y="185"/>
                    <a:pt x="105" y="183"/>
                  </a:cubicBezTo>
                  <a:cubicBezTo>
                    <a:pt x="104" y="181"/>
                    <a:pt x="103" y="181"/>
                    <a:pt x="101" y="179"/>
                  </a:cubicBezTo>
                  <a:cubicBezTo>
                    <a:pt x="98" y="176"/>
                    <a:pt x="96" y="174"/>
                    <a:pt x="94" y="171"/>
                  </a:cubicBezTo>
                  <a:cubicBezTo>
                    <a:pt x="92" y="168"/>
                    <a:pt x="90" y="165"/>
                    <a:pt x="88" y="162"/>
                  </a:cubicBezTo>
                  <a:cubicBezTo>
                    <a:pt x="85" y="158"/>
                    <a:pt x="85" y="153"/>
                    <a:pt x="86" y="148"/>
                  </a:cubicBezTo>
                  <a:cubicBezTo>
                    <a:pt x="87" y="144"/>
                    <a:pt x="86" y="141"/>
                    <a:pt x="87" y="137"/>
                  </a:cubicBezTo>
                  <a:cubicBezTo>
                    <a:pt x="87" y="131"/>
                    <a:pt x="88" y="126"/>
                    <a:pt x="89" y="121"/>
                  </a:cubicBezTo>
                  <a:cubicBezTo>
                    <a:pt x="90" y="114"/>
                    <a:pt x="91" y="108"/>
                    <a:pt x="91" y="101"/>
                  </a:cubicBezTo>
                  <a:cubicBezTo>
                    <a:pt x="92" y="99"/>
                    <a:pt x="91" y="99"/>
                    <a:pt x="89" y="100"/>
                  </a:cubicBezTo>
                  <a:cubicBezTo>
                    <a:pt x="82" y="102"/>
                    <a:pt x="75" y="105"/>
                    <a:pt x="69" y="108"/>
                  </a:cubicBezTo>
                  <a:cubicBezTo>
                    <a:pt x="67" y="108"/>
                    <a:pt x="58" y="111"/>
                    <a:pt x="51" y="112"/>
                  </a:cubicBezTo>
                  <a:cubicBezTo>
                    <a:pt x="40" y="113"/>
                    <a:pt x="22" y="112"/>
                    <a:pt x="18" y="110"/>
                  </a:cubicBezTo>
                  <a:cubicBezTo>
                    <a:pt x="15" y="109"/>
                    <a:pt x="12" y="107"/>
                    <a:pt x="9" y="105"/>
                  </a:cubicBezTo>
                  <a:cubicBezTo>
                    <a:pt x="8" y="104"/>
                    <a:pt x="3" y="100"/>
                    <a:pt x="1" y="99"/>
                  </a:cubicBezTo>
                  <a:close/>
                </a:path>
              </a:pathLst>
            </a:custGeom>
            <a:grp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等线" panose="020F0502020204030204"/>
                <a:ea typeface="等线" panose="02010600030101010101" pitchFamily="2" charset="-122"/>
                <a:cs typeface="+mn-cs"/>
              </a:endParaRPr>
            </a:p>
          </p:txBody>
        </p:sp>
      </p:grpSp>
    </p:spTree>
    <p:extLst>
      <p:ext uri="{BB962C8B-B14F-4D97-AF65-F5344CB8AC3E}">
        <p14:creationId xmlns:p14="http://schemas.microsoft.com/office/powerpoint/2010/main" val="71157650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null,&quot;Name&quot;:&quot;适中&quot;,&quot;HeaderHeight&quot;:13.0,&quot;FooterHeight&quot;:6.0,&quot;SideMargin&quot;:4.0,&quot;TopMargin&quot;:0.0,&quot;BottomMargin&quot;:0.0,&quot;IntervalMargin&quot;:1.5,&quot;SettingType&quot;:&quot;System&quot;}"/>
</p:tagLst>
</file>

<file path=ppt/tags/tag2.xml><?xml version="1.0" encoding="utf-8"?>
<p:tagLst xmlns:a="http://schemas.openxmlformats.org/drawingml/2006/main" xmlns:r="http://schemas.openxmlformats.org/officeDocument/2006/relationships" xmlns:p="http://schemas.openxmlformats.org/presentationml/2006/main">
  <p:tag name="ISLIDE.DIAGRAM" val="#2416"/>
</p:tagLst>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1">
      <a:majorFont>
        <a:latin typeface="Times New Roman"/>
        <a:ea typeface="思源黑体 CN Heavy"/>
        <a:cs typeface=""/>
      </a:majorFont>
      <a:minorFont>
        <a:latin typeface="Times New Roman"/>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PLUS">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entury Gothic">
      <a:majorFont>
        <a:latin typeface="Century Gothic" panose="020F030202020403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F030202020403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1771</TotalTime>
  <Words>2267</Words>
  <Application>Microsoft Office PowerPoint</Application>
  <PresentationFormat>宽屏</PresentationFormat>
  <Paragraphs>178</Paragraphs>
  <Slides>37</Slides>
  <Notes>37</Notes>
  <HiddenSlides>0</HiddenSlides>
  <MMClips>0</MMClips>
  <ScaleCrop>false</ScaleCrop>
  <HeadingPairs>
    <vt:vector size="6" baseType="variant">
      <vt:variant>
        <vt:lpstr>已用的字体</vt:lpstr>
      </vt:variant>
      <vt:variant>
        <vt:i4>8</vt:i4>
      </vt:variant>
      <vt:variant>
        <vt:lpstr>主题</vt:lpstr>
      </vt:variant>
      <vt:variant>
        <vt:i4>3</vt:i4>
      </vt:variant>
      <vt:variant>
        <vt:lpstr>幻灯片标题</vt:lpstr>
      </vt:variant>
      <vt:variant>
        <vt:i4>37</vt:i4>
      </vt:variant>
    </vt:vector>
  </HeadingPairs>
  <TitlesOfParts>
    <vt:vector size="48" baseType="lpstr">
      <vt:lpstr>等线</vt:lpstr>
      <vt:lpstr>等线 Light</vt:lpstr>
      <vt:lpstr>思源黑体 CN Heavy</vt:lpstr>
      <vt:lpstr>思源黑体 CN Regular</vt:lpstr>
      <vt:lpstr>Arial</vt:lpstr>
      <vt:lpstr>Arial Black</vt:lpstr>
      <vt:lpstr>Impact</vt:lpstr>
      <vt:lpstr>Times New Roman</vt:lpstr>
      <vt:lpstr>自定义设计方案</vt:lpstr>
      <vt:lpstr>Office 主题​​</vt:lpstr>
      <vt:lpstr>1_OfficePLUS</vt:lpstr>
      <vt:lpstr>PowerPoint 演示文稿</vt:lpstr>
      <vt:lpstr>PowerPoint 演示文稿</vt:lpstr>
      <vt:lpstr>PowerPoint 演示文稿</vt:lpstr>
      <vt:lpstr>1 绪论</vt:lpstr>
      <vt:lpstr>PowerPoint 演示文稿</vt:lpstr>
      <vt:lpstr>2 理论基础及技术支持</vt:lpstr>
      <vt:lpstr>PowerPoint 演示文稿</vt:lpstr>
      <vt:lpstr>3 系统需求分析</vt:lpstr>
      <vt:lpstr>PowerPoint 演示文稿</vt:lpstr>
      <vt:lpstr>4.1-系统整体架构设计</vt:lpstr>
      <vt:lpstr>4.2-系统功能模块设计</vt:lpstr>
      <vt:lpstr>4.3 系统核心类与运行机制设计</vt:lpstr>
      <vt:lpstr>4.4.1-系统界面结构设计</vt:lpstr>
      <vt:lpstr>4.4.2-系统文件目录结构</vt:lpstr>
      <vt:lpstr>4.4.3-系统算法流程图</vt:lpstr>
      <vt:lpstr>PowerPoint 演示文稿</vt:lpstr>
      <vt:lpstr>5.1-文件导入</vt:lpstr>
      <vt:lpstr>5.2 模版匹配-双边滤波</vt:lpstr>
      <vt:lpstr>5.2 模版匹配-双边滤波</vt:lpstr>
      <vt:lpstr>5.2 模版匹配-Retinex增强</vt:lpstr>
      <vt:lpstr>5.2 模版匹配-Retinex增强</vt:lpstr>
      <vt:lpstr>5.2 模版匹配-图像金字塔</vt:lpstr>
      <vt:lpstr>5.2 模版匹配-图像金字塔</vt:lpstr>
      <vt:lpstr>5.2 模版匹配-图像金字塔</vt:lpstr>
      <vt:lpstr>5.3 特征提取-阈值分割</vt:lpstr>
      <vt:lpstr>5.3 特征提取-阈值分割</vt:lpstr>
      <vt:lpstr>5.3 特征提取-连通域分析</vt:lpstr>
      <vt:lpstr>5.3 特征提取-连通域分析</vt:lpstr>
      <vt:lpstr>5.3 特征提取-图像差分</vt:lpstr>
      <vt:lpstr>5.3 特征提取-图像差分</vt:lpstr>
      <vt:lpstr>5.4 缺陷检测-特征分类</vt:lpstr>
      <vt:lpstr>5.4 缺陷检测-全局分析</vt:lpstr>
      <vt:lpstr>5.4 缺陷检测-可视化结果</vt:lpstr>
      <vt:lpstr>5.4 缺陷检测-可视化结果</vt:lpstr>
      <vt:lpstr>PowerPoint 演示文稿</vt:lpstr>
      <vt:lpstr>6 总结与展望</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cocosunry</dc:creator>
  <cp:lastModifiedBy>Phynix Wang</cp:lastModifiedBy>
  <cp:revision>166</cp:revision>
  <dcterms:created xsi:type="dcterms:W3CDTF">2020-04-10T14:58:34Z</dcterms:created>
  <dcterms:modified xsi:type="dcterms:W3CDTF">2026-05-22T15:01:00Z</dcterms:modified>
</cp:coreProperties>
</file>